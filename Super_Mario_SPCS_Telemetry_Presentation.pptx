
<file path=[Content_Types].xml><?xml version="1.0" encoding="utf-8"?>
<Types xmlns="http://schemas.openxmlformats.org/package/2006/content-types">
  <Default Extension="fntdata" ContentType="application/x-fontdata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core.xml" ContentType="application/vnd.openxmlformats-package.core-properties+xml"/>
  <Override PartName="/ppt/metadata" ContentType="application/binary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00.xml" ContentType="application/vnd.openxmlformats-officedocument.presentationml.slideLayout+xml"/>
  <Override PartName="/ppt/slideLayouts/slideLayout101.xml" ContentType="application/vnd.openxmlformats-officedocument.presentationml.slideLayout+xml"/>
  <Override PartName="/ppt/slideLayouts/slideLayout102.xml" ContentType="application/vnd.openxmlformats-officedocument.presentationml.slideLayout+xml"/>
  <Override PartName="/ppt/slideLayouts/slideLayout103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ppt/slideLayouts/slideLayout28.xml" ContentType="application/vnd.openxmlformats-officedocument.presentationml.slideLayout+xml"/>
  <Override PartName="/ppt/slideLayouts/slideLayout2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30.xml" ContentType="application/vnd.openxmlformats-officedocument.presentationml.slideLayout+xml"/>
  <Override PartName="/ppt/slideLayouts/slideLayout31.xml" ContentType="application/vnd.openxmlformats-officedocument.presentationml.slideLayout+xml"/>
  <Override PartName="/ppt/slideLayouts/slideLayout32.xml" ContentType="application/vnd.openxmlformats-officedocument.presentationml.slideLayout+xml"/>
  <Override PartName="/ppt/slideLayouts/slideLayout33.xml" ContentType="application/vnd.openxmlformats-officedocument.presentationml.slideLayout+xml"/>
  <Override PartName="/ppt/slideLayouts/slideLayout34.xml" ContentType="application/vnd.openxmlformats-officedocument.presentationml.slideLayout+xml"/>
  <Override PartName="/ppt/slideLayouts/slideLayout35.xml" ContentType="application/vnd.openxmlformats-officedocument.presentationml.slideLayout+xml"/>
  <Override PartName="/ppt/slideLayouts/slideLayout36.xml" ContentType="application/vnd.openxmlformats-officedocument.presentationml.slideLayout+xml"/>
  <Override PartName="/ppt/slideLayouts/slideLayout37.xml" ContentType="application/vnd.openxmlformats-officedocument.presentationml.slideLayout+xml"/>
  <Override PartName="/ppt/slideLayouts/slideLayout38.xml" ContentType="application/vnd.openxmlformats-officedocument.presentationml.slideLayout+xml"/>
  <Override PartName="/ppt/slideLayouts/slideLayout39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40.xml" ContentType="application/vnd.openxmlformats-officedocument.presentationml.slideLayout+xml"/>
  <Override PartName="/ppt/slideLayouts/slideLayout41.xml" ContentType="application/vnd.openxmlformats-officedocument.presentationml.slideLayout+xml"/>
  <Override PartName="/ppt/slideLayouts/slideLayout42.xml" ContentType="application/vnd.openxmlformats-officedocument.presentationml.slideLayout+xml"/>
  <Override PartName="/ppt/slideLayouts/slideLayout43.xml" ContentType="application/vnd.openxmlformats-officedocument.presentationml.slideLayout+xml"/>
  <Override PartName="/ppt/slideLayouts/slideLayout44.xml" ContentType="application/vnd.openxmlformats-officedocument.presentationml.slideLayout+xml"/>
  <Override PartName="/ppt/slideLayouts/slideLayout45.xml" ContentType="application/vnd.openxmlformats-officedocument.presentationml.slideLayout+xml"/>
  <Override PartName="/ppt/slideLayouts/slideLayout46.xml" ContentType="application/vnd.openxmlformats-officedocument.presentationml.slideLayout+xml"/>
  <Override PartName="/ppt/slideLayouts/slideLayout47.xml" ContentType="application/vnd.openxmlformats-officedocument.presentationml.slideLayout+xml"/>
  <Override PartName="/ppt/slideLayouts/slideLayout48.xml" ContentType="application/vnd.openxmlformats-officedocument.presentationml.slideLayout+xml"/>
  <Override PartName="/ppt/slideLayouts/slideLayout49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50.xml" ContentType="application/vnd.openxmlformats-officedocument.presentationml.slideLayout+xml"/>
  <Override PartName="/ppt/slideLayouts/slideLayout51.xml" ContentType="application/vnd.openxmlformats-officedocument.presentationml.slideLayout+xml"/>
  <Override PartName="/ppt/slideLayouts/slideLayout52.xml" ContentType="application/vnd.openxmlformats-officedocument.presentationml.slideLayout+xml"/>
  <Override PartName="/ppt/slideLayouts/slideLayout53.xml" ContentType="application/vnd.openxmlformats-officedocument.presentationml.slideLayout+xml"/>
  <Override PartName="/ppt/slideLayouts/slideLayout54.xml" ContentType="application/vnd.openxmlformats-officedocument.presentationml.slideLayout+xml"/>
  <Override PartName="/ppt/slideLayouts/slideLayout55.xml" ContentType="application/vnd.openxmlformats-officedocument.presentationml.slideLayout+xml"/>
  <Override PartName="/ppt/slideLayouts/slideLayout56.xml" ContentType="application/vnd.openxmlformats-officedocument.presentationml.slideLayout+xml"/>
  <Override PartName="/ppt/slideLayouts/slideLayout57.xml" ContentType="application/vnd.openxmlformats-officedocument.presentationml.slideLayout+xml"/>
  <Override PartName="/ppt/slideLayouts/slideLayout58.xml" ContentType="application/vnd.openxmlformats-officedocument.presentationml.slideLayout+xml"/>
  <Override PartName="/ppt/slideLayouts/slideLayout59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60.xml" ContentType="application/vnd.openxmlformats-officedocument.presentationml.slideLayout+xml"/>
  <Override PartName="/ppt/slideLayouts/slideLayout61.xml" ContentType="application/vnd.openxmlformats-officedocument.presentationml.slideLayout+xml"/>
  <Override PartName="/ppt/slideLayouts/slideLayout62.xml" ContentType="application/vnd.openxmlformats-officedocument.presentationml.slideLayout+xml"/>
  <Override PartName="/ppt/slideLayouts/slideLayout63.xml" ContentType="application/vnd.openxmlformats-officedocument.presentationml.slideLayout+xml"/>
  <Override PartName="/ppt/slideLayouts/slideLayout64.xml" ContentType="application/vnd.openxmlformats-officedocument.presentationml.slideLayout+xml"/>
  <Override PartName="/ppt/slideLayouts/slideLayout65.xml" ContentType="application/vnd.openxmlformats-officedocument.presentationml.slideLayout+xml"/>
  <Override PartName="/ppt/slideLayouts/slideLayout66.xml" ContentType="application/vnd.openxmlformats-officedocument.presentationml.slideLayout+xml"/>
  <Override PartName="/ppt/slideLayouts/slideLayout67.xml" ContentType="application/vnd.openxmlformats-officedocument.presentationml.slideLayout+xml"/>
  <Override PartName="/ppt/slideLayouts/slideLayout68.xml" ContentType="application/vnd.openxmlformats-officedocument.presentationml.slideLayout+xml"/>
  <Override PartName="/ppt/slideLayouts/slideLayout69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70.xml" ContentType="application/vnd.openxmlformats-officedocument.presentationml.slideLayout+xml"/>
  <Override PartName="/ppt/slideLayouts/slideLayout71.xml" ContentType="application/vnd.openxmlformats-officedocument.presentationml.slideLayout+xml"/>
  <Override PartName="/ppt/slideLayouts/slideLayout72.xml" ContentType="application/vnd.openxmlformats-officedocument.presentationml.slideLayout+xml"/>
  <Override PartName="/ppt/slideLayouts/slideLayout73.xml" ContentType="application/vnd.openxmlformats-officedocument.presentationml.slideLayout+xml"/>
  <Override PartName="/ppt/slideLayouts/slideLayout74.xml" ContentType="application/vnd.openxmlformats-officedocument.presentationml.slideLayout+xml"/>
  <Override PartName="/ppt/slideLayouts/slideLayout75.xml" ContentType="application/vnd.openxmlformats-officedocument.presentationml.slideLayout+xml"/>
  <Override PartName="/ppt/slideLayouts/slideLayout76.xml" ContentType="application/vnd.openxmlformats-officedocument.presentationml.slideLayout+xml"/>
  <Override PartName="/ppt/slideLayouts/slideLayout77.xml" ContentType="application/vnd.openxmlformats-officedocument.presentationml.slideLayout+xml"/>
  <Override PartName="/ppt/slideLayouts/slideLayout78.xml" ContentType="application/vnd.openxmlformats-officedocument.presentationml.slideLayout+xml"/>
  <Override PartName="/ppt/slideLayouts/slideLayout79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80.xml" ContentType="application/vnd.openxmlformats-officedocument.presentationml.slideLayout+xml"/>
  <Override PartName="/ppt/slideLayouts/slideLayout81.xml" ContentType="application/vnd.openxmlformats-officedocument.presentationml.slideLayout+xml"/>
  <Override PartName="/ppt/slideLayouts/slideLayout82.xml" ContentType="application/vnd.openxmlformats-officedocument.presentationml.slideLayout+xml"/>
  <Override PartName="/ppt/slideLayouts/slideLayout83.xml" ContentType="application/vnd.openxmlformats-officedocument.presentationml.slideLayout+xml"/>
  <Override PartName="/ppt/slideLayouts/slideLayout84.xml" ContentType="application/vnd.openxmlformats-officedocument.presentationml.slideLayout+xml"/>
  <Override PartName="/ppt/slideLayouts/slideLayout85.xml" ContentType="application/vnd.openxmlformats-officedocument.presentationml.slideLayout+xml"/>
  <Override PartName="/ppt/slideLayouts/slideLayout86.xml" ContentType="application/vnd.openxmlformats-officedocument.presentationml.slideLayout+xml"/>
  <Override PartName="/ppt/slideLayouts/slideLayout87.xml" ContentType="application/vnd.openxmlformats-officedocument.presentationml.slideLayout+xml"/>
  <Override PartName="/ppt/slideLayouts/slideLayout88.xml" ContentType="application/vnd.openxmlformats-officedocument.presentationml.slideLayout+xml"/>
  <Override PartName="/ppt/slideLayouts/slideLayout89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90.xml" ContentType="application/vnd.openxmlformats-officedocument.presentationml.slideLayout+xml"/>
  <Override PartName="/ppt/slideLayouts/slideLayout91.xml" ContentType="application/vnd.openxmlformats-officedocument.presentationml.slideLayout+xml"/>
  <Override PartName="/ppt/slideLayouts/slideLayout92.xml" ContentType="application/vnd.openxmlformats-officedocument.presentationml.slideLayout+xml"/>
  <Override PartName="/ppt/slideLayouts/slideLayout93.xml" ContentType="application/vnd.openxmlformats-officedocument.presentationml.slideLayout+xml"/>
  <Override PartName="/ppt/slideLayouts/slideLayout94.xml" ContentType="application/vnd.openxmlformats-officedocument.presentationml.slideLayout+xml"/>
  <Override PartName="/ppt/slideLayouts/slideLayout95.xml" ContentType="application/vnd.openxmlformats-officedocument.presentationml.slideLayout+xml"/>
  <Override PartName="/ppt/slideLayouts/slideLayout96.xml" ContentType="application/vnd.openxmlformats-officedocument.presentationml.slideLayout+xml"/>
  <Override PartName="/ppt/slideLayouts/slideLayout97.xml" ContentType="application/vnd.openxmlformats-officedocument.presentationml.slideLayout+xml"/>
  <Override PartName="/ppt/slideLayouts/slideLayout98.xml" ContentType="application/vnd.openxmlformats-officedocument.presentationml.slideLayout+xml"/>
  <Override PartName="/ppt/slideLayouts/slideLayout9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Masters/slideMaster3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 showSpecialPlsOnTitleSld="0">
  <p:sldMasterIdLst>
    <p:sldMasterId id="2147483648" r:id="rId4"/>
    <p:sldMasterId id="2147483683" r:id="rId5"/>
    <p:sldMasterId id="2147483718" r:id="rId6"/>
  </p:sldMasterIdLst>
  <p:notesMasterIdLst>
    <p:notesMasterId r:id="rId7"/>
  </p:notesMasterIdLst>
  <p:sldIdLst>
    <p:sldId id="256" r:id="rId11"/>
    <p:sldId id="257" r:id="rId10"/>
    <p:sldId id="258" r:id="rId9"/>
    <p:sldId id="259" r:id="rId8"/>
    <p:sldId id="260" r:id="rId21"/>
    <p:sldId id="261" r:id="rId22"/>
    <p:sldId id="262" r:id="rId23"/>
    <p:sldId id="263" r:id="rId24"/>
    <p:sldId id="264" r:id="rId25"/>
    <p:sldId id="265" r:id="rId26"/>
    <p:sldId id="266" r:id="rId27"/>
    <p:sldId id="267" r:id="rId28"/>
  </p:sldIdLst>
  <p:sldSz cy="5143500" cx="9144000"/>
  <p:notesSz cx="6858000" cy="9144000"/>
  <p:embeddedFontLst>
    <p:embeddedFont>
      <p:font typeface="Montserrat"/>
      <p:regular r:id="rId12"/>
      <p:bold r:id="rId13"/>
      <p:italic r:id="rId14"/>
      <p:boldItalic r:id="rId15"/>
    </p:embeddedFont>
    <p:embeddedFont>
      <p:font typeface="Lato"/>
      <p:regular r:id="rId16"/>
      <p:bold r:id="rId17"/>
      <p:italic r:id="rId18"/>
      <p:boldItalic r:id="rId19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162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  <p:ext uri="GoogleSlidesCustomDataVersion2">
      <go:slidesCustomData xmlns:go="http://customooxmlschemas.google.com/" r:id="rId20" roundtripDataSignature="AMtx7mhzFayS0AuoOWGqN113lPSblTZc8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1620" orient="horz"/>
        <p:guide pos="2880"/>
      </p:guideLst>
    </p:cSldViewPr>
  </p:slideViewPr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theme" Target="theme/theme1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5" Type="http://schemas.openxmlformats.org/officeDocument/2006/relationships/slideMaster" Target="slideMasters/slideMaster2.xml"/><Relationship Id="rId6" Type="http://schemas.openxmlformats.org/officeDocument/2006/relationships/slideMaster" Target="slideMasters/slideMaster3.xml"/><Relationship Id="rId7" Type="http://schemas.openxmlformats.org/officeDocument/2006/relationships/notesMaster" Target="notesMasters/notesMaster1.xml"/><Relationship Id="rId8" Type="http://schemas.openxmlformats.org/officeDocument/2006/relationships/slide" Target="slides/slide4.xml"/><Relationship Id="rId9" Type="http://schemas.openxmlformats.org/officeDocument/2006/relationships/slide" Target="slides/slide3.xml"/><Relationship Id="rId10" Type="http://schemas.openxmlformats.org/officeDocument/2006/relationships/slide" Target="slides/slide2.xml"/><Relationship Id="rId11" Type="http://schemas.openxmlformats.org/officeDocument/2006/relationships/slide" Target="slides/slide1.xml"/><Relationship Id="rId12" Type="http://schemas.openxmlformats.org/officeDocument/2006/relationships/font" Target="fonts/Montserrat-regular.fntdata"/><Relationship Id="rId13" Type="http://schemas.openxmlformats.org/officeDocument/2006/relationships/font" Target="fonts/Montserrat-bold.fntdata"/><Relationship Id="rId14" Type="http://schemas.openxmlformats.org/officeDocument/2006/relationships/font" Target="fonts/Montserrat-italic.fntdata"/><Relationship Id="rId15" Type="http://schemas.openxmlformats.org/officeDocument/2006/relationships/font" Target="fonts/Montserrat-boldItalic.fntdata"/><Relationship Id="rId16" Type="http://schemas.openxmlformats.org/officeDocument/2006/relationships/font" Target="fonts/Lato-regular.fntdata"/><Relationship Id="rId17" Type="http://schemas.openxmlformats.org/officeDocument/2006/relationships/font" Target="fonts/Lato-bold.fntdata"/><Relationship Id="rId18" Type="http://schemas.openxmlformats.org/officeDocument/2006/relationships/font" Target="fonts/Lato-italic.fntdata"/><Relationship Id="rId19" Type="http://schemas.openxmlformats.org/officeDocument/2006/relationships/font" Target="fonts/Lato-boldItalic.fntdata"/><Relationship Id="rId20" Type="http://customschemas.google.com/relationships/presentationmetadata" Target="metadata"/><Relationship Id="rId21" Type="http://schemas.openxmlformats.org/officeDocument/2006/relationships/slide" Target="slides/slide5.xml"/><Relationship Id="rId22" Type="http://schemas.openxmlformats.org/officeDocument/2006/relationships/slide" Target="slides/slide6.xml"/><Relationship Id="rId23" Type="http://schemas.openxmlformats.org/officeDocument/2006/relationships/slide" Target="slides/slide7.xml"/><Relationship Id="rId24" Type="http://schemas.openxmlformats.org/officeDocument/2006/relationships/slide" Target="slides/slide8.xml"/><Relationship Id="rId25" Type="http://schemas.openxmlformats.org/officeDocument/2006/relationships/slide" Target="slides/slide9.xml"/><Relationship Id="rId26" Type="http://schemas.openxmlformats.org/officeDocument/2006/relationships/slide" Target="slides/slide10.xml"/><Relationship Id="rId27" Type="http://schemas.openxmlformats.org/officeDocument/2006/relationships/slide" Target="slides/slide11.xml"/><Relationship Id="rId28" Type="http://schemas.openxmlformats.org/officeDocument/2006/relationships/slide" Target="slides/slide12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298450" lvl="1" marL="914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298450" lvl="2" marL="1371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298450" lvl="3" marL="1828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298450" lvl="4" marL="22860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298450" lvl="5" marL="2743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298450" lvl="6" marL="32004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●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298450" lvl="7" marL="36576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○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298450" lvl="8" marL="41148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100"/>
              <a:buFont typeface="Arial"/>
              <a:buChar char="■"/>
              <a:defRPr b="0" i="0" sz="11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3.png"/><Relationship Id="rId3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9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0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1.jpg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9.png"/><Relationship Id="rId3" Type="http://schemas.openxmlformats.org/officeDocument/2006/relationships/image" Target="../media/image4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3" Type="http://schemas.openxmlformats.org/officeDocument/2006/relationships/image" Target="../media/image4.png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1.png"/><Relationship Id="rId3" Type="http://schemas.openxmlformats.org/officeDocument/2006/relationships/image" Target="../media/image4.png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Relationship Id="rId3" Type="http://schemas.openxmlformats.org/officeDocument/2006/relationships/image" Target="../media/image4.png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5.png"/></Relationships>
</file>

<file path=ppt/slideLayouts/_rels/slideLayout2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4.png"/><Relationship Id="rId3" Type="http://schemas.openxmlformats.org/officeDocument/2006/relationships/image" Target="../media/image4.png"/></Relationships>
</file>

<file path=ppt/slideLayouts/_rels/slideLayout2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2.png"/></Relationships>
</file>

<file path=ppt/slideLayouts/_rels/slideLayout2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1.png"/></Relationships>
</file>

<file path=ppt/slideLayouts/_rels/slideLayout2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8.png"/></Relationships>
</file>

<file path=ppt/slideLayouts/_rels/slideLayout2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9.png"/></Relationships>
</file>

<file path=ppt/slideLayouts/_rels/slideLayout2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7.png"/></Relationships>
</file>

<file path=ppt/slideLayouts/_rels/slideLayout2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0.png"/></Relationships>
</file>

<file path=ppt/slideLayouts/_rels/slideLayout3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3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6.png"/></Relationships>
</file>

<file path=ppt/slideLayouts/_rels/slideLayout3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3.png"/></Relationships>
</file>

<file path=ppt/slideLayouts/_rels/slideLayout3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3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3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1.jpg"/></Relationships>
</file>

<file path=ppt/slideLayouts/_rels/slideLayout4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9.png"/></Relationships>
</file>

<file path=ppt/slideLayouts/_rels/slideLayout4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3.png"/><Relationship Id="rId3" Type="http://schemas.openxmlformats.org/officeDocument/2006/relationships/image" Target="../media/image4.png"/></Relationships>
</file>

<file path=ppt/slideLayouts/_rels/slideLayout4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4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4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4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6.png"/></Relationships>
</file>

<file path=ppt/slideLayouts/_rels/slideLayout4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4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2.png"/></Relationships>
</file>

<file path=ppt/slideLayouts/_rels/slideLayout4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7.png"/></Relationships>
</file>

<file path=ppt/slideLayouts/_rels/slideLayout4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0.png"/></Relationships>
</file>

<file path=ppt/slideLayouts/_rels/slideLayout5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5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9.png"/><Relationship Id="rId3" Type="http://schemas.openxmlformats.org/officeDocument/2006/relationships/image" Target="../media/image4.png"/></Relationships>
</file>

<file path=ppt/slideLayouts/_rels/slideLayout5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8.png"/><Relationship Id="rId3" Type="http://schemas.openxmlformats.org/officeDocument/2006/relationships/image" Target="../media/image4.png"/></Relationships>
</file>

<file path=ppt/slideLayouts/_rels/slideLayout5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1.png"/><Relationship Id="rId3" Type="http://schemas.openxmlformats.org/officeDocument/2006/relationships/image" Target="../media/image4.png"/></Relationships>
</file>

<file path=ppt/slideLayouts/_rels/slideLayout5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Relationship Id="rId3" Type="http://schemas.openxmlformats.org/officeDocument/2006/relationships/image" Target="../media/image4.png"/></Relationships>
</file>

<file path=ppt/slideLayouts/_rels/slideLayout5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5.png"/></Relationships>
</file>

<file path=ppt/slideLayouts/_rels/slideLayout5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4.png"/><Relationship Id="rId3" Type="http://schemas.openxmlformats.org/officeDocument/2006/relationships/image" Target="../media/image4.png"/></Relationships>
</file>

<file path=ppt/slideLayouts/_rels/slideLayout5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32.png"/></Relationships>
</file>

<file path=ppt/slideLayouts/_rels/slideLayout5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1.png"/></Relationships>
</file>

<file path=ppt/slideLayouts/_rels/slideLayout5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8.png"/></Relationships>
</file>

<file path=ppt/slideLayouts/_rels/slideLayout6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6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0.png"/></Relationships>
</file>

<file path=ppt/slideLayouts/_rels/slideLayout6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2.png"/></Relationships>
</file>

<file path=ppt/slideLayouts/_rels/slideLayout6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_rels/slideLayout6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16.png"/></Relationships>
</file>

<file path=ppt/slideLayouts/_rels/slideLayout6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2.xml"/><Relationship Id="rId2" Type="http://schemas.openxmlformats.org/officeDocument/2006/relationships/image" Target="../media/image23.png"/></Relationships>
</file>

<file path=ppt/slideLayouts/_rels/slideLayout6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3.png"/><Relationship Id="rId3" Type="http://schemas.openxmlformats.org/officeDocument/2006/relationships/image" Target="../media/image4.png"/></Relationships>
</file>

<file path=ppt/slideLayouts/_rels/slideLayout7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.png"/><Relationship Id="rId3" Type="http://schemas.openxmlformats.org/officeDocument/2006/relationships/image" Target="../media/image4.png"/></Relationships>
</file>

<file path=ppt/slideLayouts/_rels/slideLayout7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Layouts/_rels/slideLayout7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5.png"/><Relationship Id="rId3" Type="http://schemas.openxmlformats.org/officeDocument/2006/relationships/image" Target="../media/image4.png"/></Relationships>
</file>

<file path=ppt/slideLayouts/_rels/slideLayout7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6.png"/></Relationships>
</file>

<file path=ppt/slideLayouts/_rels/slideLayout7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.png"/><Relationship Id="rId3" Type="http://schemas.openxmlformats.org/officeDocument/2006/relationships/image" Target="../media/image4.png"/></Relationships>
</file>

<file path=ppt/slideLayouts/_rels/slideLayout7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9.png"/></Relationships>
</file>

<file path=ppt/slideLayouts/_rels/slideLayout7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7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2.png"/></Relationships>
</file>

<file path=ppt/slideLayouts/_rels/slideLayout8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7.png"/></Relationships>
</file>

<file path=ppt/slideLayouts/_rels/slideLayout8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0.png"/></Relationships>
</file>

<file path=ppt/slideLayouts/_rels/slideLayout8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/Relationships>
</file>

<file path=ppt/slideLayouts/_rels/slideLayout8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1.jpg"/></Relationships>
</file>

<file path=ppt/slideLayouts/_rels/slideLayout8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9.png"/><Relationship Id="rId3" Type="http://schemas.openxmlformats.org/officeDocument/2006/relationships/image" Target="../media/image4.png"/></Relationships>
</file>

<file path=ppt/slideLayouts/_rels/slideLayout8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8.png"/><Relationship Id="rId3" Type="http://schemas.openxmlformats.org/officeDocument/2006/relationships/image" Target="../media/image4.png"/></Relationships>
</file>

<file path=ppt/slideLayouts/_rels/slideLayout8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1.png"/><Relationship Id="rId3" Type="http://schemas.openxmlformats.org/officeDocument/2006/relationships/image" Target="../media/image4.png"/></Relationships>
</file>

<file path=ppt/slideLayouts/_rels/slideLayout8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1.png"/><Relationship Id="rId3" Type="http://schemas.openxmlformats.org/officeDocument/2006/relationships/image" Target="../media/image4.png"/></Relationships>
</file>

<file path=ppt/slideLayouts/_rels/slideLayout8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5.png"/></Relationships>
</file>

<file path=ppt/slideLayouts/_rels/slideLayout8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4.png"/><Relationship Id="rId3" Type="http://schemas.openxmlformats.org/officeDocument/2006/relationships/image" Target="../media/image4.png"/></Relationships>
</file>

<file path=ppt/slideLayouts/_rels/slideLayout9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32.png"/></Relationships>
</file>

<file path=ppt/slideLayouts/_rels/slideLayout9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1.png"/></Relationships>
</file>

<file path=ppt/slideLayouts/_rels/slideLayout9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8.png"/></Relationships>
</file>

<file path=ppt/slideLayouts/_rels/slideLayout9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9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9.png"/></Relationships>
</file>

<file path=ppt/slideLayouts/_rels/slideLayout9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7.png"/></Relationships>
</file>

<file path=ppt/slideLayouts/_rels/slideLayout9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/Relationships>
</file>

<file path=ppt/slideLayouts/_rels/slideLayout9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0.png"/></Relationships>
</file>

<file path=ppt/slideLayouts/_rels/slideLayout10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2.png"/></Relationships>
</file>

<file path=ppt/slideLayouts/_rels/slideLayout10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/Relationships>
</file>

<file path=ppt/slideLayouts/_rels/slideLayout10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16.png"/></Relationships>
</file>

<file path=ppt/slideLayouts/_rels/slideLayout10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3.xml"/><Relationship Id="rId2" Type="http://schemas.openxmlformats.org/officeDocument/2006/relationships/image" Target="../media/image23.png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2">
  <p:cSld name="1_Cover 0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1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1" name="Google Shape;11;p21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&#10;&#10;Description automatically generated" id="12" name="Google Shape;12;p2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5" y="4848629"/>
            <a:ext cx="140380" cy="12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2">
  <p:cSld name="1_Cover 02 5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22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5" name="Google Shape;15;p22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&#10;&#10;Description automatically generated" id="16" name="Google Shape;16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5" y="4848629"/>
            <a:ext cx="140380" cy="12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footer only)">
  <p:cSld name="1_Blank (footer only) 8">
    <p:bg>
      <p:bgPr>
        <a:solidFill>
          <a:schemeClr val="lt1"/>
        </a:solidFill>
      </p:bgPr>
    </p:bg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27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9" name="Google Shape;19;p27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" name="Google Shape;20;p27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2">
  <p:cSld name="Data Cloud_1_1_3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28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&#10;&#10;Description automatically generated" id="23" name="Google Shape;23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5" y="4848629"/>
            <a:ext cx="140380" cy="12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2">
  <p:cSld name="1_Cover 02 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29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6" name="Google Shape;26;p29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&#10;&#10;Description automatically generated" id="27" name="Google Shape;27;p2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5" y="4848629"/>
            <a:ext cx="140380" cy="12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footer only)">
  <p:cSld name="1_Blank (footer only) 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30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0" name="Google Shape;30;p30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" name="Google Shape;31;p30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2">
  <p:cSld name="1_Cover 02 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31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4" name="Google Shape;34;p31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&#10;&#10;Description automatically generated" id="35" name="Google Shape;35;p3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5" y="4848629"/>
            <a:ext cx="140380" cy="12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footer only)">
  <p:cSld name="1_Blank (footer only) 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6" name="Shape 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" name="Google Shape;37;p32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8" name="Google Shape;38;p32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9" name="Google Shape;39;p32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ulti-use layout">
  <p:cSld name="Multi-use layou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33"/>
          <p:cNvSpPr txBox="1"/>
          <p:nvPr>
            <p:ph idx="1" type="body"/>
          </p:nvPr>
        </p:nvSpPr>
        <p:spPr>
          <a:xfrm>
            <a:off x="345196" y="228600"/>
            <a:ext cx="84537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b="1" i="0" sz="2700" cap="none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" name="Google Shape;42;p33"/>
          <p:cNvSpPr txBox="1"/>
          <p:nvPr>
            <p:ph idx="2" type="body"/>
          </p:nvPr>
        </p:nvSpPr>
        <p:spPr>
          <a:xfrm>
            <a:off x="345196" y="731520"/>
            <a:ext cx="8453700" cy="29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5B5B5B"/>
              </a:buClr>
              <a:buSzPts val="1600"/>
              <a:buNone/>
              <a:defRPr sz="1600">
                <a:solidFill>
                  <a:srgbClr val="5B5B5B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3" name="Google Shape;43;p33"/>
          <p:cNvSpPr/>
          <p:nvPr/>
        </p:nvSpPr>
        <p:spPr>
          <a:xfrm>
            <a:off x="557784" y="4898914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2022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" name="Google Shape;44;p33"/>
          <p:cNvSpPr txBox="1"/>
          <p:nvPr>
            <p:ph idx="12" type="sldNum"/>
          </p:nvPr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5" name="Google Shape;45;p33"/>
          <p:cNvSpPr/>
          <p:nvPr/>
        </p:nvSpPr>
        <p:spPr>
          <a:xfrm>
            <a:off x="345195" y="4878329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footer only)">
  <p:cSld name="1_Blank (footer only) 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" name="Shape 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" name="Google Shape;47;p34"/>
          <p:cNvSpPr txBox="1"/>
          <p:nvPr>
            <p:ph idx="12" type="sldNum"/>
          </p:nvPr>
        </p:nvSpPr>
        <p:spPr>
          <a:xfrm>
            <a:off x="8569842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8" name="Google Shape;48;p34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" name="Google Shape;49;p34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footer only)">
  <p:cSld name="1_Blank (footer only) 9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35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2" name="Google Shape;52;p35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" name="Google Shape;53;p35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footer only)">
  <p:cSld name="1_Blank (footer only) 5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36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6" name="Google Shape;56;p36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7" name="Google Shape;57;p36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ummit22 - Sky Background 1">
  <p:cSld name="Summit22 - Divider1_1_3">
    <p:bg>
      <p:bgPr>
        <a:solidFill>
          <a:schemeClr val="lt1"/>
        </a:solidFill>
      </p:bgPr>
    </p:bg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9" name="Google Shape;59;p3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7279" y="-9750"/>
            <a:ext cx="9178665" cy="5162999"/>
          </a:xfrm>
          <a:prstGeom prst="rect">
            <a:avLst/>
          </a:prstGeom>
          <a:noFill/>
          <a:ln>
            <a:noFill/>
          </a:ln>
        </p:spPr>
      </p:pic>
      <p:sp>
        <p:nvSpPr>
          <p:cNvPr id="60" name="Google Shape;60;p37"/>
          <p:cNvSpPr txBox="1"/>
          <p:nvPr>
            <p:ph idx="1" type="body"/>
          </p:nvPr>
        </p:nvSpPr>
        <p:spPr>
          <a:xfrm>
            <a:off x="376225" y="1282900"/>
            <a:ext cx="2267400" cy="304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b="1" sz="20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/>
            </a:lvl5pPr>
            <a:lvl6pPr indent="-3048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Char char="•"/>
              <a:defRPr sz="1200"/>
            </a:lvl6pPr>
            <a:lvl7pPr indent="-3048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Char char="•"/>
              <a:defRPr sz="1200"/>
            </a:lvl7pPr>
            <a:lvl8pPr indent="-3048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Char char="•"/>
              <a:defRPr sz="1200"/>
            </a:lvl8pPr>
            <a:lvl9pPr indent="-3048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Char char="•"/>
              <a:defRPr sz="1200"/>
            </a:lvl9pPr>
          </a:lstStyle>
          <a:p/>
        </p:txBody>
      </p:sp>
      <p:sp>
        <p:nvSpPr>
          <p:cNvPr id="61" name="Google Shape;61;p37"/>
          <p:cNvSpPr/>
          <p:nvPr/>
        </p:nvSpPr>
        <p:spPr>
          <a:xfrm>
            <a:off x="345195" y="4878329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2" name="Google Shape;62;p37"/>
          <p:cNvSpPr/>
          <p:nvPr/>
        </p:nvSpPr>
        <p:spPr>
          <a:xfrm>
            <a:off x="557784" y="4898914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2022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3" name="Google Shape;63;p37"/>
          <p:cNvSpPr txBox="1"/>
          <p:nvPr/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4" name="Google Shape;64;p37"/>
          <p:cNvSpPr txBox="1"/>
          <p:nvPr>
            <p:ph idx="2" type="body"/>
          </p:nvPr>
        </p:nvSpPr>
        <p:spPr>
          <a:xfrm>
            <a:off x="345195" y="228600"/>
            <a:ext cx="8453700" cy="68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None/>
              <a:defRPr b="1" sz="2700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Agenda"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6" name="Google Shape;66;p38"/>
          <p:cNvPicPr preferRelativeResize="0"/>
          <p:nvPr/>
        </p:nvPicPr>
        <p:blipFill rotWithShape="1">
          <a:blip r:embed="rId2">
            <a:alphaModFix amt="35000"/>
          </a:blip>
          <a:srcRect b="0" l="0" r="0" t="0"/>
          <a:stretch/>
        </p:blipFill>
        <p:spPr>
          <a:xfrm>
            <a:off x="-17279" y="-9750"/>
            <a:ext cx="9178665" cy="5162999"/>
          </a:xfrm>
          <a:prstGeom prst="rect">
            <a:avLst/>
          </a:prstGeom>
          <a:noFill/>
          <a:ln>
            <a:noFill/>
          </a:ln>
        </p:spPr>
      </p:pic>
      <p:sp>
        <p:nvSpPr>
          <p:cNvPr id="67" name="Google Shape;67;p38"/>
          <p:cNvSpPr txBox="1"/>
          <p:nvPr>
            <p:ph idx="1" type="body"/>
          </p:nvPr>
        </p:nvSpPr>
        <p:spPr>
          <a:xfrm>
            <a:off x="345196" y="231569"/>
            <a:ext cx="84537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b="1" i="0" sz="2700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68" name="Google Shape;68;p38"/>
          <p:cNvSpPr/>
          <p:nvPr/>
        </p:nvSpPr>
        <p:spPr>
          <a:xfrm>
            <a:off x="345195" y="4878329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69" name="Google Shape;69;p38"/>
          <p:cNvSpPr/>
          <p:nvPr/>
        </p:nvSpPr>
        <p:spPr>
          <a:xfrm>
            <a:off x="557784" y="4898914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2022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0" name="Google Shape;70;p38"/>
          <p:cNvSpPr txBox="1"/>
          <p:nvPr>
            <p:ph idx="12" type="sldNum"/>
          </p:nvPr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2">
  <p:cSld name="1_Cover 02 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39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73" name="Google Shape;73;p39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&#10;&#10;Description automatically generated" id="74" name="Google Shape;74;p3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5" y="4848629"/>
            <a:ext cx="140380" cy="12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1">
  <p:cSld name="Data Cloud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5" name="Shape 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76;p40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77" name="Google Shape;77;p40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&#10;&#10;Description automatically generated" id="78" name="Google Shape;78;p4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5" y="4848629"/>
            <a:ext cx="140380" cy="12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2">
  <p:cSld name="1_Cover 02 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79" name="Shape 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" name="Google Shape;80;p41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81" name="Google Shape;81;p41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&#10;&#10;Description automatically generated" id="82" name="Google Shape;82;p4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5" y="4848629"/>
            <a:ext cx="140380" cy="12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2">
  <p:cSld name="1_Cover 02 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42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85" name="Google Shape;85;p42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&#10;&#10;Description automatically generated" id="86" name="Google Shape;86;p4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5" y="4848629"/>
            <a:ext cx="140380" cy="12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footer only)">
  <p:cSld name="1_Blank (footer only)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43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89" name="Google Shape;89;p43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0" name="Google Shape;90;p43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footer only)">
  <p:cSld name="1_Blank (footer only) 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44"/>
          <p:cNvSpPr txBox="1"/>
          <p:nvPr>
            <p:ph idx="12" type="sldNum"/>
          </p:nvPr>
        </p:nvSpPr>
        <p:spPr>
          <a:xfrm>
            <a:off x="8569842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3" name="Google Shape;93;p44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&#10;&#10;Description automatically generated" id="94" name="Google Shape;94;p4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5" y="4848629"/>
            <a:ext cx="140380" cy="12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footer only)">
  <p:cSld name="1_Blank (footer only) 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96;p45"/>
          <p:cNvSpPr txBox="1"/>
          <p:nvPr>
            <p:ph idx="12" type="sldNum"/>
          </p:nvPr>
        </p:nvSpPr>
        <p:spPr>
          <a:xfrm>
            <a:off x="8569842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97" name="Google Shape;97;p45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98" name="Google Shape;98;p45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- Dark Blue">
  <p:cSld name="Quote - Violet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99" name="Shape 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0" name="Google Shape;100;p46"/>
          <p:cNvSpPr txBox="1"/>
          <p:nvPr>
            <p:ph idx="1" type="body"/>
          </p:nvPr>
        </p:nvSpPr>
        <p:spPr>
          <a:xfrm>
            <a:off x="365750" y="1331975"/>
            <a:ext cx="7484400" cy="259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 cap="none">
                <a:solidFill>
                  <a:schemeClr val="lt1"/>
                </a:solidFill>
              </a:defRPr>
            </a:lvl1pPr>
            <a:lvl2pPr indent="-3429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indent="-3429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indent="-3429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indent="-3429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indent="-3429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indent="-3429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indent="-342900" lvl="8" marL="4114800" algn="l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01" name="Google Shape;101;p46"/>
          <p:cNvSpPr/>
          <p:nvPr/>
        </p:nvSpPr>
        <p:spPr>
          <a:xfrm>
            <a:off x="660652" y="4866916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2" name="Google Shape;102;p46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03" name="Google Shape;103;p46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04" name="Google Shape;104;p46"/>
          <p:cNvGrpSpPr/>
          <p:nvPr/>
        </p:nvGrpSpPr>
        <p:grpSpPr>
          <a:xfrm>
            <a:off x="457209" y="474129"/>
            <a:ext cx="1177786" cy="857849"/>
            <a:chOff x="865451" y="2114550"/>
            <a:chExt cx="3399093" cy="2475755"/>
          </a:xfrm>
        </p:grpSpPr>
        <p:sp>
          <p:nvSpPr>
            <p:cNvPr id="105" name="Google Shape;105;p46"/>
            <p:cNvSpPr/>
            <p:nvPr/>
          </p:nvSpPr>
          <p:spPr>
            <a:xfrm>
              <a:off x="865451" y="2114550"/>
              <a:ext cx="1571381" cy="2475755"/>
            </a:xfrm>
            <a:custGeom>
              <a:rect b="b" l="l" r="r" t="t"/>
              <a:pathLst>
                <a:path extrusionOk="0" h="5757569" w="3654375">
                  <a:moveTo>
                    <a:pt x="3448790" y="0"/>
                  </a:moveTo>
                  <a:lnTo>
                    <a:pt x="3458290" y="1432474"/>
                  </a:lnTo>
                  <a:cubicBezTo>
                    <a:pt x="2772941" y="1684660"/>
                    <a:pt x="2415542" y="1991333"/>
                    <a:pt x="2248907" y="2449965"/>
                  </a:cubicBezTo>
                  <a:cubicBezTo>
                    <a:pt x="3226484" y="2526039"/>
                    <a:pt x="3654376" y="3276319"/>
                    <a:pt x="3654376" y="4068726"/>
                  </a:cubicBezTo>
                  <a:cubicBezTo>
                    <a:pt x="3654376" y="5007004"/>
                    <a:pt x="2925326" y="5757569"/>
                    <a:pt x="1987935" y="5757569"/>
                  </a:cubicBezTo>
                  <a:cubicBezTo>
                    <a:pt x="1050544" y="5757569"/>
                    <a:pt x="14541" y="5150119"/>
                    <a:pt x="196" y="3782402"/>
                  </a:cubicBezTo>
                  <a:cubicBezTo>
                    <a:pt x="-30015" y="843186"/>
                    <a:pt x="3448790" y="0"/>
                    <a:pt x="34487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106" name="Google Shape;106;p46"/>
            <p:cNvSpPr/>
            <p:nvPr/>
          </p:nvSpPr>
          <p:spPr>
            <a:xfrm>
              <a:off x="2693163" y="2114550"/>
              <a:ext cx="1571381" cy="2475755"/>
            </a:xfrm>
            <a:custGeom>
              <a:rect b="b" l="l" r="r" t="t"/>
              <a:pathLst>
                <a:path extrusionOk="0" h="5757569" w="3654375">
                  <a:moveTo>
                    <a:pt x="3448790" y="0"/>
                  </a:moveTo>
                  <a:lnTo>
                    <a:pt x="3458290" y="1432474"/>
                  </a:lnTo>
                  <a:cubicBezTo>
                    <a:pt x="2772941" y="1684660"/>
                    <a:pt x="2415542" y="1991333"/>
                    <a:pt x="2248907" y="2449965"/>
                  </a:cubicBezTo>
                  <a:cubicBezTo>
                    <a:pt x="3226484" y="2526039"/>
                    <a:pt x="3654376" y="3276319"/>
                    <a:pt x="3654376" y="4068726"/>
                  </a:cubicBezTo>
                  <a:cubicBezTo>
                    <a:pt x="3654376" y="5007004"/>
                    <a:pt x="2925326" y="5757569"/>
                    <a:pt x="1987935" y="5757569"/>
                  </a:cubicBezTo>
                  <a:cubicBezTo>
                    <a:pt x="1050544" y="5757569"/>
                    <a:pt x="14541" y="5150119"/>
                    <a:pt x="196" y="3782402"/>
                  </a:cubicBezTo>
                  <a:cubicBezTo>
                    <a:pt x="-30015" y="843186"/>
                    <a:pt x="3448790" y="0"/>
                    <a:pt x="34487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107" name="Google Shape;107;p46"/>
          <p:cNvSpPr txBox="1"/>
          <p:nvPr>
            <p:ph idx="2" type="subTitle"/>
          </p:nvPr>
        </p:nvSpPr>
        <p:spPr>
          <a:xfrm>
            <a:off x="365755" y="4023360"/>
            <a:ext cx="4206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b="1" sz="1600">
                <a:solidFill>
                  <a:srgbClr val="FFFFFF"/>
                </a:solidFill>
              </a:defRPr>
            </a:lvl1pPr>
            <a:lvl2pPr lvl="1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 b="1">
                <a:solidFill>
                  <a:srgbClr val="FFFFFF"/>
                </a:solidFill>
              </a:defRPr>
            </a:lvl2pPr>
            <a:lvl3pPr lvl="2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3pPr>
            <a:lvl4pPr lvl="3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4pPr>
            <a:lvl5pPr lvl="4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5pPr>
            <a:lvl6pPr lvl="5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6pPr>
            <a:lvl7pPr lvl="6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7pPr>
            <a:lvl8pPr lvl="7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8pPr>
            <a:lvl9pPr lvl="8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2">
  <p:cSld name="1_Cover 02 8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08" name="Shape 1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9" name="Google Shape;109;p47"/>
          <p:cNvSpPr txBox="1"/>
          <p:nvPr>
            <p:ph idx="12" type="sldNum"/>
          </p:nvPr>
        </p:nvSpPr>
        <p:spPr>
          <a:xfrm>
            <a:off x="8569842" y="4866972"/>
            <a:ext cx="473700" cy="92333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(#)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110" name="Google Shape;110;p47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1" name="Google Shape;111;p47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3">
  <p:cSld name="Data Cloud_1_1_3_1">
    <p:bg>
      <p:bgPr>
        <a:solidFill>
          <a:schemeClr val="accent1"/>
        </a:solidFill>
      </p:bgPr>
    </p:bg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48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114" name="Google Shape;114;p48"/>
          <p:cNvGrpSpPr/>
          <p:nvPr/>
        </p:nvGrpSpPr>
        <p:grpSpPr>
          <a:xfrm rot="-5400000">
            <a:off x="5223451" y="1196298"/>
            <a:ext cx="5164226" cy="2747927"/>
            <a:chOff x="1155183" y="3814094"/>
            <a:chExt cx="3118306" cy="1659276"/>
          </a:xfrm>
        </p:grpSpPr>
        <p:sp>
          <p:nvSpPr>
            <p:cNvPr id="115" name="Google Shape;115;p48"/>
            <p:cNvSpPr/>
            <p:nvPr/>
          </p:nvSpPr>
          <p:spPr>
            <a:xfrm>
              <a:off x="1155183" y="3814094"/>
              <a:ext cx="1891297" cy="1652133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116" name="Google Shape;116;p48"/>
            <p:cNvSpPr/>
            <p:nvPr/>
          </p:nvSpPr>
          <p:spPr>
            <a:xfrm>
              <a:off x="3051053" y="3828390"/>
              <a:ext cx="1222436" cy="164498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117" name="Google Shape;117;p48"/>
          <p:cNvSpPr/>
          <p:nvPr/>
        </p:nvSpPr>
        <p:spPr>
          <a:xfrm>
            <a:off x="456932" y="4898925"/>
            <a:ext cx="16359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18" name="Google Shape;118;p48"/>
          <p:cNvSpPr txBox="1"/>
          <p:nvPr>
            <p:ph type="title"/>
          </p:nvPr>
        </p:nvSpPr>
        <p:spPr>
          <a:xfrm>
            <a:off x="366600" y="1188720"/>
            <a:ext cx="5394900" cy="1920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algn="l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None/>
              <a:defRPr b="1" i="0" sz="4400" u="none" cap="none" strike="noStrike">
                <a:solidFill>
                  <a:schemeClr val="dk1"/>
                </a:solidFill>
              </a:defRPr>
            </a:lvl1pPr>
            <a:lvl2pPr lvl="1" algn="l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19" name="Google Shape;119;p48"/>
          <p:cNvSpPr txBox="1"/>
          <p:nvPr>
            <p:ph idx="2" type="title"/>
          </p:nvPr>
        </p:nvSpPr>
        <p:spPr>
          <a:xfrm>
            <a:off x="366600" y="3160438"/>
            <a:ext cx="5394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0" i="0" sz="1800" u="none" cap="none" strike="noStrike">
                <a:solidFill>
                  <a:schemeClr val="dk1"/>
                </a:solidFill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20" name="Google Shape;120;p48"/>
          <p:cNvSpPr txBox="1"/>
          <p:nvPr>
            <p:ph idx="3" type="title"/>
          </p:nvPr>
        </p:nvSpPr>
        <p:spPr>
          <a:xfrm>
            <a:off x="366600" y="4359693"/>
            <a:ext cx="4205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 u="none" cap="none" strike="noStrike">
                <a:solidFill>
                  <a:schemeClr val="dk1"/>
                </a:solidFill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21" name="Google Shape;121;p48"/>
          <p:cNvSpPr/>
          <p:nvPr/>
        </p:nvSpPr>
        <p:spPr>
          <a:xfrm>
            <a:off x="457200" y="548640"/>
            <a:ext cx="1828808" cy="418012"/>
          </a:xfrm>
          <a:custGeom>
            <a:rect b="b" l="l" r="r" t="t"/>
            <a:pathLst>
              <a:path extrusionOk="0" h="2451" w="10771">
                <a:moveTo>
                  <a:pt x="10625" y="726"/>
                </a:moveTo>
                <a:lnTo>
                  <a:pt x="10597" y="726"/>
                </a:lnTo>
                <a:lnTo>
                  <a:pt x="10597" y="761"/>
                </a:lnTo>
                <a:lnTo>
                  <a:pt x="10625" y="761"/>
                </a:lnTo>
                <a:cubicBezTo>
                  <a:pt x="10638" y="761"/>
                  <a:pt x="10646" y="756"/>
                  <a:pt x="10646" y="744"/>
                </a:cubicBezTo>
                <a:cubicBezTo>
                  <a:pt x="10646" y="731"/>
                  <a:pt x="10639" y="726"/>
                  <a:pt x="10625" y="726"/>
                </a:cubicBezTo>
                <a:close/>
                <a:moveTo>
                  <a:pt x="10562" y="693"/>
                </a:moveTo>
                <a:lnTo>
                  <a:pt x="10625" y="693"/>
                </a:lnTo>
                <a:cubicBezTo>
                  <a:pt x="10660" y="693"/>
                  <a:pt x="10683" y="712"/>
                  <a:pt x="10683" y="742"/>
                </a:cubicBezTo>
                <a:cubicBezTo>
                  <a:pt x="10683" y="760"/>
                  <a:pt x="10675" y="774"/>
                  <a:pt x="10660" y="783"/>
                </a:cubicBezTo>
                <a:lnTo>
                  <a:pt x="10685" y="820"/>
                </a:lnTo>
                <a:lnTo>
                  <a:pt x="10685" y="827"/>
                </a:lnTo>
                <a:lnTo>
                  <a:pt x="10648" y="827"/>
                </a:lnTo>
                <a:lnTo>
                  <a:pt x="10623" y="791"/>
                </a:lnTo>
                <a:lnTo>
                  <a:pt x="10595" y="791"/>
                </a:lnTo>
                <a:lnTo>
                  <a:pt x="10595" y="827"/>
                </a:lnTo>
                <a:lnTo>
                  <a:pt x="10560" y="827"/>
                </a:lnTo>
                <a:lnTo>
                  <a:pt x="10560" y="693"/>
                </a:lnTo>
                <a:lnTo>
                  <a:pt x="10562" y="693"/>
                </a:lnTo>
                <a:close/>
                <a:moveTo>
                  <a:pt x="10742" y="761"/>
                </a:moveTo>
                <a:cubicBezTo>
                  <a:pt x="10742" y="691"/>
                  <a:pt x="10694" y="636"/>
                  <a:pt x="10622" y="636"/>
                </a:cubicBezTo>
                <a:cubicBezTo>
                  <a:pt x="10551" y="636"/>
                  <a:pt x="10504" y="687"/>
                  <a:pt x="10504" y="761"/>
                </a:cubicBezTo>
                <a:cubicBezTo>
                  <a:pt x="10504" y="832"/>
                  <a:pt x="10551" y="887"/>
                  <a:pt x="10622" y="887"/>
                </a:cubicBezTo>
                <a:cubicBezTo>
                  <a:pt x="10694" y="888"/>
                  <a:pt x="10742" y="834"/>
                  <a:pt x="10742" y="761"/>
                </a:cubicBezTo>
                <a:close/>
                <a:moveTo>
                  <a:pt x="10770" y="761"/>
                </a:moveTo>
                <a:cubicBezTo>
                  <a:pt x="10770" y="846"/>
                  <a:pt x="10713" y="915"/>
                  <a:pt x="10620" y="915"/>
                </a:cubicBezTo>
                <a:cubicBezTo>
                  <a:pt x="10527" y="915"/>
                  <a:pt x="10472" y="844"/>
                  <a:pt x="10472" y="761"/>
                </a:cubicBezTo>
                <a:cubicBezTo>
                  <a:pt x="10472" y="677"/>
                  <a:pt x="10527" y="608"/>
                  <a:pt x="10620" y="608"/>
                </a:cubicBezTo>
                <a:cubicBezTo>
                  <a:pt x="10715" y="608"/>
                  <a:pt x="10770" y="679"/>
                  <a:pt x="10770" y="761"/>
                </a:cubicBezTo>
                <a:close/>
                <a:moveTo>
                  <a:pt x="2384" y="1061"/>
                </a:moveTo>
                <a:lnTo>
                  <a:pt x="2095" y="1228"/>
                </a:lnTo>
                <a:lnTo>
                  <a:pt x="2384" y="1395"/>
                </a:lnTo>
                <a:cubicBezTo>
                  <a:pt x="2457" y="1437"/>
                  <a:pt x="2483" y="1530"/>
                  <a:pt x="2441" y="1603"/>
                </a:cubicBezTo>
                <a:cubicBezTo>
                  <a:pt x="2398" y="1675"/>
                  <a:pt x="2305" y="1700"/>
                  <a:pt x="2233" y="1659"/>
                </a:cubicBezTo>
                <a:lnTo>
                  <a:pt x="1717" y="1361"/>
                </a:lnTo>
                <a:cubicBezTo>
                  <a:pt x="1681" y="1342"/>
                  <a:pt x="1658" y="1310"/>
                  <a:pt x="1648" y="1275"/>
                </a:cubicBezTo>
                <a:cubicBezTo>
                  <a:pt x="1642" y="1259"/>
                  <a:pt x="1641" y="1242"/>
                  <a:pt x="1641" y="1227"/>
                </a:cubicBezTo>
                <a:cubicBezTo>
                  <a:pt x="1641" y="1214"/>
                  <a:pt x="1642" y="1202"/>
                  <a:pt x="1646" y="1191"/>
                </a:cubicBezTo>
                <a:cubicBezTo>
                  <a:pt x="1657" y="1154"/>
                  <a:pt x="1681" y="1121"/>
                  <a:pt x="1717" y="1100"/>
                </a:cubicBezTo>
                <a:lnTo>
                  <a:pt x="2233" y="802"/>
                </a:lnTo>
                <a:cubicBezTo>
                  <a:pt x="2305" y="760"/>
                  <a:pt x="2398" y="784"/>
                  <a:pt x="2441" y="858"/>
                </a:cubicBezTo>
                <a:cubicBezTo>
                  <a:pt x="2483" y="925"/>
                  <a:pt x="2457" y="1019"/>
                  <a:pt x="2384" y="1061"/>
                </a:cubicBezTo>
                <a:close/>
                <a:moveTo>
                  <a:pt x="2111" y="1869"/>
                </a:moveTo>
                <a:lnTo>
                  <a:pt x="1595" y="1571"/>
                </a:lnTo>
                <a:cubicBezTo>
                  <a:pt x="1567" y="1555"/>
                  <a:pt x="1537" y="1548"/>
                  <a:pt x="1507" y="1552"/>
                </a:cubicBezTo>
                <a:cubicBezTo>
                  <a:pt x="1428" y="1557"/>
                  <a:pt x="1366" y="1624"/>
                  <a:pt x="1366" y="1703"/>
                </a:cubicBezTo>
                <a:lnTo>
                  <a:pt x="1366" y="2299"/>
                </a:lnTo>
                <a:cubicBezTo>
                  <a:pt x="1366" y="2383"/>
                  <a:pt x="1435" y="2450"/>
                  <a:pt x="1517" y="2450"/>
                </a:cubicBezTo>
                <a:cubicBezTo>
                  <a:pt x="1602" y="2450"/>
                  <a:pt x="1669" y="2382"/>
                  <a:pt x="1669" y="2299"/>
                </a:cubicBezTo>
                <a:lnTo>
                  <a:pt x="1669" y="1964"/>
                </a:lnTo>
                <a:lnTo>
                  <a:pt x="1958" y="2131"/>
                </a:lnTo>
                <a:cubicBezTo>
                  <a:pt x="2030" y="2174"/>
                  <a:pt x="2124" y="2149"/>
                  <a:pt x="2166" y="2077"/>
                </a:cubicBezTo>
                <a:cubicBezTo>
                  <a:pt x="2208" y="2005"/>
                  <a:pt x="2183" y="1911"/>
                  <a:pt x="2111" y="1869"/>
                </a:cubicBezTo>
                <a:close/>
                <a:moveTo>
                  <a:pt x="1514" y="1284"/>
                </a:moveTo>
                <a:lnTo>
                  <a:pt x="1299" y="1499"/>
                </a:lnTo>
                <a:cubicBezTo>
                  <a:pt x="1294" y="1506"/>
                  <a:pt x="1281" y="1511"/>
                  <a:pt x="1272" y="1511"/>
                </a:cubicBezTo>
                <a:lnTo>
                  <a:pt x="1257" y="1511"/>
                </a:lnTo>
                <a:lnTo>
                  <a:pt x="1225" y="1511"/>
                </a:lnTo>
                <a:lnTo>
                  <a:pt x="1209" y="1511"/>
                </a:lnTo>
                <a:cubicBezTo>
                  <a:pt x="1200" y="1511"/>
                  <a:pt x="1188" y="1506"/>
                  <a:pt x="1183" y="1499"/>
                </a:cubicBezTo>
                <a:lnTo>
                  <a:pt x="968" y="1284"/>
                </a:lnTo>
                <a:cubicBezTo>
                  <a:pt x="962" y="1279"/>
                  <a:pt x="957" y="1266"/>
                  <a:pt x="957" y="1257"/>
                </a:cubicBezTo>
                <a:lnTo>
                  <a:pt x="957" y="1243"/>
                </a:lnTo>
                <a:lnTo>
                  <a:pt x="957" y="1211"/>
                </a:lnTo>
                <a:lnTo>
                  <a:pt x="957" y="1195"/>
                </a:lnTo>
                <a:cubicBezTo>
                  <a:pt x="957" y="1186"/>
                  <a:pt x="962" y="1174"/>
                  <a:pt x="968" y="1168"/>
                </a:cubicBezTo>
                <a:lnTo>
                  <a:pt x="1183" y="954"/>
                </a:lnTo>
                <a:cubicBezTo>
                  <a:pt x="1190" y="946"/>
                  <a:pt x="1200" y="943"/>
                  <a:pt x="1209" y="943"/>
                </a:cubicBezTo>
                <a:lnTo>
                  <a:pt x="1225" y="943"/>
                </a:lnTo>
                <a:lnTo>
                  <a:pt x="1257" y="943"/>
                </a:lnTo>
                <a:lnTo>
                  <a:pt x="1272" y="943"/>
                </a:lnTo>
                <a:cubicBezTo>
                  <a:pt x="1281" y="943"/>
                  <a:pt x="1294" y="948"/>
                  <a:pt x="1299" y="954"/>
                </a:cubicBezTo>
                <a:lnTo>
                  <a:pt x="1514" y="1168"/>
                </a:lnTo>
                <a:cubicBezTo>
                  <a:pt x="1519" y="1174"/>
                  <a:pt x="1524" y="1186"/>
                  <a:pt x="1524" y="1195"/>
                </a:cubicBezTo>
                <a:lnTo>
                  <a:pt x="1524" y="1211"/>
                </a:lnTo>
                <a:lnTo>
                  <a:pt x="1524" y="1243"/>
                </a:lnTo>
                <a:lnTo>
                  <a:pt x="1524" y="1257"/>
                </a:lnTo>
                <a:cubicBezTo>
                  <a:pt x="1526" y="1266"/>
                  <a:pt x="1521" y="1279"/>
                  <a:pt x="1514" y="1284"/>
                </a:cubicBezTo>
                <a:close/>
                <a:moveTo>
                  <a:pt x="1343" y="1227"/>
                </a:moveTo>
                <a:cubicBezTo>
                  <a:pt x="1343" y="1218"/>
                  <a:pt x="1338" y="1205"/>
                  <a:pt x="1332" y="1200"/>
                </a:cubicBezTo>
                <a:lnTo>
                  <a:pt x="1271" y="1139"/>
                </a:lnTo>
                <a:cubicBezTo>
                  <a:pt x="1265" y="1133"/>
                  <a:pt x="1253" y="1128"/>
                  <a:pt x="1244" y="1128"/>
                </a:cubicBezTo>
                <a:lnTo>
                  <a:pt x="1242" y="1128"/>
                </a:lnTo>
                <a:cubicBezTo>
                  <a:pt x="1234" y="1128"/>
                  <a:pt x="1221" y="1133"/>
                  <a:pt x="1216" y="1139"/>
                </a:cubicBezTo>
                <a:lnTo>
                  <a:pt x="1154" y="1200"/>
                </a:lnTo>
                <a:cubicBezTo>
                  <a:pt x="1147" y="1207"/>
                  <a:pt x="1144" y="1220"/>
                  <a:pt x="1144" y="1227"/>
                </a:cubicBezTo>
                <a:lnTo>
                  <a:pt x="1144" y="1228"/>
                </a:lnTo>
                <a:cubicBezTo>
                  <a:pt x="1144" y="1237"/>
                  <a:pt x="1149" y="1249"/>
                  <a:pt x="1154" y="1254"/>
                </a:cubicBezTo>
                <a:lnTo>
                  <a:pt x="1216" y="1316"/>
                </a:lnTo>
                <a:cubicBezTo>
                  <a:pt x="1221" y="1321"/>
                  <a:pt x="1234" y="1326"/>
                  <a:pt x="1242" y="1326"/>
                </a:cubicBezTo>
                <a:lnTo>
                  <a:pt x="1244" y="1326"/>
                </a:lnTo>
                <a:cubicBezTo>
                  <a:pt x="1253" y="1326"/>
                  <a:pt x="1265" y="1321"/>
                  <a:pt x="1271" y="1316"/>
                </a:cubicBezTo>
                <a:lnTo>
                  <a:pt x="1332" y="1254"/>
                </a:lnTo>
                <a:cubicBezTo>
                  <a:pt x="1338" y="1247"/>
                  <a:pt x="1343" y="1237"/>
                  <a:pt x="1343" y="1228"/>
                </a:cubicBezTo>
                <a:lnTo>
                  <a:pt x="1343" y="1227"/>
                </a:lnTo>
                <a:close/>
                <a:moveTo>
                  <a:pt x="370" y="583"/>
                </a:moveTo>
                <a:lnTo>
                  <a:pt x="887" y="881"/>
                </a:lnTo>
                <a:cubicBezTo>
                  <a:pt x="915" y="897"/>
                  <a:pt x="945" y="904"/>
                  <a:pt x="975" y="901"/>
                </a:cubicBezTo>
                <a:cubicBezTo>
                  <a:pt x="1054" y="895"/>
                  <a:pt x="1116" y="828"/>
                  <a:pt x="1116" y="749"/>
                </a:cubicBezTo>
                <a:lnTo>
                  <a:pt x="1116" y="152"/>
                </a:lnTo>
                <a:cubicBezTo>
                  <a:pt x="1116" y="67"/>
                  <a:pt x="1047" y="0"/>
                  <a:pt x="964" y="0"/>
                </a:cubicBezTo>
                <a:cubicBezTo>
                  <a:pt x="879" y="0"/>
                  <a:pt x="812" y="69"/>
                  <a:pt x="812" y="152"/>
                </a:cubicBezTo>
                <a:lnTo>
                  <a:pt x="812" y="487"/>
                </a:lnTo>
                <a:lnTo>
                  <a:pt x="523" y="319"/>
                </a:lnTo>
                <a:cubicBezTo>
                  <a:pt x="451" y="277"/>
                  <a:pt x="358" y="302"/>
                  <a:pt x="316" y="376"/>
                </a:cubicBezTo>
                <a:cubicBezTo>
                  <a:pt x="273" y="450"/>
                  <a:pt x="298" y="543"/>
                  <a:pt x="370" y="583"/>
                </a:cubicBezTo>
                <a:close/>
                <a:moveTo>
                  <a:pt x="1505" y="902"/>
                </a:moveTo>
                <a:cubicBezTo>
                  <a:pt x="1535" y="904"/>
                  <a:pt x="1565" y="899"/>
                  <a:pt x="1593" y="883"/>
                </a:cubicBezTo>
                <a:lnTo>
                  <a:pt x="2109" y="585"/>
                </a:lnTo>
                <a:cubicBezTo>
                  <a:pt x="2182" y="543"/>
                  <a:pt x="2206" y="450"/>
                  <a:pt x="2166" y="377"/>
                </a:cubicBezTo>
                <a:cubicBezTo>
                  <a:pt x="2124" y="305"/>
                  <a:pt x="2030" y="280"/>
                  <a:pt x="1958" y="321"/>
                </a:cubicBezTo>
                <a:lnTo>
                  <a:pt x="1669" y="488"/>
                </a:lnTo>
                <a:lnTo>
                  <a:pt x="1669" y="153"/>
                </a:lnTo>
                <a:cubicBezTo>
                  <a:pt x="1669" y="69"/>
                  <a:pt x="1600" y="2"/>
                  <a:pt x="1517" y="2"/>
                </a:cubicBezTo>
                <a:cubicBezTo>
                  <a:pt x="1433" y="2"/>
                  <a:pt x="1366" y="71"/>
                  <a:pt x="1366" y="153"/>
                </a:cubicBezTo>
                <a:lnTo>
                  <a:pt x="1366" y="751"/>
                </a:lnTo>
                <a:cubicBezTo>
                  <a:pt x="1366" y="830"/>
                  <a:pt x="1428" y="897"/>
                  <a:pt x="1505" y="902"/>
                </a:cubicBezTo>
                <a:close/>
                <a:moveTo>
                  <a:pt x="976" y="1550"/>
                </a:moveTo>
                <a:cubicBezTo>
                  <a:pt x="946" y="1548"/>
                  <a:pt x="916" y="1553"/>
                  <a:pt x="888" y="1569"/>
                </a:cubicBezTo>
                <a:lnTo>
                  <a:pt x="372" y="1867"/>
                </a:lnTo>
                <a:cubicBezTo>
                  <a:pt x="300" y="1909"/>
                  <a:pt x="275" y="2003"/>
                  <a:pt x="316" y="2075"/>
                </a:cubicBezTo>
                <a:cubicBezTo>
                  <a:pt x="358" y="2147"/>
                  <a:pt x="451" y="2172"/>
                  <a:pt x="523" y="2130"/>
                </a:cubicBezTo>
                <a:lnTo>
                  <a:pt x="812" y="1962"/>
                </a:lnTo>
                <a:lnTo>
                  <a:pt x="812" y="2297"/>
                </a:lnTo>
                <a:cubicBezTo>
                  <a:pt x="812" y="2382"/>
                  <a:pt x="881" y="2449"/>
                  <a:pt x="964" y="2449"/>
                </a:cubicBezTo>
                <a:cubicBezTo>
                  <a:pt x="1049" y="2449"/>
                  <a:pt x="1116" y="2380"/>
                  <a:pt x="1116" y="2297"/>
                </a:cubicBezTo>
                <a:lnTo>
                  <a:pt x="1116" y="1700"/>
                </a:lnTo>
                <a:cubicBezTo>
                  <a:pt x="1117" y="1622"/>
                  <a:pt x="1056" y="1557"/>
                  <a:pt x="976" y="1550"/>
                </a:cubicBezTo>
                <a:close/>
                <a:moveTo>
                  <a:pt x="835" y="1271"/>
                </a:moveTo>
                <a:cubicBezTo>
                  <a:pt x="841" y="1256"/>
                  <a:pt x="842" y="1239"/>
                  <a:pt x="842" y="1223"/>
                </a:cubicBezTo>
                <a:cubicBezTo>
                  <a:pt x="842" y="1211"/>
                  <a:pt x="841" y="1198"/>
                  <a:pt x="837" y="1188"/>
                </a:cubicBezTo>
                <a:cubicBezTo>
                  <a:pt x="827" y="1151"/>
                  <a:pt x="802" y="1117"/>
                  <a:pt x="767" y="1096"/>
                </a:cubicBezTo>
                <a:lnTo>
                  <a:pt x="250" y="797"/>
                </a:lnTo>
                <a:cubicBezTo>
                  <a:pt x="178" y="754"/>
                  <a:pt x="85" y="779"/>
                  <a:pt x="42" y="853"/>
                </a:cubicBezTo>
                <a:cubicBezTo>
                  <a:pt x="0" y="925"/>
                  <a:pt x="25" y="1019"/>
                  <a:pt x="99" y="1061"/>
                </a:cubicBezTo>
                <a:lnTo>
                  <a:pt x="388" y="1228"/>
                </a:lnTo>
                <a:lnTo>
                  <a:pt x="99" y="1395"/>
                </a:lnTo>
                <a:cubicBezTo>
                  <a:pt x="27" y="1437"/>
                  <a:pt x="2" y="1530"/>
                  <a:pt x="42" y="1603"/>
                </a:cubicBezTo>
                <a:cubicBezTo>
                  <a:pt x="85" y="1675"/>
                  <a:pt x="178" y="1700"/>
                  <a:pt x="250" y="1659"/>
                </a:cubicBezTo>
                <a:lnTo>
                  <a:pt x="767" y="1361"/>
                </a:lnTo>
                <a:cubicBezTo>
                  <a:pt x="802" y="1338"/>
                  <a:pt x="825" y="1307"/>
                  <a:pt x="835" y="1271"/>
                </a:cubicBezTo>
                <a:close/>
                <a:moveTo>
                  <a:pt x="7251" y="379"/>
                </a:moveTo>
                <a:lnTo>
                  <a:pt x="7237" y="379"/>
                </a:lnTo>
                <a:cubicBezTo>
                  <a:pt x="7235" y="379"/>
                  <a:pt x="7233" y="379"/>
                  <a:pt x="7231" y="379"/>
                </a:cubicBezTo>
                <a:cubicBezTo>
                  <a:pt x="7229" y="379"/>
                  <a:pt x="7228" y="379"/>
                  <a:pt x="7226" y="379"/>
                </a:cubicBezTo>
                <a:cubicBezTo>
                  <a:pt x="7189" y="379"/>
                  <a:pt x="7154" y="383"/>
                  <a:pt x="7120" y="395"/>
                </a:cubicBezTo>
                <a:cubicBezTo>
                  <a:pt x="7087" y="405"/>
                  <a:pt x="7057" y="423"/>
                  <a:pt x="7034" y="451"/>
                </a:cubicBezTo>
                <a:lnTo>
                  <a:pt x="7034" y="451"/>
                </a:lnTo>
                <a:lnTo>
                  <a:pt x="7034" y="451"/>
                </a:lnTo>
                <a:lnTo>
                  <a:pt x="7034" y="451"/>
                </a:lnTo>
                <a:cubicBezTo>
                  <a:pt x="7009" y="478"/>
                  <a:pt x="6993" y="511"/>
                  <a:pt x="6985" y="546"/>
                </a:cubicBezTo>
                <a:cubicBezTo>
                  <a:pt x="6974" y="583"/>
                  <a:pt x="6970" y="624"/>
                  <a:pt x="6970" y="672"/>
                </a:cubicBezTo>
                <a:lnTo>
                  <a:pt x="6970" y="763"/>
                </a:lnTo>
                <a:lnTo>
                  <a:pt x="6870" y="763"/>
                </a:lnTo>
                <a:cubicBezTo>
                  <a:pt x="6835" y="763"/>
                  <a:pt x="6807" y="791"/>
                  <a:pt x="6807" y="825"/>
                </a:cubicBezTo>
                <a:cubicBezTo>
                  <a:pt x="6807" y="842"/>
                  <a:pt x="6814" y="860"/>
                  <a:pt x="6824" y="872"/>
                </a:cubicBezTo>
                <a:cubicBezTo>
                  <a:pt x="6836" y="885"/>
                  <a:pt x="6852" y="892"/>
                  <a:pt x="6870" y="894"/>
                </a:cubicBezTo>
                <a:lnTo>
                  <a:pt x="6970" y="894"/>
                </a:lnTo>
                <a:lnTo>
                  <a:pt x="6970" y="1634"/>
                </a:lnTo>
                <a:lnTo>
                  <a:pt x="6970" y="1636"/>
                </a:lnTo>
                <a:cubicBezTo>
                  <a:pt x="6970" y="1654"/>
                  <a:pt x="6977" y="1670"/>
                  <a:pt x="6990" y="1682"/>
                </a:cubicBezTo>
                <a:cubicBezTo>
                  <a:pt x="7002" y="1693"/>
                  <a:pt x="7018" y="1700"/>
                  <a:pt x="7036" y="1700"/>
                </a:cubicBezTo>
                <a:cubicBezTo>
                  <a:pt x="7069" y="1700"/>
                  <a:pt x="7097" y="1671"/>
                  <a:pt x="7097" y="1636"/>
                </a:cubicBezTo>
                <a:lnTo>
                  <a:pt x="7097" y="894"/>
                </a:lnTo>
                <a:lnTo>
                  <a:pt x="7205" y="894"/>
                </a:lnTo>
                <a:cubicBezTo>
                  <a:pt x="7222" y="892"/>
                  <a:pt x="7238" y="885"/>
                  <a:pt x="7251" y="874"/>
                </a:cubicBezTo>
                <a:cubicBezTo>
                  <a:pt x="7263" y="862"/>
                  <a:pt x="7270" y="846"/>
                  <a:pt x="7270" y="828"/>
                </a:cubicBezTo>
                <a:lnTo>
                  <a:pt x="7270" y="827"/>
                </a:lnTo>
                <a:cubicBezTo>
                  <a:pt x="7270" y="793"/>
                  <a:pt x="7242" y="765"/>
                  <a:pt x="7207" y="765"/>
                </a:cubicBezTo>
                <a:lnTo>
                  <a:pt x="7097" y="765"/>
                </a:lnTo>
                <a:lnTo>
                  <a:pt x="7097" y="673"/>
                </a:lnTo>
                <a:cubicBezTo>
                  <a:pt x="7097" y="633"/>
                  <a:pt x="7103" y="603"/>
                  <a:pt x="7108" y="582"/>
                </a:cubicBezTo>
                <a:cubicBezTo>
                  <a:pt x="7113" y="561"/>
                  <a:pt x="7122" y="546"/>
                  <a:pt x="7129" y="538"/>
                </a:cubicBezTo>
                <a:cubicBezTo>
                  <a:pt x="7136" y="531"/>
                  <a:pt x="7145" y="524"/>
                  <a:pt x="7161" y="518"/>
                </a:cubicBezTo>
                <a:cubicBezTo>
                  <a:pt x="7177" y="513"/>
                  <a:pt x="7196" y="509"/>
                  <a:pt x="7224" y="509"/>
                </a:cubicBezTo>
                <a:lnTo>
                  <a:pt x="7228" y="509"/>
                </a:lnTo>
                <a:cubicBezTo>
                  <a:pt x="7229" y="509"/>
                  <a:pt x="7231" y="509"/>
                  <a:pt x="7233" y="509"/>
                </a:cubicBezTo>
                <a:cubicBezTo>
                  <a:pt x="7235" y="509"/>
                  <a:pt x="7237" y="509"/>
                  <a:pt x="7238" y="509"/>
                </a:cubicBezTo>
                <a:lnTo>
                  <a:pt x="7247" y="509"/>
                </a:lnTo>
                <a:lnTo>
                  <a:pt x="7252" y="509"/>
                </a:lnTo>
                <a:cubicBezTo>
                  <a:pt x="7288" y="509"/>
                  <a:pt x="7318" y="481"/>
                  <a:pt x="7318" y="444"/>
                </a:cubicBezTo>
                <a:cubicBezTo>
                  <a:pt x="7314" y="409"/>
                  <a:pt x="7286" y="379"/>
                  <a:pt x="7251" y="379"/>
                </a:cubicBezTo>
                <a:close/>
                <a:moveTo>
                  <a:pt x="9482" y="862"/>
                </a:moveTo>
                <a:cubicBezTo>
                  <a:pt x="9494" y="850"/>
                  <a:pt x="9501" y="832"/>
                  <a:pt x="9501" y="816"/>
                </a:cubicBezTo>
                <a:cubicBezTo>
                  <a:pt x="9501" y="800"/>
                  <a:pt x="9494" y="784"/>
                  <a:pt x="9482" y="772"/>
                </a:cubicBez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cubicBezTo>
                  <a:pt x="9469" y="760"/>
                  <a:pt x="9454" y="753"/>
                  <a:pt x="9438" y="753"/>
                </a:cubicBezTo>
                <a:cubicBezTo>
                  <a:pt x="9423" y="753"/>
                  <a:pt x="9406" y="760"/>
                  <a:pt x="9393" y="772"/>
                </a:cubicBezTo>
                <a:lnTo>
                  <a:pt x="8895" y="1256"/>
                </a:lnTo>
                <a:lnTo>
                  <a:pt x="8895" y="441"/>
                </a:lnTo>
                <a:cubicBezTo>
                  <a:pt x="8895" y="405"/>
                  <a:pt x="8865" y="377"/>
                  <a:pt x="8830" y="377"/>
                </a:cubicBezTo>
                <a:cubicBezTo>
                  <a:pt x="8812" y="377"/>
                  <a:pt x="8796" y="384"/>
                  <a:pt x="8785" y="397"/>
                </a:cubicBezTo>
                <a:cubicBezTo>
                  <a:pt x="8775" y="407"/>
                  <a:pt x="8766" y="425"/>
                  <a:pt x="8766" y="441"/>
                </a:cubicBezTo>
                <a:lnTo>
                  <a:pt x="8766" y="1634"/>
                </a:lnTo>
                <a:cubicBezTo>
                  <a:pt x="8766" y="1652"/>
                  <a:pt x="8773" y="1668"/>
                  <a:pt x="8785" y="1679"/>
                </a:cubicBezTo>
                <a:cubicBezTo>
                  <a:pt x="8796" y="1689"/>
                  <a:pt x="8814" y="1698"/>
                  <a:pt x="8830" y="1698"/>
                </a:cubicBezTo>
                <a:cubicBezTo>
                  <a:pt x="8867" y="1698"/>
                  <a:pt x="8895" y="1670"/>
                  <a:pt x="8895" y="1634"/>
                </a:cubicBezTo>
                <a:lnTo>
                  <a:pt x="8895" y="1437"/>
                </a:lnTo>
                <a:lnTo>
                  <a:pt x="9057" y="1275"/>
                </a:lnTo>
                <a:lnTo>
                  <a:pt x="9388" y="1673"/>
                </a:lnTo>
                <a:cubicBezTo>
                  <a:pt x="9395" y="1682"/>
                  <a:pt x="9402" y="1690"/>
                  <a:pt x="9411" y="1693"/>
                </a:cubicBezTo>
                <a:cubicBezTo>
                  <a:pt x="9420" y="1697"/>
                  <a:pt x="9430" y="1698"/>
                  <a:pt x="9438" y="1698"/>
                </a:cubicBezTo>
                <a:cubicBezTo>
                  <a:pt x="9448" y="1698"/>
                  <a:pt x="9466" y="1696"/>
                  <a:pt x="9480" y="1684"/>
                </a:cubicBezTo>
                <a:lnTo>
                  <a:pt x="9480" y="1684"/>
                </a:lnTo>
                <a:lnTo>
                  <a:pt x="9480" y="1684"/>
                </a:lnTo>
                <a:cubicBezTo>
                  <a:pt x="9494" y="1671"/>
                  <a:pt x="9501" y="1654"/>
                  <a:pt x="9501" y="1636"/>
                </a:cubicBezTo>
                <a:cubicBezTo>
                  <a:pt x="9501" y="1622"/>
                  <a:pt x="9496" y="1606"/>
                  <a:pt x="9485" y="1594"/>
                </a:cubicBezTo>
                <a:lnTo>
                  <a:pt x="9485" y="1594"/>
                </a:lnTo>
                <a:lnTo>
                  <a:pt x="9149" y="1186"/>
                </a:lnTo>
                <a:lnTo>
                  <a:pt x="9482" y="862"/>
                </a:lnTo>
                <a:close/>
                <a:moveTo>
                  <a:pt x="8581" y="779"/>
                </a:moveTo>
                <a:cubicBezTo>
                  <a:pt x="8593" y="790"/>
                  <a:pt x="8600" y="807"/>
                  <a:pt x="8600" y="825"/>
                </a:cubicBezTo>
                <a:lnTo>
                  <a:pt x="8600" y="1633"/>
                </a:lnTo>
                <a:cubicBezTo>
                  <a:pt x="8600" y="1650"/>
                  <a:pt x="8593" y="1666"/>
                  <a:pt x="8581" y="1677"/>
                </a:cubicBezTo>
                <a:cubicBezTo>
                  <a:pt x="8569" y="1687"/>
                  <a:pt x="8553" y="1696"/>
                  <a:pt x="8537" y="1696"/>
                </a:cubicBezTo>
                <a:cubicBezTo>
                  <a:pt x="8519" y="1696"/>
                  <a:pt x="8504" y="1689"/>
                  <a:pt x="8493" y="1677"/>
                </a:cubicBezTo>
                <a:cubicBezTo>
                  <a:pt x="8481" y="1666"/>
                  <a:pt x="8474" y="1650"/>
                  <a:pt x="8474" y="1633"/>
                </a:cubicBezTo>
                <a:lnTo>
                  <a:pt x="8474" y="1553"/>
                </a:lnTo>
                <a:cubicBezTo>
                  <a:pt x="8394" y="1640"/>
                  <a:pt x="8281" y="1696"/>
                  <a:pt x="8156" y="1696"/>
                </a:cubicBezTo>
                <a:cubicBezTo>
                  <a:pt x="8033" y="1696"/>
                  <a:pt x="7920" y="1643"/>
                  <a:pt x="7841" y="1557"/>
                </a:cubicBezTo>
                <a:cubicBezTo>
                  <a:pt x="7760" y="1472"/>
                  <a:pt x="7712" y="1354"/>
                  <a:pt x="7712" y="1228"/>
                </a:cubicBezTo>
                <a:cubicBezTo>
                  <a:pt x="7712" y="1100"/>
                  <a:pt x="7762" y="983"/>
                  <a:pt x="7841" y="899"/>
                </a:cubicBezTo>
                <a:cubicBezTo>
                  <a:pt x="7920" y="814"/>
                  <a:pt x="8033" y="760"/>
                  <a:pt x="8156" y="760"/>
                </a:cubicBezTo>
                <a:cubicBezTo>
                  <a:pt x="8281" y="760"/>
                  <a:pt x="8394" y="814"/>
                  <a:pt x="8474" y="901"/>
                </a:cubicBezTo>
                <a:lnTo>
                  <a:pt x="8474" y="823"/>
                </a:lnTo>
                <a:cubicBezTo>
                  <a:pt x="8474" y="805"/>
                  <a:pt x="8481" y="790"/>
                  <a:pt x="8493" y="777"/>
                </a:cubicBezTo>
                <a:cubicBezTo>
                  <a:pt x="8505" y="767"/>
                  <a:pt x="8521" y="760"/>
                  <a:pt x="8537" y="760"/>
                </a:cubicBezTo>
                <a:cubicBezTo>
                  <a:pt x="8555" y="761"/>
                  <a:pt x="8570" y="768"/>
                  <a:pt x="8581" y="779"/>
                </a:cubicBezTo>
                <a:close/>
                <a:moveTo>
                  <a:pt x="8474" y="1230"/>
                </a:moveTo>
                <a:cubicBezTo>
                  <a:pt x="8474" y="1135"/>
                  <a:pt x="8437" y="1049"/>
                  <a:pt x="8380" y="987"/>
                </a:cubicBezTo>
                <a:cubicBezTo>
                  <a:pt x="8322" y="925"/>
                  <a:pt x="8243" y="888"/>
                  <a:pt x="8156" y="888"/>
                </a:cubicBezTo>
                <a:cubicBezTo>
                  <a:pt x="8070" y="888"/>
                  <a:pt x="7992" y="925"/>
                  <a:pt x="7933" y="987"/>
                </a:cubicBezTo>
                <a:cubicBezTo>
                  <a:pt x="7875" y="1049"/>
                  <a:pt x="7837" y="1135"/>
                  <a:pt x="7837" y="1230"/>
                </a:cubicBezTo>
                <a:cubicBezTo>
                  <a:pt x="7837" y="1324"/>
                  <a:pt x="7874" y="1411"/>
                  <a:pt x="7933" y="1472"/>
                </a:cubicBezTo>
                <a:cubicBezTo>
                  <a:pt x="7991" y="1534"/>
                  <a:pt x="8070" y="1571"/>
                  <a:pt x="8156" y="1571"/>
                </a:cubicBezTo>
                <a:cubicBezTo>
                  <a:pt x="8243" y="1571"/>
                  <a:pt x="8322" y="1534"/>
                  <a:pt x="8380" y="1472"/>
                </a:cubicBezTo>
                <a:cubicBezTo>
                  <a:pt x="8437" y="1409"/>
                  <a:pt x="8474" y="1324"/>
                  <a:pt x="8474" y="1230"/>
                </a:cubicBezTo>
                <a:close/>
                <a:moveTo>
                  <a:pt x="3348" y="1207"/>
                </a:moveTo>
                <a:cubicBezTo>
                  <a:pt x="3297" y="1183"/>
                  <a:pt x="3239" y="1165"/>
                  <a:pt x="3181" y="1146"/>
                </a:cubicBezTo>
                <a:cubicBezTo>
                  <a:pt x="3128" y="1128"/>
                  <a:pt x="3073" y="1112"/>
                  <a:pt x="3035" y="1091"/>
                </a:cubicBezTo>
                <a:cubicBezTo>
                  <a:pt x="3015" y="1080"/>
                  <a:pt x="2999" y="1070"/>
                  <a:pt x="2991" y="1057"/>
                </a:cubicBezTo>
                <a:cubicBezTo>
                  <a:pt x="2980" y="1045"/>
                  <a:pt x="2976" y="1033"/>
                  <a:pt x="2975" y="1015"/>
                </a:cubicBezTo>
                <a:cubicBezTo>
                  <a:pt x="2975" y="992"/>
                  <a:pt x="2982" y="973"/>
                  <a:pt x="2992" y="955"/>
                </a:cubicBezTo>
                <a:cubicBezTo>
                  <a:pt x="3010" y="931"/>
                  <a:pt x="3038" y="911"/>
                  <a:pt x="3072" y="899"/>
                </a:cubicBezTo>
                <a:cubicBezTo>
                  <a:pt x="3103" y="887"/>
                  <a:pt x="3137" y="879"/>
                  <a:pt x="3162" y="879"/>
                </a:cubicBezTo>
                <a:cubicBezTo>
                  <a:pt x="3234" y="879"/>
                  <a:pt x="3280" y="904"/>
                  <a:pt x="3315" y="929"/>
                </a:cubicBezTo>
                <a:cubicBezTo>
                  <a:pt x="3332" y="941"/>
                  <a:pt x="3347" y="954"/>
                  <a:pt x="3361" y="964"/>
                </a:cubicBezTo>
                <a:cubicBezTo>
                  <a:pt x="3368" y="969"/>
                  <a:pt x="3375" y="975"/>
                  <a:pt x="3382" y="978"/>
                </a:cubicBezTo>
                <a:cubicBezTo>
                  <a:pt x="3389" y="982"/>
                  <a:pt x="3398" y="985"/>
                  <a:pt x="3406" y="985"/>
                </a:cubicBezTo>
                <a:cubicBezTo>
                  <a:pt x="3412" y="985"/>
                  <a:pt x="3419" y="983"/>
                  <a:pt x="3424" y="982"/>
                </a:cubicBezTo>
                <a:cubicBezTo>
                  <a:pt x="3429" y="980"/>
                  <a:pt x="3435" y="976"/>
                  <a:pt x="3440" y="971"/>
                </a:cubicBezTo>
                <a:cubicBezTo>
                  <a:pt x="3445" y="968"/>
                  <a:pt x="3449" y="962"/>
                  <a:pt x="3452" y="955"/>
                </a:cubicBezTo>
                <a:cubicBezTo>
                  <a:pt x="3454" y="950"/>
                  <a:pt x="3456" y="943"/>
                  <a:pt x="3456" y="938"/>
                </a:cubicBezTo>
                <a:cubicBezTo>
                  <a:pt x="3456" y="927"/>
                  <a:pt x="3452" y="916"/>
                  <a:pt x="3447" y="906"/>
                </a:cubicBezTo>
                <a:cubicBezTo>
                  <a:pt x="3438" y="888"/>
                  <a:pt x="3422" y="872"/>
                  <a:pt x="3403" y="855"/>
                </a:cubicBezTo>
                <a:cubicBezTo>
                  <a:pt x="3375" y="830"/>
                  <a:pt x="3337" y="805"/>
                  <a:pt x="3297" y="788"/>
                </a:cubicBezTo>
                <a:cubicBezTo>
                  <a:pt x="3256" y="770"/>
                  <a:pt x="3214" y="758"/>
                  <a:pt x="3174" y="758"/>
                </a:cubicBezTo>
                <a:cubicBezTo>
                  <a:pt x="3079" y="758"/>
                  <a:pt x="3001" y="779"/>
                  <a:pt x="2943" y="820"/>
                </a:cubicBezTo>
                <a:cubicBezTo>
                  <a:pt x="2913" y="841"/>
                  <a:pt x="2887" y="864"/>
                  <a:pt x="2869" y="894"/>
                </a:cubicBezTo>
                <a:cubicBezTo>
                  <a:pt x="2850" y="925"/>
                  <a:pt x="2839" y="964"/>
                  <a:pt x="2839" y="1013"/>
                </a:cubicBezTo>
                <a:cubicBezTo>
                  <a:pt x="2839" y="1015"/>
                  <a:pt x="2839" y="1019"/>
                  <a:pt x="2839" y="1020"/>
                </a:cubicBezTo>
                <a:cubicBezTo>
                  <a:pt x="2839" y="1070"/>
                  <a:pt x="2855" y="1109"/>
                  <a:pt x="2880" y="1140"/>
                </a:cubicBezTo>
                <a:cubicBezTo>
                  <a:pt x="2917" y="1188"/>
                  <a:pt x="2973" y="1215"/>
                  <a:pt x="3028" y="1235"/>
                </a:cubicBezTo>
                <a:cubicBezTo>
                  <a:pt x="3082" y="1254"/>
                  <a:pt x="3137" y="1266"/>
                  <a:pt x="3170" y="1279"/>
                </a:cubicBezTo>
                <a:cubicBezTo>
                  <a:pt x="3218" y="1294"/>
                  <a:pt x="3271" y="1312"/>
                  <a:pt x="3308" y="1335"/>
                </a:cubicBezTo>
                <a:cubicBezTo>
                  <a:pt x="3327" y="1347"/>
                  <a:pt x="3341" y="1360"/>
                  <a:pt x="3352" y="1374"/>
                </a:cubicBezTo>
                <a:cubicBezTo>
                  <a:pt x="3362" y="1388"/>
                  <a:pt x="3368" y="1404"/>
                  <a:pt x="3368" y="1421"/>
                </a:cubicBezTo>
                <a:lnTo>
                  <a:pt x="3368" y="1423"/>
                </a:lnTo>
                <a:cubicBezTo>
                  <a:pt x="3368" y="1449"/>
                  <a:pt x="3359" y="1471"/>
                  <a:pt x="3347" y="1490"/>
                </a:cubicBezTo>
                <a:cubicBezTo>
                  <a:pt x="3327" y="1516"/>
                  <a:pt x="3294" y="1538"/>
                  <a:pt x="3258" y="1550"/>
                </a:cubicBezTo>
                <a:cubicBezTo>
                  <a:pt x="3223" y="1562"/>
                  <a:pt x="3188" y="1568"/>
                  <a:pt x="3163" y="1568"/>
                </a:cubicBezTo>
                <a:cubicBezTo>
                  <a:pt x="3080" y="1568"/>
                  <a:pt x="3026" y="1548"/>
                  <a:pt x="2985" y="1527"/>
                </a:cubicBezTo>
                <a:cubicBezTo>
                  <a:pt x="2966" y="1516"/>
                  <a:pt x="2948" y="1508"/>
                  <a:pt x="2934" y="1499"/>
                </a:cubicBezTo>
                <a:cubicBezTo>
                  <a:pt x="2927" y="1495"/>
                  <a:pt x="2920" y="1492"/>
                  <a:pt x="2913" y="1488"/>
                </a:cubicBezTo>
                <a:cubicBezTo>
                  <a:pt x="2906" y="1485"/>
                  <a:pt x="2899" y="1483"/>
                  <a:pt x="2890" y="1483"/>
                </a:cubicBezTo>
                <a:cubicBezTo>
                  <a:pt x="2885" y="1483"/>
                  <a:pt x="2880" y="1483"/>
                  <a:pt x="2874" y="1486"/>
                </a:cubicBezTo>
                <a:cubicBezTo>
                  <a:pt x="2869" y="1488"/>
                  <a:pt x="2864" y="1492"/>
                  <a:pt x="2860" y="1495"/>
                </a:cubicBezTo>
                <a:cubicBezTo>
                  <a:pt x="2855" y="1501"/>
                  <a:pt x="2850" y="1506"/>
                  <a:pt x="2846" y="1513"/>
                </a:cubicBezTo>
                <a:cubicBezTo>
                  <a:pt x="2843" y="1520"/>
                  <a:pt x="2841" y="1527"/>
                  <a:pt x="2841" y="1534"/>
                </a:cubicBezTo>
                <a:cubicBezTo>
                  <a:pt x="2841" y="1546"/>
                  <a:pt x="2846" y="1559"/>
                  <a:pt x="2851" y="1568"/>
                </a:cubicBezTo>
                <a:cubicBezTo>
                  <a:pt x="2862" y="1582"/>
                  <a:pt x="2878" y="1596"/>
                  <a:pt x="2895" y="1610"/>
                </a:cubicBezTo>
                <a:cubicBezTo>
                  <a:pt x="2915" y="1622"/>
                  <a:pt x="2938" y="1636"/>
                  <a:pt x="2966" y="1649"/>
                </a:cubicBezTo>
                <a:cubicBezTo>
                  <a:pt x="3026" y="1677"/>
                  <a:pt x="3103" y="1691"/>
                  <a:pt x="3162" y="1693"/>
                </a:cubicBezTo>
                <a:lnTo>
                  <a:pt x="3162" y="1693"/>
                </a:lnTo>
                <a:cubicBezTo>
                  <a:pt x="3253" y="1693"/>
                  <a:pt x="3331" y="1671"/>
                  <a:pt x="3398" y="1622"/>
                </a:cubicBezTo>
                <a:lnTo>
                  <a:pt x="3398" y="1622"/>
                </a:lnTo>
                <a:lnTo>
                  <a:pt x="3398" y="1622"/>
                </a:lnTo>
                <a:cubicBezTo>
                  <a:pt x="3463" y="1573"/>
                  <a:pt x="3503" y="1501"/>
                  <a:pt x="3503" y="1419"/>
                </a:cubicBezTo>
                <a:cubicBezTo>
                  <a:pt x="3503" y="1375"/>
                  <a:pt x="3493" y="1337"/>
                  <a:pt x="3475" y="1305"/>
                </a:cubicBezTo>
                <a:cubicBezTo>
                  <a:pt x="3445" y="1261"/>
                  <a:pt x="3399" y="1232"/>
                  <a:pt x="3348" y="1207"/>
                </a:cubicBezTo>
                <a:close/>
                <a:moveTo>
                  <a:pt x="7513" y="377"/>
                </a:moveTo>
                <a:cubicBezTo>
                  <a:pt x="7496" y="377"/>
                  <a:pt x="7480" y="384"/>
                  <a:pt x="7469" y="397"/>
                </a:cubicBezTo>
                <a:cubicBezTo>
                  <a:pt x="7457" y="407"/>
                  <a:pt x="7450" y="425"/>
                  <a:pt x="7450" y="441"/>
                </a:cubicBezTo>
                <a:lnTo>
                  <a:pt x="7450" y="1634"/>
                </a:lnTo>
                <a:cubicBezTo>
                  <a:pt x="7450" y="1652"/>
                  <a:pt x="7457" y="1668"/>
                  <a:pt x="7469" y="1679"/>
                </a:cubicBezTo>
                <a:cubicBezTo>
                  <a:pt x="7481" y="1689"/>
                  <a:pt x="7497" y="1698"/>
                  <a:pt x="7513" y="1698"/>
                </a:cubicBezTo>
                <a:cubicBezTo>
                  <a:pt x="7550" y="1698"/>
                  <a:pt x="7578" y="1670"/>
                  <a:pt x="7578" y="1634"/>
                </a:cubicBezTo>
                <a:lnTo>
                  <a:pt x="7578" y="441"/>
                </a:lnTo>
                <a:cubicBezTo>
                  <a:pt x="7578" y="405"/>
                  <a:pt x="7548" y="377"/>
                  <a:pt x="7513" y="377"/>
                </a:cubicBezTo>
                <a:close/>
                <a:moveTo>
                  <a:pt x="10445" y="1200"/>
                </a:moveTo>
                <a:lnTo>
                  <a:pt x="10445" y="1207"/>
                </a:lnTo>
                <a:cubicBezTo>
                  <a:pt x="10445" y="1225"/>
                  <a:pt x="10438" y="1241"/>
                  <a:pt x="10426" y="1250"/>
                </a:cubicBezTo>
                <a:cubicBezTo>
                  <a:pt x="10414" y="1261"/>
                  <a:pt x="10398" y="1266"/>
                  <a:pt x="10382" y="1266"/>
                </a:cubicBezTo>
                <a:lnTo>
                  <a:pt x="9667" y="1266"/>
                </a:lnTo>
                <a:cubicBezTo>
                  <a:pt x="9684" y="1441"/>
                  <a:pt x="9823" y="1569"/>
                  <a:pt x="9991" y="1571"/>
                </a:cubicBezTo>
                <a:lnTo>
                  <a:pt x="10033" y="1571"/>
                </a:lnTo>
                <a:cubicBezTo>
                  <a:pt x="10088" y="1571"/>
                  <a:pt x="10142" y="1552"/>
                  <a:pt x="10188" y="1520"/>
                </a:cubicBezTo>
                <a:cubicBezTo>
                  <a:pt x="10236" y="1488"/>
                  <a:pt x="10276" y="1446"/>
                  <a:pt x="10305" y="1397"/>
                </a:cubicBezTo>
                <a:cubicBezTo>
                  <a:pt x="10310" y="1386"/>
                  <a:pt x="10319" y="1380"/>
                  <a:pt x="10327" y="1374"/>
                </a:cubicBezTo>
                <a:cubicBezTo>
                  <a:pt x="10336" y="1369"/>
                  <a:pt x="10347" y="1367"/>
                  <a:pt x="10357" y="1367"/>
                </a:cubicBezTo>
                <a:cubicBezTo>
                  <a:pt x="10368" y="1367"/>
                  <a:pt x="10380" y="1370"/>
                  <a:pt x="10389" y="1375"/>
                </a:cubicBezTo>
                <a:lnTo>
                  <a:pt x="10389" y="1375"/>
                </a:lnTo>
                <a:lnTo>
                  <a:pt x="10389" y="1375"/>
                </a:lnTo>
                <a:cubicBezTo>
                  <a:pt x="10407" y="1388"/>
                  <a:pt x="10419" y="1409"/>
                  <a:pt x="10419" y="1430"/>
                </a:cubicBezTo>
                <a:cubicBezTo>
                  <a:pt x="10419" y="1441"/>
                  <a:pt x="10416" y="1453"/>
                  <a:pt x="10410" y="1464"/>
                </a:cubicBezTo>
                <a:lnTo>
                  <a:pt x="10410" y="1464"/>
                </a:lnTo>
                <a:lnTo>
                  <a:pt x="10410" y="1464"/>
                </a:lnTo>
                <a:cubicBezTo>
                  <a:pt x="10370" y="1527"/>
                  <a:pt x="10315" y="1585"/>
                  <a:pt x="10252" y="1627"/>
                </a:cubicBezTo>
                <a:cubicBezTo>
                  <a:pt x="10186" y="1670"/>
                  <a:pt x="10112" y="1696"/>
                  <a:pt x="10031" y="1696"/>
                </a:cubicBezTo>
                <a:lnTo>
                  <a:pt x="9989" y="1696"/>
                </a:lnTo>
                <a:cubicBezTo>
                  <a:pt x="9864" y="1696"/>
                  <a:pt x="9749" y="1642"/>
                  <a:pt x="9668" y="1557"/>
                </a:cubicBezTo>
                <a:cubicBezTo>
                  <a:pt x="9587" y="1472"/>
                  <a:pt x="9536" y="1356"/>
                  <a:pt x="9536" y="1230"/>
                </a:cubicBezTo>
                <a:cubicBezTo>
                  <a:pt x="9536" y="1100"/>
                  <a:pt x="9587" y="983"/>
                  <a:pt x="9668" y="897"/>
                </a:cubicBezTo>
                <a:cubicBezTo>
                  <a:pt x="9751" y="813"/>
                  <a:pt x="9864" y="760"/>
                  <a:pt x="9991" y="760"/>
                </a:cubicBezTo>
                <a:cubicBezTo>
                  <a:pt x="10112" y="760"/>
                  <a:pt x="10220" y="807"/>
                  <a:pt x="10301" y="887"/>
                </a:cubicBezTo>
                <a:cubicBezTo>
                  <a:pt x="10382" y="966"/>
                  <a:pt x="10435" y="1075"/>
                  <a:pt x="10445" y="1200"/>
                </a:cubicBezTo>
                <a:close/>
                <a:moveTo>
                  <a:pt x="10305" y="1139"/>
                </a:moveTo>
                <a:cubicBezTo>
                  <a:pt x="10268" y="992"/>
                  <a:pt x="10139" y="887"/>
                  <a:pt x="9993" y="887"/>
                </a:cubicBezTo>
                <a:cubicBezTo>
                  <a:pt x="9841" y="887"/>
                  <a:pt x="9714" y="989"/>
                  <a:pt x="9675" y="1139"/>
                </a:cubicBezTo>
                <a:lnTo>
                  <a:pt x="10305" y="1139"/>
                </a:lnTo>
                <a:close/>
                <a:moveTo>
                  <a:pt x="4027" y="763"/>
                </a:moveTo>
                <a:cubicBezTo>
                  <a:pt x="3926" y="763"/>
                  <a:pt x="3836" y="802"/>
                  <a:pt x="3768" y="864"/>
                </a:cubicBezTo>
                <a:lnTo>
                  <a:pt x="3768" y="827"/>
                </a:lnTo>
                <a:cubicBezTo>
                  <a:pt x="3768" y="809"/>
                  <a:pt x="3761" y="793"/>
                  <a:pt x="3750" y="783"/>
                </a:cubicBezTo>
                <a:cubicBezTo>
                  <a:pt x="3740" y="770"/>
                  <a:pt x="3724" y="763"/>
                  <a:pt x="3706" y="763"/>
                </a:cubicBezTo>
                <a:cubicBezTo>
                  <a:pt x="3688" y="763"/>
                  <a:pt x="3670" y="770"/>
                  <a:pt x="3660" y="783"/>
                </a:cubicBezTo>
                <a:cubicBezTo>
                  <a:pt x="3649" y="795"/>
                  <a:pt x="3643" y="811"/>
                  <a:pt x="3643" y="827"/>
                </a:cubicBezTo>
                <a:lnTo>
                  <a:pt x="3643" y="1652"/>
                </a:lnTo>
                <a:lnTo>
                  <a:pt x="3644" y="1654"/>
                </a:lnTo>
                <a:lnTo>
                  <a:pt x="3644" y="1654"/>
                </a:lnTo>
                <a:cubicBezTo>
                  <a:pt x="3644" y="1657"/>
                  <a:pt x="3646" y="1659"/>
                  <a:pt x="3648" y="1663"/>
                </a:cubicBezTo>
                <a:cubicBezTo>
                  <a:pt x="3657" y="1679"/>
                  <a:pt x="3671" y="1689"/>
                  <a:pt x="3688" y="1694"/>
                </a:cubicBezTo>
                <a:lnTo>
                  <a:pt x="3690" y="1694"/>
                </a:lnTo>
                <a:lnTo>
                  <a:pt x="3704" y="1694"/>
                </a:lnTo>
                <a:cubicBezTo>
                  <a:pt x="3713" y="1694"/>
                  <a:pt x="3722" y="1693"/>
                  <a:pt x="3731" y="1689"/>
                </a:cubicBezTo>
                <a:cubicBezTo>
                  <a:pt x="3738" y="1686"/>
                  <a:pt x="3745" y="1680"/>
                  <a:pt x="3750" y="1673"/>
                </a:cubicBezTo>
                <a:lnTo>
                  <a:pt x="3750" y="1673"/>
                </a:lnTo>
                <a:cubicBezTo>
                  <a:pt x="3750" y="1673"/>
                  <a:pt x="3750" y="1671"/>
                  <a:pt x="3752" y="1671"/>
                </a:cubicBezTo>
                <a:lnTo>
                  <a:pt x="3752" y="1671"/>
                </a:lnTo>
                <a:cubicBezTo>
                  <a:pt x="3755" y="1668"/>
                  <a:pt x="3759" y="1663"/>
                  <a:pt x="3761" y="1659"/>
                </a:cubicBezTo>
                <a:cubicBezTo>
                  <a:pt x="3762" y="1654"/>
                  <a:pt x="3764" y="1650"/>
                  <a:pt x="3764" y="1645"/>
                </a:cubicBezTo>
                <a:lnTo>
                  <a:pt x="3764" y="1643"/>
                </a:lnTo>
                <a:lnTo>
                  <a:pt x="3764" y="1147"/>
                </a:lnTo>
                <a:cubicBezTo>
                  <a:pt x="3766" y="1077"/>
                  <a:pt x="3796" y="1012"/>
                  <a:pt x="3842" y="966"/>
                </a:cubicBezTo>
                <a:cubicBezTo>
                  <a:pt x="3888" y="920"/>
                  <a:pt x="3953" y="890"/>
                  <a:pt x="4023" y="890"/>
                </a:cubicBezTo>
                <a:cubicBezTo>
                  <a:pt x="4095" y="890"/>
                  <a:pt x="4159" y="918"/>
                  <a:pt x="4205" y="966"/>
                </a:cubicBezTo>
                <a:cubicBezTo>
                  <a:pt x="4251" y="1012"/>
                  <a:pt x="4279" y="1077"/>
                  <a:pt x="4279" y="1147"/>
                </a:cubicBezTo>
                <a:lnTo>
                  <a:pt x="4279" y="1634"/>
                </a:lnTo>
                <a:cubicBezTo>
                  <a:pt x="4279" y="1652"/>
                  <a:pt x="4286" y="1668"/>
                  <a:pt x="4298" y="1680"/>
                </a:cubicBezTo>
                <a:cubicBezTo>
                  <a:pt x="4310" y="1691"/>
                  <a:pt x="4326" y="1698"/>
                  <a:pt x="4342" y="1698"/>
                </a:cubicBezTo>
                <a:cubicBezTo>
                  <a:pt x="4360" y="1698"/>
                  <a:pt x="4376" y="1691"/>
                  <a:pt x="4386" y="1680"/>
                </a:cubicBezTo>
                <a:cubicBezTo>
                  <a:pt x="4399" y="1670"/>
                  <a:pt x="4406" y="1652"/>
                  <a:pt x="4406" y="1634"/>
                </a:cubicBezTo>
                <a:lnTo>
                  <a:pt x="4406" y="1147"/>
                </a:lnTo>
                <a:cubicBezTo>
                  <a:pt x="4413" y="936"/>
                  <a:pt x="4240" y="763"/>
                  <a:pt x="4027" y="763"/>
                </a:cubicBezTo>
                <a:close/>
                <a:moveTo>
                  <a:pt x="5294" y="901"/>
                </a:moveTo>
                <a:cubicBezTo>
                  <a:pt x="5375" y="985"/>
                  <a:pt x="5421" y="1103"/>
                  <a:pt x="5423" y="1230"/>
                </a:cubicBezTo>
                <a:cubicBezTo>
                  <a:pt x="5423" y="1356"/>
                  <a:pt x="5375" y="1472"/>
                  <a:pt x="5294" y="1559"/>
                </a:cubicBezTo>
                <a:cubicBezTo>
                  <a:pt x="5214" y="1643"/>
                  <a:pt x="5101" y="1698"/>
                  <a:pt x="4978" y="1698"/>
                </a:cubicBezTo>
                <a:cubicBezTo>
                  <a:pt x="4854" y="1698"/>
                  <a:pt x="4744" y="1644"/>
                  <a:pt x="4663" y="1559"/>
                </a:cubicBezTo>
                <a:cubicBezTo>
                  <a:pt x="4582" y="1475"/>
                  <a:pt x="4533" y="1356"/>
                  <a:pt x="4533" y="1230"/>
                </a:cubicBezTo>
                <a:cubicBezTo>
                  <a:pt x="4533" y="1103"/>
                  <a:pt x="4582" y="987"/>
                  <a:pt x="4663" y="901"/>
                </a:cubicBezTo>
                <a:cubicBezTo>
                  <a:pt x="4742" y="816"/>
                  <a:pt x="4855" y="761"/>
                  <a:pt x="4978" y="761"/>
                </a:cubicBezTo>
                <a:cubicBezTo>
                  <a:pt x="5103" y="761"/>
                  <a:pt x="5214" y="816"/>
                  <a:pt x="5294" y="901"/>
                </a:cubicBezTo>
                <a:close/>
                <a:moveTo>
                  <a:pt x="5296" y="1230"/>
                </a:moveTo>
                <a:cubicBezTo>
                  <a:pt x="5296" y="1135"/>
                  <a:pt x="5258" y="1049"/>
                  <a:pt x="5200" y="987"/>
                </a:cubicBezTo>
                <a:cubicBezTo>
                  <a:pt x="5141" y="925"/>
                  <a:pt x="5063" y="887"/>
                  <a:pt x="4978" y="887"/>
                </a:cubicBezTo>
                <a:cubicBezTo>
                  <a:pt x="4892" y="887"/>
                  <a:pt x="4813" y="925"/>
                  <a:pt x="4755" y="987"/>
                </a:cubicBezTo>
                <a:cubicBezTo>
                  <a:pt x="4696" y="1049"/>
                  <a:pt x="4659" y="1135"/>
                  <a:pt x="4659" y="1230"/>
                </a:cubicBezTo>
                <a:cubicBezTo>
                  <a:pt x="4659" y="1324"/>
                  <a:pt x="4696" y="1410"/>
                  <a:pt x="4755" y="1471"/>
                </a:cubicBezTo>
                <a:cubicBezTo>
                  <a:pt x="4813" y="1533"/>
                  <a:pt x="4892" y="1569"/>
                  <a:pt x="4978" y="1569"/>
                </a:cubicBezTo>
                <a:cubicBezTo>
                  <a:pt x="5065" y="1569"/>
                  <a:pt x="5144" y="1532"/>
                  <a:pt x="5200" y="1471"/>
                </a:cubicBezTo>
                <a:cubicBezTo>
                  <a:pt x="5259" y="1409"/>
                  <a:pt x="5296" y="1324"/>
                  <a:pt x="5296" y="1230"/>
                </a:cubicBezTo>
                <a:close/>
                <a:moveTo>
                  <a:pt x="6671" y="768"/>
                </a:moveTo>
                <a:lnTo>
                  <a:pt x="6671" y="768"/>
                </a:lnTo>
                <a:cubicBezTo>
                  <a:pt x="6669" y="768"/>
                  <a:pt x="6669" y="768"/>
                  <a:pt x="6671" y="768"/>
                </a:cubicBezTo>
                <a:cubicBezTo>
                  <a:pt x="6662" y="765"/>
                  <a:pt x="6655" y="763"/>
                  <a:pt x="6648" y="763"/>
                </a:cubicBezTo>
                <a:cubicBezTo>
                  <a:pt x="6636" y="763"/>
                  <a:pt x="6624" y="767"/>
                  <a:pt x="6613" y="774"/>
                </a:cubicBezTo>
                <a:cubicBezTo>
                  <a:pt x="6603" y="781"/>
                  <a:pt x="6593" y="790"/>
                  <a:pt x="6588" y="802"/>
                </a:cubicBezTo>
                <a:lnTo>
                  <a:pt x="6588" y="802"/>
                </a:lnTo>
                <a:lnTo>
                  <a:pt x="6345" y="1467"/>
                </a:lnTo>
                <a:lnTo>
                  <a:pt x="6158" y="1022"/>
                </a:lnTo>
                <a:lnTo>
                  <a:pt x="6158" y="1022"/>
                </a:lnTo>
                <a:cubicBezTo>
                  <a:pt x="6153" y="1010"/>
                  <a:pt x="6144" y="999"/>
                  <a:pt x="6133" y="994"/>
                </a:cubicBezTo>
                <a:cubicBezTo>
                  <a:pt x="6123" y="987"/>
                  <a:pt x="6110" y="983"/>
                  <a:pt x="6096" y="983"/>
                </a:cubicBezTo>
                <a:cubicBezTo>
                  <a:pt x="6084" y="983"/>
                  <a:pt x="6072" y="987"/>
                  <a:pt x="6061" y="994"/>
                </a:cubicBezTo>
                <a:cubicBezTo>
                  <a:pt x="6051" y="1001"/>
                  <a:pt x="6042" y="1010"/>
                  <a:pt x="6036" y="1022"/>
                </a:cubicBezTo>
                <a:lnTo>
                  <a:pt x="6036" y="1022"/>
                </a:lnTo>
                <a:lnTo>
                  <a:pt x="5848" y="1467"/>
                </a:lnTo>
                <a:lnTo>
                  <a:pt x="5603" y="802"/>
                </a:lnTo>
                <a:lnTo>
                  <a:pt x="5603" y="802"/>
                </a:lnTo>
                <a:cubicBezTo>
                  <a:pt x="5599" y="790"/>
                  <a:pt x="5591" y="779"/>
                  <a:pt x="5580" y="772"/>
                </a:cubicBezTo>
                <a:cubicBezTo>
                  <a:pt x="5569" y="765"/>
                  <a:pt x="5557" y="761"/>
                  <a:pt x="5545" y="761"/>
                </a:cubicBezTo>
                <a:cubicBezTo>
                  <a:pt x="5536" y="761"/>
                  <a:pt x="5529" y="763"/>
                  <a:pt x="5520" y="767"/>
                </a:cubicBezTo>
                <a:lnTo>
                  <a:pt x="5520" y="767"/>
                </a:lnTo>
                <a:lnTo>
                  <a:pt x="5520" y="767"/>
                </a:lnTo>
                <a:cubicBezTo>
                  <a:pt x="5497" y="777"/>
                  <a:pt x="5483" y="800"/>
                  <a:pt x="5483" y="825"/>
                </a:cubicBezTo>
                <a:cubicBezTo>
                  <a:pt x="5483" y="832"/>
                  <a:pt x="5485" y="841"/>
                  <a:pt x="5488" y="848"/>
                </a:cubicBezTo>
                <a:lnTo>
                  <a:pt x="5488" y="848"/>
                </a:lnTo>
                <a:lnTo>
                  <a:pt x="5790" y="1654"/>
                </a:lnTo>
                <a:lnTo>
                  <a:pt x="5790" y="1654"/>
                </a:lnTo>
                <a:cubicBezTo>
                  <a:pt x="5791" y="1659"/>
                  <a:pt x="5795" y="1666"/>
                  <a:pt x="5800" y="1671"/>
                </a:cubicBezTo>
                <a:cubicBezTo>
                  <a:pt x="5804" y="1675"/>
                  <a:pt x="5809" y="1679"/>
                  <a:pt x="5814" y="1682"/>
                </a:cubicBezTo>
                <a:cubicBezTo>
                  <a:pt x="5816" y="1684"/>
                  <a:pt x="5816" y="1684"/>
                  <a:pt x="5820" y="1686"/>
                </a:cubicBezTo>
                <a:cubicBezTo>
                  <a:pt x="5821" y="1687"/>
                  <a:pt x="5825" y="1687"/>
                  <a:pt x="5829" y="1689"/>
                </a:cubicBezTo>
                <a:cubicBezTo>
                  <a:pt x="5834" y="1691"/>
                  <a:pt x="5841" y="1693"/>
                  <a:pt x="5850" y="1693"/>
                </a:cubicBezTo>
                <a:cubicBezTo>
                  <a:pt x="5862" y="1693"/>
                  <a:pt x="5873" y="1689"/>
                  <a:pt x="5883" y="1682"/>
                </a:cubicBezTo>
                <a:cubicBezTo>
                  <a:pt x="5892" y="1675"/>
                  <a:pt x="5901" y="1666"/>
                  <a:pt x="5906" y="1654"/>
                </a:cubicBezTo>
                <a:lnTo>
                  <a:pt x="5906" y="1654"/>
                </a:lnTo>
                <a:lnTo>
                  <a:pt x="6096" y="1200"/>
                </a:lnTo>
                <a:lnTo>
                  <a:pt x="6287" y="1652"/>
                </a:lnTo>
                <a:lnTo>
                  <a:pt x="6287" y="1652"/>
                </a:lnTo>
                <a:cubicBezTo>
                  <a:pt x="6290" y="1664"/>
                  <a:pt x="6299" y="1673"/>
                  <a:pt x="6308" y="1680"/>
                </a:cubicBezTo>
                <a:cubicBezTo>
                  <a:pt x="6317" y="1687"/>
                  <a:pt x="6327" y="1693"/>
                  <a:pt x="6340" y="1693"/>
                </a:cubicBezTo>
                <a:lnTo>
                  <a:pt x="6348" y="1693"/>
                </a:lnTo>
                <a:cubicBezTo>
                  <a:pt x="6355" y="1693"/>
                  <a:pt x="6364" y="1691"/>
                  <a:pt x="6370" y="1689"/>
                </a:cubicBezTo>
                <a:cubicBezTo>
                  <a:pt x="6377" y="1687"/>
                  <a:pt x="6382" y="1684"/>
                  <a:pt x="6385" y="1680"/>
                </a:cubicBezTo>
                <a:cubicBezTo>
                  <a:pt x="6396" y="1673"/>
                  <a:pt x="6403" y="1661"/>
                  <a:pt x="6408" y="1650"/>
                </a:cubicBezTo>
                <a:lnTo>
                  <a:pt x="6408" y="1650"/>
                </a:lnTo>
                <a:lnTo>
                  <a:pt x="6708" y="848"/>
                </a:lnTo>
                <a:cubicBezTo>
                  <a:pt x="6711" y="841"/>
                  <a:pt x="6713" y="832"/>
                  <a:pt x="6713" y="825"/>
                </a:cubicBezTo>
                <a:cubicBezTo>
                  <a:pt x="6708" y="802"/>
                  <a:pt x="6694" y="779"/>
                  <a:pt x="6671" y="76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13"/>
              <a:buFont typeface="Arial"/>
              <a:buNone/>
            </a:pPr>
            <a:r>
              <a:t/>
            </a:r>
            <a:endParaRPr b="0" i="0" sz="1013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4">
  <p:cSld name="Data Cloud_1_1_2">
    <p:bg>
      <p:bgPr>
        <a:solidFill>
          <a:schemeClr val="accent1"/>
        </a:solidFill>
      </p:bgPr>
    </p:bg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49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24" name="Google Shape;124;p49"/>
          <p:cNvSpPr/>
          <p:nvPr/>
        </p:nvSpPr>
        <p:spPr>
          <a:xfrm>
            <a:off x="456932" y="4898925"/>
            <a:ext cx="16359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5" name="Google Shape;125;p49"/>
          <p:cNvSpPr txBox="1"/>
          <p:nvPr>
            <p:ph type="title"/>
          </p:nvPr>
        </p:nvSpPr>
        <p:spPr>
          <a:xfrm>
            <a:off x="366600" y="1188720"/>
            <a:ext cx="5394900" cy="1920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algn="l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None/>
              <a:defRPr b="1" i="0" sz="4400" u="none" cap="none" strike="noStrike">
                <a:solidFill>
                  <a:schemeClr val="dk1"/>
                </a:solidFill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26" name="Google Shape;126;p49"/>
          <p:cNvSpPr txBox="1"/>
          <p:nvPr>
            <p:ph idx="2" type="title"/>
          </p:nvPr>
        </p:nvSpPr>
        <p:spPr>
          <a:xfrm>
            <a:off x="366600" y="3160438"/>
            <a:ext cx="5394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0" i="0" sz="1800" u="none" cap="none" strike="noStrike">
                <a:solidFill>
                  <a:schemeClr val="dk1"/>
                </a:solidFill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27" name="Google Shape;127;p49"/>
          <p:cNvSpPr txBox="1"/>
          <p:nvPr>
            <p:ph idx="3" type="title"/>
          </p:nvPr>
        </p:nvSpPr>
        <p:spPr>
          <a:xfrm>
            <a:off x="366600" y="4359693"/>
            <a:ext cx="4205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 u="none" cap="none" strike="noStrike">
                <a:solidFill>
                  <a:schemeClr val="dk1"/>
                </a:solidFill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28" name="Google Shape;128;p49"/>
          <p:cNvSpPr/>
          <p:nvPr/>
        </p:nvSpPr>
        <p:spPr>
          <a:xfrm>
            <a:off x="457200" y="548640"/>
            <a:ext cx="1828808" cy="418012"/>
          </a:xfrm>
          <a:custGeom>
            <a:rect b="b" l="l" r="r" t="t"/>
            <a:pathLst>
              <a:path extrusionOk="0" h="2451" w="10771">
                <a:moveTo>
                  <a:pt x="10625" y="726"/>
                </a:moveTo>
                <a:lnTo>
                  <a:pt x="10597" y="726"/>
                </a:lnTo>
                <a:lnTo>
                  <a:pt x="10597" y="761"/>
                </a:lnTo>
                <a:lnTo>
                  <a:pt x="10625" y="761"/>
                </a:lnTo>
                <a:cubicBezTo>
                  <a:pt x="10638" y="761"/>
                  <a:pt x="10646" y="756"/>
                  <a:pt x="10646" y="744"/>
                </a:cubicBezTo>
                <a:cubicBezTo>
                  <a:pt x="10646" y="731"/>
                  <a:pt x="10639" y="726"/>
                  <a:pt x="10625" y="726"/>
                </a:cubicBezTo>
                <a:close/>
                <a:moveTo>
                  <a:pt x="10562" y="693"/>
                </a:moveTo>
                <a:lnTo>
                  <a:pt x="10625" y="693"/>
                </a:lnTo>
                <a:cubicBezTo>
                  <a:pt x="10660" y="693"/>
                  <a:pt x="10683" y="712"/>
                  <a:pt x="10683" y="742"/>
                </a:cubicBezTo>
                <a:cubicBezTo>
                  <a:pt x="10683" y="760"/>
                  <a:pt x="10675" y="774"/>
                  <a:pt x="10660" y="783"/>
                </a:cubicBezTo>
                <a:lnTo>
                  <a:pt x="10685" y="820"/>
                </a:lnTo>
                <a:lnTo>
                  <a:pt x="10685" y="827"/>
                </a:lnTo>
                <a:lnTo>
                  <a:pt x="10648" y="827"/>
                </a:lnTo>
                <a:lnTo>
                  <a:pt x="10623" y="791"/>
                </a:lnTo>
                <a:lnTo>
                  <a:pt x="10595" y="791"/>
                </a:lnTo>
                <a:lnTo>
                  <a:pt x="10595" y="827"/>
                </a:lnTo>
                <a:lnTo>
                  <a:pt x="10560" y="827"/>
                </a:lnTo>
                <a:lnTo>
                  <a:pt x="10560" y="693"/>
                </a:lnTo>
                <a:lnTo>
                  <a:pt x="10562" y="693"/>
                </a:lnTo>
                <a:close/>
                <a:moveTo>
                  <a:pt x="10742" y="761"/>
                </a:moveTo>
                <a:cubicBezTo>
                  <a:pt x="10742" y="691"/>
                  <a:pt x="10694" y="636"/>
                  <a:pt x="10622" y="636"/>
                </a:cubicBezTo>
                <a:cubicBezTo>
                  <a:pt x="10551" y="636"/>
                  <a:pt x="10504" y="687"/>
                  <a:pt x="10504" y="761"/>
                </a:cubicBezTo>
                <a:cubicBezTo>
                  <a:pt x="10504" y="832"/>
                  <a:pt x="10551" y="887"/>
                  <a:pt x="10622" y="887"/>
                </a:cubicBezTo>
                <a:cubicBezTo>
                  <a:pt x="10694" y="888"/>
                  <a:pt x="10742" y="834"/>
                  <a:pt x="10742" y="761"/>
                </a:cubicBezTo>
                <a:close/>
                <a:moveTo>
                  <a:pt x="10770" y="761"/>
                </a:moveTo>
                <a:cubicBezTo>
                  <a:pt x="10770" y="846"/>
                  <a:pt x="10713" y="915"/>
                  <a:pt x="10620" y="915"/>
                </a:cubicBezTo>
                <a:cubicBezTo>
                  <a:pt x="10527" y="915"/>
                  <a:pt x="10472" y="844"/>
                  <a:pt x="10472" y="761"/>
                </a:cubicBezTo>
                <a:cubicBezTo>
                  <a:pt x="10472" y="677"/>
                  <a:pt x="10527" y="608"/>
                  <a:pt x="10620" y="608"/>
                </a:cubicBezTo>
                <a:cubicBezTo>
                  <a:pt x="10715" y="608"/>
                  <a:pt x="10770" y="679"/>
                  <a:pt x="10770" y="761"/>
                </a:cubicBezTo>
                <a:close/>
                <a:moveTo>
                  <a:pt x="2384" y="1061"/>
                </a:moveTo>
                <a:lnTo>
                  <a:pt x="2095" y="1228"/>
                </a:lnTo>
                <a:lnTo>
                  <a:pt x="2384" y="1395"/>
                </a:lnTo>
                <a:cubicBezTo>
                  <a:pt x="2457" y="1437"/>
                  <a:pt x="2483" y="1530"/>
                  <a:pt x="2441" y="1603"/>
                </a:cubicBezTo>
                <a:cubicBezTo>
                  <a:pt x="2398" y="1675"/>
                  <a:pt x="2305" y="1700"/>
                  <a:pt x="2233" y="1659"/>
                </a:cubicBezTo>
                <a:lnTo>
                  <a:pt x="1717" y="1361"/>
                </a:lnTo>
                <a:cubicBezTo>
                  <a:pt x="1681" y="1342"/>
                  <a:pt x="1658" y="1310"/>
                  <a:pt x="1648" y="1275"/>
                </a:cubicBezTo>
                <a:cubicBezTo>
                  <a:pt x="1642" y="1259"/>
                  <a:pt x="1641" y="1242"/>
                  <a:pt x="1641" y="1227"/>
                </a:cubicBezTo>
                <a:cubicBezTo>
                  <a:pt x="1641" y="1214"/>
                  <a:pt x="1642" y="1202"/>
                  <a:pt x="1646" y="1191"/>
                </a:cubicBezTo>
                <a:cubicBezTo>
                  <a:pt x="1657" y="1154"/>
                  <a:pt x="1681" y="1121"/>
                  <a:pt x="1717" y="1100"/>
                </a:cubicBezTo>
                <a:lnTo>
                  <a:pt x="2233" y="802"/>
                </a:lnTo>
                <a:cubicBezTo>
                  <a:pt x="2305" y="760"/>
                  <a:pt x="2398" y="784"/>
                  <a:pt x="2441" y="858"/>
                </a:cubicBezTo>
                <a:cubicBezTo>
                  <a:pt x="2483" y="925"/>
                  <a:pt x="2457" y="1019"/>
                  <a:pt x="2384" y="1061"/>
                </a:cubicBezTo>
                <a:close/>
                <a:moveTo>
                  <a:pt x="2111" y="1869"/>
                </a:moveTo>
                <a:lnTo>
                  <a:pt x="1595" y="1571"/>
                </a:lnTo>
                <a:cubicBezTo>
                  <a:pt x="1567" y="1555"/>
                  <a:pt x="1537" y="1548"/>
                  <a:pt x="1507" y="1552"/>
                </a:cubicBezTo>
                <a:cubicBezTo>
                  <a:pt x="1428" y="1557"/>
                  <a:pt x="1366" y="1624"/>
                  <a:pt x="1366" y="1703"/>
                </a:cubicBezTo>
                <a:lnTo>
                  <a:pt x="1366" y="2299"/>
                </a:lnTo>
                <a:cubicBezTo>
                  <a:pt x="1366" y="2383"/>
                  <a:pt x="1435" y="2450"/>
                  <a:pt x="1517" y="2450"/>
                </a:cubicBezTo>
                <a:cubicBezTo>
                  <a:pt x="1602" y="2450"/>
                  <a:pt x="1669" y="2382"/>
                  <a:pt x="1669" y="2299"/>
                </a:cubicBezTo>
                <a:lnTo>
                  <a:pt x="1669" y="1964"/>
                </a:lnTo>
                <a:lnTo>
                  <a:pt x="1958" y="2131"/>
                </a:lnTo>
                <a:cubicBezTo>
                  <a:pt x="2030" y="2174"/>
                  <a:pt x="2124" y="2149"/>
                  <a:pt x="2166" y="2077"/>
                </a:cubicBezTo>
                <a:cubicBezTo>
                  <a:pt x="2208" y="2005"/>
                  <a:pt x="2183" y="1911"/>
                  <a:pt x="2111" y="1869"/>
                </a:cubicBezTo>
                <a:close/>
                <a:moveTo>
                  <a:pt x="1514" y="1284"/>
                </a:moveTo>
                <a:lnTo>
                  <a:pt x="1299" y="1499"/>
                </a:lnTo>
                <a:cubicBezTo>
                  <a:pt x="1294" y="1506"/>
                  <a:pt x="1281" y="1511"/>
                  <a:pt x="1272" y="1511"/>
                </a:cubicBezTo>
                <a:lnTo>
                  <a:pt x="1257" y="1511"/>
                </a:lnTo>
                <a:lnTo>
                  <a:pt x="1225" y="1511"/>
                </a:lnTo>
                <a:lnTo>
                  <a:pt x="1209" y="1511"/>
                </a:lnTo>
                <a:cubicBezTo>
                  <a:pt x="1200" y="1511"/>
                  <a:pt x="1188" y="1506"/>
                  <a:pt x="1183" y="1499"/>
                </a:cubicBezTo>
                <a:lnTo>
                  <a:pt x="968" y="1284"/>
                </a:lnTo>
                <a:cubicBezTo>
                  <a:pt x="962" y="1279"/>
                  <a:pt x="957" y="1266"/>
                  <a:pt x="957" y="1257"/>
                </a:cubicBezTo>
                <a:lnTo>
                  <a:pt x="957" y="1243"/>
                </a:lnTo>
                <a:lnTo>
                  <a:pt x="957" y="1211"/>
                </a:lnTo>
                <a:lnTo>
                  <a:pt x="957" y="1195"/>
                </a:lnTo>
                <a:cubicBezTo>
                  <a:pt x="957" y="1186"/>
                  <a:pt x="962" y="1174"/>
                  <a:pt x="968" y="1168"/>
                </a:cubicBezTo>
                <a:lnTo>
                  <a:pt x="1183" y="954"/>
                </a:lnTo>
                <a:cubicBezTo>
                  <a:pt x="1190" y="946"/>
                  <a:pt x="1200" y="943"/>
                  <a:pt x="1209" y="943"/>
                </a:cubicBezTo>
                <a:lnTo>
                  <a:pt x="1225" y="943"/>
                </a:lnTo>
                <a:lnTo>
                  <a:pt x="1257" y="943"/>
                </a:lnTo>
                <a:lnTo>
                  <a:pt x="1272" y="943"/>
                </a:lnTo>
                <a:cubicBezTo>
                  <a:pt x="1281" y="943"/>
                  <a:pt x="1294" y="948"/>
                  <a:pt x="1299" y="954"/>
                </a:cubicBezTo>
                <a:lnTo>
                  <a:pt x="1514" y="1168"/>
                </a:lnTo>
                <a:cubicBezTo>
                  <a:pt x="1519" y="1174"/>
                  <a:pt x="1524" y="1186"/>
                  <a:pt x="1524" y="1195"/>
                </a:cubicBezTo>
                <a:lnTo>
                  <a:pt x="1524" y="1211"/>
                </a:lnTo>
                <a:lnTo>
                  <a:pt x="1524" y="1243"/>
                </a:lnTo>
                <a:lnTo>
                  <a:pt x="1524" y="1257"/>
                </a:lnTo>
                <a:cubicBezTo>
                  <a:pt x="1526" y="1266"/>
                  <a:pt x="1521" y="1279"/>
                  <a:pt x="1514" y="1284"/>
                </a:cubicBezTo>
                <a:close/>
                <a:moveTo>
                  <a:pt x="1343" y="1227"/>
                </a:moveTo>
                <a:cubicBezTo>
                  <a:pt x="1343" y="1218"/>
                  <a:pt x="1338" y="1205"/>
                  <a:pt x="1332" y="1200"/>
                </a:cubicBezTo>
                <a:lnTo>
                  <a:pt x="1271" y="1139"/>
                </a:lnTo>
                <a:cubicBezTo>
                  <a:pt x="1265" y="1133"/>
                  <a:pt x="1253" y="1128"/>
                  <a:pt x="1244" y="1128"/>
                </a:cubicBezTo>
                <a:lnTo>
                  <a:pt x="1242" y="1128"/>
                </a:lnTo>
                <a:cubicBezTo>
                  <a:pt x="1234" y="1128"/>
                  <a:pt x="1221" y="1133"/>
                  <a:pt x="1216" y="1139"/>
                </a:cubicBezTo>
                <a:lnTo>
                  <a:pt x="1154" y="1200"/>
                </a:lnTo>
                <a:cubicBezTo>
                  <a:pt x="1147" y="1207"/>
                  <a:pt x="1144" y="1220"/>
                  <a:pt x="1144" y="1227"/>
                </a:cubicBezTo>
                <a:lnTo>
                  <a:pt x="1144" y="1228"/>
                </a:lnTo>
                <a:cubicBezTo>
                  <a:pt x="1144" y="1237"/>
                  <a:pt x="1149" y="1249"/>
                  <a:pt x="1154" y="1254"/>
                </a:cubicBezTo>
                <a:lnTo>
                  <a:pt x="1216" y="1316"/>
                </a:lnTo>
                <a:cubicBezTo>
                  <a:pt x="1221" y="1321"/>
                  <a:pt x="1234" y="1326"/>
                  <a:pt x="1242" y="1326"/>
                </a:cubicBezTo>
                <a:lnTo>
                  <a:pt x="1244" y="1326"/>
                </a:lnTo>
                <a:cubicBezTo>
                  <a:pt x="1253" y="1326"/>
                  <a:pt x="1265" y="1321"/>
                  <a:pt x="1271" y="1316"/>
                </a:cubicBezTo>
                <a:lnTo>
                  <a:pt x="1332" y="1254"/>
                </a:lnTo>
                <a:cubicBezTo>
                  <a:pt x="1338" y="1247"/>
                  <a:pt x="1343" y="1237"/>
                  <a:pt x="1343" y="1228"/>
                </a:cubicBezTo>
                <a:lnTo>
                  <a:pt x="1343" y="1227"/>
                </a:lnTo>
                <a:close/>
                <a:moveTo>
                  <a:pt x="370" y="583"/>
                </a:moveTo>
                <a:lnTo>
                  <a:pt x="887" y="881"/>
                </a:lnTo>
                <a:cubicBezTo>
                  <a:pt x="915" y="897"/>
                  <a:pt x="945" y="904"/>
                  <a:pt x="975" y="901"/>
                </a:cubicBezTo>
                <a:cubicBezTo>
                  <a:pt x="1054" y="895"/>
                  <a:pt x="1116" y="828"/>
                  <a:pt x="1116" y="749"/>
                </a:cubicBezTo>
                <a:lnTo>
                  <a:pt x="1116" y="152"/>
                </a:lnTo>
                <a:cubicBezTo>
                  <a:pt x="1116" y="67"/>
                  <a:pt x="1047" y="0"/>
                  <a:pt x="964" y="0"/>
                </a:cubicBezTo>
                <a:cubicBezTo>
                  <a:pt x="879" y="0"/>
                  <a:pt x="812" y="69"/>
                  <a:pt x="812" y="152"/>
                </a:cubicBezTo>
                <a:lnTo>
                  <a:pt x="812" y="487"/>
                </a:lnTo>
                <a:lnTo>
                  <a:pt x="523" y="319"/>
                </a:lnTo>
                <a:cubicBezTo>
                  <a:pt x="451" y="277"/>
                  <a:pt x="358" y="302"/>
                  <a:pt x="316" y="376"/>
                </a:cubicBezTo>
                <a:cubicBezTo>
                  <a:pt x="273" y="450"/>
                  <a:pt x="298" y="543"/>
                  <a:pt x="370" y="583"/>
                </a:cubicBezTo>
                <a:close/>
                <a:moveTo>
                  <a:pt x="1505" y="902"/>
                </a:moveTo>
                <a:cubicBezTo>
                  <a:pt x="1535" y="904"/>
                  <a:pt x="1565" y="899"/>
                  <a:pt x="1593" y="883"/>
                </a:cubicBezTo>
                <a:lnTo>
                  <a:pt x="2109" y="585"/>
                </a:lnTo>
                <a:cubicBezTo>
                  <a:pt x="2182" y="543"/>
                  <a:pt x="2206" y="450"/>
                  <a:pt x="2166" y="377"/>
                </a:cubicBezTo>
                <a:cubicBezTo>
                  <a:pt x="2124" y="305"/>
                  <a:pt x="2030" y="280"/>
                  <a:pt x="1958" y="321"/>
                </a:cubicBezTo>
                <a:lnTo>
                  <a:pt x="1669" y="488"/>
                </a:lnTo>
                <a:lnTo>
                  <a:pt x="1669" y="153"/>
                </a:lnTo>
                <a:cubicBezTo>
                  <a:pt x="1669" y="69"/>
                  <a:pt x="1600" y="2"/>
                  <a:pt x="1517" y="2"/>
                </a:cubicBezTo>
                <a:cubicBezTo>
                  <a:pt x="1433" y="2"/>
                  <a:pt x="1366" y="71"/>
                  <a:pt x="1366" y="153"/>
                </a:cubicBezTo>
                <a:lnTo>
                  <a:pt x="1366" y="751"/>
                </a:lnTo>
                <a:cubicBezTo>
                  <a:pt x="1366" y="830"/>
                  <a:pt x="1428" y="897"/>
                  <a:pt x="1505" y="902"/>
                </a:cubicBezTo>
                <a:close/>
                <a:moveTo>
                  <a:pt x="976" y="1550"/>
                </a:moveTo>
                <a:cubicBezTo>
                  <a:pt x="946" y="1548"/>
                  <a:pt x="916" y="1553"/>
                  <a:pt x="888" y="1569"/>
                </a:cubicBezTo>
                <a:lnTo>
                  <a:pt x="372" y="1867"/>
                </a:lnTo>
                <a:cubicBezTo>
                  <a:pt x="300" y="1909"/>
                  <a:pt x="275" y="2003"/>
                  <a:pt x="316" y="2075"/>
                </a:cubicBezTo>
                <a:cubicBezTo>
                  <a:pt x="358" y="2147"/>
                  <a:pt x="451" y="2172"/>
                  <a:pt x="523" y="2130"/>
                </a:cubicBezTo>
                <a:lnTo>
                  <a:pt x="812" y="1962"/>
                </a:lnTo>
                <a:lnTo>
                  <a:pt x="812" y="2297"/>
                </a:lnTo>
                <a:cubicBezTo>
                  <a:pt x="812" y="2382"/>
                  <a:pt x="881" y="2449"/>
                  <a:pt x="964" y="2449"/>
                </a:cubicBezTo>
                <a:cubicBezTo>
                  <a:pt x="1049" y="2449"/>
                  <a:pt x="1116" y="2380"/>
                  <a:pt x="1116" y="2297"/>
                </a:cubicBezTo>
                <a:lnTo>
                  <a:pt x="1116" y="1700"/>
                </a:lnTo>
                <a:cubicBezTo>
                  <a:pt x="1117" y="1622"/>
                  <a:pt x="1056" y="1557"/>
                  <a:pt x="976" y="1550"/>
                </a:cubicBezTo>
                <a:close/>
                <a:moveTo>
                  <a:pt x="835" y="1271"/>
                </a:moveTo>
                <a:cubicBezTo>
                  <a:pt x="841" y="1256"/>
                  <a:pt x="842" y="1239"/>
                  <a:pt x="842" y="1223"/>
                </a:cubicBezTo>
                <a:cubicBezTo>
                  <a:pt x="842" y="1211"/>
                  <a:pt x="841" y="1198"/>
                  <a:pt x="837" y="1188"/>
                </a:cubicBezTo>
                <a:cubicBezTo>
                  <a:pt x="827" y="1151"/>
                  <a:pt x="802" y="1117"/>
                  <a:pt x="767" y="1096"/>
                </a:cubicBezTo>
                <a:lnTo>
                  <a:pt x="250" y="797"/>
                </a:lnTo>
                <a:cubicBezTo>
                  <a:pt x="178" y="754"/>
                  <a:pt x="85" y="779"/>
                  <a:pt x="42" y="853"/>
                </a:cubicBezTo>
                <a:cubicBezTo>
                  <a:pt x="0" y="925"/>
                  <a:pt x="25" y="1019"/>
                  <a:pt x="99" y="1061"/>
                </a:cubicBezTo>
                <a:lnTo>
                  <a:pt x="388" y="1228"/>
                </a:lnTo>
                <a:lnTo>
                  <a:pt x="99" y="1395"/>
                </a:lnTo>
                <a:cubicBezTo>
                  <a:pt x="27" y="1437"/>
                  <a:pt x="2" y="1530"/>
                  <a:pt x="42" y="1603"/>
                </a:cubicBezTo>
                <a:cubicBezTo>
                  <a:pt x="85" y="1675"/>
                  <a:pt x="178" y="1700"/>
                  <a:pt x="250" y="1659"/>
                </a:cubicBezTo>
                <a:lnTo>
                  <a:pt x="767" y="1361"/>
                </a:lnTo>
                <a:cubicBezTo>
                  <a:pt x="802" y="1338"/>
                  <a:pt x="825" y="1307"/>
                  <a:pt x="835" y="1271"/>
                </a:cubicBezTo>
                <a:close/>
                <a:moveTo>
                  <a:pt x="7251" y="379"/>
                </a:moveTo>
                <a:lnTo>
                  <a:pt x="7237" y="379"/>
                </a:lnTo>
                <a:cubicBezTo>
                  <a:pt x="7235" y="379"/>
                  <a:pt x="7233" y="379"/>
                  <a:pt x="7231" y="379"/>
                </a:cubicBezTo>
                <a:cubicBezTo>
                  <a:pt x="7229" y="379"/>
                  <a:pt x="7228" y="379"/>
                  <a:pt x="7226" y="379"/>
                </a:cubicBezTo>
                <a:cubicBezTo>
                  <a:pt x="7189" y="379"/>
                  <a:pt x="7154" y="383"/>
                  <a:pt x="7120" y="395"/>
                </a:cubicBezTo>
                <a:cubicBezTo>
                  <a:pt x="7087" y="405"/>
                  <a:pt x="7057" y="423"/>
                  <a:pt x="7034" y="451"/>
                </a:cubicBezTo>
                <a:lnTo>
                  <a:pt x="7034" y="451"/>
                </a:lnTo>
                <a:lnTo>
                  <a:pt x="7034" y="451"/>
                </a:lnTo>
                <a:lnTo>
                  <a:pt x="7034" y="451"/>
                </a:lnTo>
                <a:cubicBezTo>
                  <a:pt x="7009" y="478"/>
                  <a:pt x="6993" y="511"/>
                  <a:pt x="6985" y="546"/>
                </a:cubicBezTo>
                <a:cubicBezTo>
                  <a:pt x="6974" y="583"/>
                  <a:pt x="6970" y="624"/>
                  <a:pt x="6970" y="672"/>
                </a:cubicBezTo>
                <a:lnTo>
                  <a:pt x="6970" y="763"/>
                </a:lnTo>
                <a:lnTo>
                  <a:pt x="6870" y="763"/>
                </a:lnTo>
                <a:cubicBezTo>
                  <a:pt x="6835" y="763"/>
                  <a:pt x="6807" y="791"/>
                  <a:pt x="6807" y="825"/>
                </a:cubicBezTo>
                <a:cubicBezTo>
                  <a:pt x="6807" y="842"/>
                  <a:pt x="6814" y="860"/>
                  <a:pt x="6824" y="872"/>
                </a:cubicBezTo>
                <a:cubicBezTo>
                  <a:pt x="6836" y="885"/>
                  <a:pt x="6852" y="892"/>
                  <a:pt x="6870" y="894"/>
                </a:cubicBezTo>
                <a:lnTo>
                  <a:pt x="6970" y="894"/>
                </a:lnTo>
                <a:lnTo>
                  <a:pt x="6970" y="1634"/>
                </a:lnTo>
                <a:lnTo>
                  <a:pt x="6970" y="1636"/>
                </a:lnTo>
                <a:cubicBezTo>
                  <a:pt x="6970" y="1654"/>
                  <a:pt x="6977" y="1670"/>
                  <a:pt x="6990" y="1682"/>
                </a:cubicBezTo>
                <a:cubicBezTo>
                  <a:pt x="7002" y="1693"/>
                  <a:pt x="7018" y="1700"/>
                  <a:pt x="7036" y="1700"/>
                </a:cubicBezTo>
                <a:cubicBezTo>
                  <a:pt x="7069" y="1700"/>
                  <a:pt x="7097" y="1671"/>
                  <a:pt x="7097" y="1636"/>
                </a:cubicBezTo>
                <a:lnTo>
                  <a:pt x="7097" y="894"/>
                </a:lnTo>
                <a:lnTo>
                  <a:pt x="7205" y="894"/>
                </a:lnTo>
                <a:cubicBezTo>
                  <a:pt x="7222" y="892"/>
                  <a:pt x="7238" y="885"/>
                  <a:pt x="7251" y="874"/>
                </a:cubicBezTo>
                <a:cubicBezTo>
                  <a:pt x="7263" y="862"/>
                  <a:pt x="7270" y="846"/>
                  <a:pt x="7270" y="828"/>
                </a:cubicBezTo>
                <a:lnTo>
                  <a:pt x="7270" y="827"/>
                </a:lnTo>
                <a:cubicBezTo>
                  <a:pt x="7270" y="793"/>
                  <a:pt x="7242" y="765"/>
                  <a:pt x="7207" y="765"/>
                </a:cubicBezTo>
                <a:lnTo>
                  <a:pt x="7097" y="765"/>
                </a:lnTo>
                <a:lnTo>
                  <a:pt x="7097" y="673"/>
                </a:lnTo>
                <a:cubicBezTo>
                  <a:pt x="7097" y="633"/>
                  <a:pt x="7103" y="603"/>
                  <a:pt x="7108" y="582"/>
                </a:cubicBezTo>
                <a:cubicBezTo>
                  <a:pt x="7113" y="561"/>
                  <a:pt x="7122" y="546"/>
                  <a:pt x="7129" y="538"/>
                </a:cubicBezTo>
                <a:cubicBezTo>
                  <a:pt x="7136" y="531"/>
                  <a:pt x="7145" y="524"/>
                  <a:pt x="7161" y="518"/>
                </a:cubicBezTo>
                <a:cubicBezTo>
                  <a:pt x="7177" y="513"/>
                  <a:pt x="7196" y="509"/>
                  <a:pt x="7224" y="509"/>
                </a:cubicBezTo>
                <a:lnTo>
                  <a:pt x="7228" y="509"/>
                </a:lnTo>
                <a:cubicBezTo>
                  <a:pt x="7229" y="509"/>
                  <a:pt x="7231" y="509"/>
                  <a:pt x="7233" y="509"/>
                </a:cubicBezTo>
                <a:cubicBezTo>
                  <a:pt x="7235" y="509"/>
                  <a:pt x="7237" y="509"/>
                  <a:pt x="7238" y="509"/>
                </a:cubicBezTo>
                <a:lnTo>
                  <a:pt x="7247" y="509"/>
                </a:lnTo>
                <a:lnTo>
                  <a:pt x="7252" y="509"/>
                </a:lnTo>
                <a:cubicBezTo>
                  <a:pt x="7288" y="509"/>
                  <a:pt x="7318" y="481"/>
                  <a:pt x="7318" y="444"/>
                </a:cubicBezTo>
                <a:cubicBezTo>
                  <a:pt x="7314" y="409"/>
                  <a:pt x="7286" y="379"/>
                  <a:pt x="7251" y="379"/>
                </a:cubicBezTo>
                <a:close/>
                <a:moveTo>
                  <a:pt x="9482" y="862"/>
                </a:moveTo>
                <a:cubicBezTo>
                  <a:pt x="9494" y="850"/>
                  <a:pt x="9501" y="832"/>
                  <a:pt x="9501" y="816"/>
                </a:cubicBezTo>
                <a:cubicBezTo>
                  <a:pt x="9501" y="800"/>
                  <a:pt x="9494" y="784"/>
                  <a:pt x="9482" y="772"/>
                </a:cubicBez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cubicBezTo>
                  <a:pt x="9469" y="760"/>
                  <a:pt x="9454" y="753"/>
                  <a:pt x="9438" y="753"/>
                </a:cubicBezTo>
                <a:cubicBezTo>
                  <a:pt x="9423" y="753"/>
                  <a:pt x="9406" y="760"/>
                  <a:pt x="9393" y="772"/>
                </a:cubicBezTo>
                <a:lnTo>
                  <a:pt x="8895" y="1256"/>
                </a:lnTo>
                <a:lnTo>
                  <a:pt x="8895" y="441"/>
                </a:lnTo>
                <a:cubicBezTo>
                  <a:pt x="8895" y="405"/>
                  <a:pt x="8865" y="377"/>
                  <a:pt x="8830" y="377"/>
                </a:cubicBezTo>
                <a:cubicBezTo>
                  <a:pt x="8812" y="377"/>
                  <a:pt x="8796" y="384"/>
                  <a:pt x="8785" y="397"/>
                </a:cubicBezTo>
                <a:cubicBezTo>
                  <a:pt x="8775" y="407"/>
                  <a:pt x="8766" y="425"/>
                  <a:pt x="8766" y="441"/>
                </a:cubicBezTo>
                <a:lnTo>
                  <a:pt x="8766" y="1634"/>
                </a:lnTo>
                <a:cubicBezTo>
                  <a:pt x="8766" y="1652"/>
                  <a:pt x="8773" y="1668"/>
                  <a:pt x="8785" y="1679"/>
                </a:cubicBezTo>
                <a:cubicBezTo>
                  <a:pt x="8796" y="1689"/>
                  <a:pt x="8814" y="1698"/>
                  <a:pt x="8830" y="1698"/>
                </a:cubicBezTo>
                <a:cubicBezTo>
                  <a:pt x="8867" y="1698"/>
                  <a:pt x="8895" y="1670"/>
                  <a:pt x="8895" y="1634"/>
                </a:cubicBezTo>
                <a:lnTo>
                  <a:pt x="8895" y="1437"/>
                </a:lnTo>
                <a:lnTo>
                  <a:pt x="9057" y="1275"/>
                </a:lnTo>
                <a:lnTo>
                  <a:pt x="9388" y="1673"/>
                </a:lnTo>
                <a:cubicBezTo>
                  <a:pt x="9395" y="1682"/>
                  <a:pt x="9402" y="1690"/>
                  <a:pt x="9411" y="1693"/>
                </a:cubicBezTo>
                <a:cubicBezTo>
                  <a:pt x="9420" y="1697"/>
                  <a:pt x="9430" y="1698"/>
                  <a:pt x="9438" y="1698"/>
                </a:cubicBezTo>
                <a:cubicBezTo>
                  <a:pt x="9448" y="1698"/>
                  <a:pt x="9466" y="1696"/>
                  <a:pt x="9480" y="1684"/>
                </a:cubicBezTo>
                <a:lnTo>
                  <a:pt x="9480" y="1684"/>
                </a:lnTo>
                <a:lnTo>
                  <a:pt x="9480" y="1684"/>
                </a:lnTo>
                <a:cubicBezTo>
                  <a:pt x="9494" y="1671"/>
                  <a:pt x="9501" y="1654"/>
                  <a:pt x="9501" y="1636"/>
                </a:cubicBezTo>
                <a:cubicBezTo>
                  <a:pt x="9501" y="1622"/>
                  <a:pt x="9496" y="1606"/>
                  <a:pt x="9485" y="1594"/>
                </a:cubicBezTo>
                <a:lnTo>
                  <a:pt x="9485" y="1594"/>
                </a:lnTo>
                <a:lnTo>
                  <a:pt x="9149" y="1186"/>
                </a:lnTo>
                <a:lnTo>
                  <a:pt x="9482" y="862"/>
                </a:lnTo>
                <a:close/>
                <a:moveTo>
                  <a:pt x="8581" y="779"/>
                </a:moveTo>
                <a:cubicBezTo>
                  <a:pt x="8593" y="790"/>
                  <a:pt x="8600" y="807"/>
                  <a:pt x="8600" y="825"/>
                </a:cubicBezTo>
                <a:lnTo>
                  <a:pt x="8600" y="1633"/>
                </a:lnTo>
                <a:cubicBezTo>
                  <a:pt x="8600" y="1650"/>
                  <a:pt x="8593" y="1666"/>
                  <a:pt x="8581" y="1677"/>
                </a:cubicBezTo>
                <a:cubicBezTo>
                  <a:pt x="8569" y="1687"/>
                  <a:pt x="8553" y="1696"/>
                  <a:pt x="8537" y="1696"/>
                </a:cubicBezTo>
                <a:cubicBezTo>
                  <a:pt x="8519" y="1696"/>
                  <a:pt x="8504" y="1689"/>
                  <a:pt x="8493" y="1677"/>
                </a:cubicBezTo>
                <a:cubicBezTo>
                  <a:pt x="8481" y="1666"/>
                  <a:pt x="8474" y="1650"/>
                  <a:pt x="8474" y="1633"/>
                </a:cubicBezTo>
                <a:lnTo>
                  <a:pt x="8474" y="1553"/>
                </a:lnTo>
                <a:cubicBezTo>
                  <a:pt x="8394" y="1640"/>
                  <a:pt x="8281" y="1696"/>
                  <a:pt x="8156" y="1696"/>
                </a:cubicBezTo>
                <a:cubicBezTo>
                  <a:pt x="8033" y="1696"/>
                  <a:pt x="7920" y="1643"/>
                  <a:pt x="7841" y="1557"/>
                </a:cubicBezTo>
                <a:cubicBezTo>
                  <a:pt x="7760" y="1472"/>
                  <a:pt x="7712" y="1354"/>
                  <a:pt x="7712" y="1228"/>
                </a:cubicBezTo>
                <a:cubicBezTo>
                  <a:pt x="7712" y="1100"/>
                  <a:pt x="7762" y="983"/>
                  <a:pt x="7841" y="899"/>
                </a:cubicBezTo>
                <a:cubicBezTo>
                  <a:pt x="7920" y="814"/>
                  <a:pt x="8033" y="760"/>
                  <a:pt x="8156" y="760"/>
                </a:cubicBezTo>
                <a:cubicBezTo>
                  <a:pt x="8281" y="760"/>
                  <a:pt x="8394" y="814"/>
                  <a:pt x="8474" y="901"/>
                </a:cubicBezTo>
                <a:lnTo>
                  <a:pt x="8474" y="823"/>
                </a:lnTo>
                <a:cubicBezTo>
                  <a:pt x="8474" y="805"/>
                  <a:pt x="8481" y="790"/>
                  <a:pt x="8493" y="777"/>
                </a:cubicBezTo>
                <a:cubicBezTo>
                  <a:pt x="8505" y="767"/>
                  <a:pt x="8521" y="760"/>
                  <a:pt x="8537" y="760"/>
                </a:cubicBezTo>
                <a:cubicBezTo>
                  <a:pt x="8555" y="761"/>
                  <a:pt x="8570" y="768"/>
                  <a:pt x="8581" y="779"/>
                </a:cubicBezTo>
                <a:close/>
                <a:moveTo>
                  <a:pt x="8474" y="1230"/>
                </a:moveTo>
                <a:cubicBezTo>
                  <a:pt x="8474" y="1135"/>
                  <a:pt x="8437" y="1049"/>
                  <a:pt x="8380" y="987"/>
                </a:cubicBezTo>
                <a:cubicBezTo>
                  <a:pt x="8322" y="925"/>
                  <a:pt x="8243" y="888"/>
                  <a:pt x="8156" y="888"/>
                </a:cubicBezTo>
                <a:cubicBezTo>
                  <a:pt x="8070" y="888"/>
                  <a:pt x="7992" y="925"/>
                  <a:pt x="7933" y="987"/>
                </a:cubicBezTo>
                <a:cubicBezTo>
                  <a:pt x="7875" y="1049"/>
                  <a:pt x="7837" y="1135"/>
                  <a:pt x="7837" y="1230"/>
                </a:cubicBezTo>
                <a:cubicBezTo>
                  <a:pt x="7837" y="1324"/>
                  <a:pt x="7874" y="1411"/>
                  <a:pt x="7933" y="1472"/>
                </a:cubicBezTo>
                <a:cubicBezTo>
                  <a:pt x="7991" y="1534"/>
                  <a:pt x="8070" y="1571"/>
                  <a:pt x="8156" y="1571"/>
                </a:cubicBezTo>
                <a:cubicBezTo>
                  <a:pt x="8243" y="1571"/>
                  <a:pt x="8322" y="1534"/>
                  <a:pt x="8380" y="1472"/>
                </a:cubicBezTo>
                <a:cubicBezTo>
                  <a:pt x="8437" y="1409"/>
                  <a:pt x="8474" y="1324"/>
                  <a:pt x="8474" y="1230"/>
                </a:cubicBezTo>
                <a:close/>
                <a:moveTo>
                  <a:pt x="3348" y="1207"/>
                </a:moveTo>
                <a:cubicBezTo>
                  <a:pt x="3297" y="1183"/>
                  <a:pt x="3239" y="1165"/>
                  <a:pt x="3181" y="1146"/>
                </a:cubicBezTo>
                <a:cubicBezTo>
                  <a:pt x="3128" y="1128"/>
                  <a:pt x="3073" y="1112"/>
                  <a:pt x="3035" y="1091"/>
                </a:cubicBezTo>
                <a:cubicBezTo>
                  <a:pt x="3015" y="1080"/>
                  <a:pt x="2999" y="1070"/>
                  <a:pt x="2991" y="1057"/>
                </a:cubicBezTo>
                <a:cubicBezTo>
                  <a:pt x="2980" y="1045"/>
                  <a:pt x="2976" y="1033"/>
                  <a:pt x="2975" y="1015"/>
                </a:cubicBezTo>
                <a:cubicBezTo>
                  <a:pt x="2975" y="992"/>
                  <a:pt x="2982" y="973"/>
                  <a:pt x="2992" y="955"/>
                </a:cubicBezTo>
                <a:cubicBezTo>
                  <a:pt x="3010" y="931"/>
                  <a:pt x="3038" y="911"/>
                  <a:pt x="3072" y="899"/>
                </a:cubicBezTo>
                <a:cubicBezTo>
                  <a:pt x="3103" y="887"/>
                  <a:pt x="3137" y="879"/>
                  <a:pt x="3162" y="879"/>
                </a:cubicBezTo>
                <a:cubicBezTo>
                  <a:pt x="3234" y="879"/>
                  <a:pt x="3280" y="904"/>
                  <a:pt x="3315" y="929"/>
                </a:cubicBezTo>
                <a:cubicBezTo>
                  <a:pt x="3332" y="941"/>
                  <a:pt x="3347" y="954"/>
                  <a:pt x="3361" y="964"/>
                </a:cubicBezTo>
                <a:cubicBezTo>
                  <a:pt x="3368" y="969"/>
                  <a:pt x="3375" y="975"/>
                  <a:pt x="3382" y="978"/>
                </a:cubicBezTo>
                <a:cubicBezTo>
                  <a:pt x="3389" y="982"/>
                  <a:pt x="3398" y="985"/>
                  <a:pt x="3406" y="985"/>
                </a:cubicBezTo>
                <a:cubicBezTo>
                  <a:pt x="3412" y="985"/>
                  <a:pt x="3419" y="983"/>
                  <a:pt x="3424" y="982"/>
                </a:cubicBezTo>
                <a:cubicBezTo>
                  <a:pt x="3429" y="980"/>
                  <a:pt x="3435" y="976"/>
                  <a:pt x="3440" y="971"/>
                </a:cubicBezTo>
                <a:cubicBezTo>
                  <a:pt x="3445" y="968"/>
                  <a:pt x="3449" y="962"/>
                  <a:pt x="3452" y="955"/>
                </a:cubicBezTo>
                <a:cubicBezTo>
                  <a:pt x="3454" y="950"/>
                  <a:pt x="3456" y="943"/>
                  <a:pt x="3456" y="938"/>
                </a:cubicBezTo>
                <a:cubicBezTo>
                  <a:pt x="3456" y="927"/>
                  <a:pt x="3452" y="916"/>
                  <a:pt x="3447" y="906"/>
                </a:cubicBezTo>
                <a:cubicBezTo>
                  <a:pt x="3438" y="888"/>
                  <a:pt x="3422" y="872"/>
                  <a:pt x="3403" y="855"/>
                </a:cubicBezTo>
                <a:cubicBezTo>
                  <a:pt x="3375" y="830"/>
                  <a:pt x="3337" y="805"/>
                  <a:pt x="3297" y="788"/>
                </a:cubicBezTo>
                <a:cubicBezTo>
                  <a:pt x="3256" y="770"/>
                  <a:pt x="3214" y="758"/>
                  <a:pt x="3174" y="758"/>
                </a:cubicBezTo>
                <a:cubicBezTo>
                  <a:pt x="3079" y="758"/>
                  <a:pt x="3001" y="779"/>
                  <a:pt x="2943" y="820"/>
                </a:cubicBezTo>
                <a:cubicBezTo>
                  <a:pt x="2913" y="841"/>
                  <a:pt x="2887" y="864"/>
                  <a:pt x="2869" y="894"/>
                </a:cubicBezTo>
                <a:cubicBezTo>
                  <a:pt x="2850" y="925"/>
                  <a:pt x="2839" y="964"/>
                  <a:pt x="2839" y="1013"/>
                </a:cubicBezTo>
                <a:cubicBezTo>
                  <a:pt x="2839" y="1015"/>
                  <a:pt x="2839" y="1019"/>
                  <a:pt x="2839" y="1020"/>
                </a:cubicBezTo>
                <a:cubicBezTo>
                  <a:pt x="2839" y="1070"/>
                  <a:pt x="2855" y="1109"/>
                  <a:pt x="2880" y="1140"/>
                </a:cubicBezTo>
                <a:cubicBezTo>
                  <a:pt x="2917" y="1188"/>
                  <a:pt x="2973" y="1215"/>
                  <a:pt x="3028" y="1235"/>
                </a:cubicBezTo>
                <a:cubicBezTo>
                  <a:pt x="3082" y="1254"/>
                  <a:pt x="3137" y="1266"/>
                  <a:pt x="3170" y="1279"/>
                </a:cubicBezTo>
                <a:cubicBezTo>
                  <a:pt x="3218" y="1294"/>
                  <a:pt x="3271" y="1312"/>
                  <a:pt x="3308" y="1335"/>
                </a:cubicBezTo>
                <a:cubicBezTo>
                  <a:pt x="3327" y="1347"/>
                  <a:pt x="3341" y="1360"/>
                  <a:pt x="3352" y="1374"/>
                </a:cubicBezTo>
                <a:cubicBezTo>
                  <a:pt x="3362" y="1388"/>
                  <a:pt x="3368" y="1404"/>
                  <a:pt x="3368" y="1421"/>
                </a:cubicBezTo>
                <a:lnTo>
                  <a:pt x="3368" y="1423"/>
                </a:lnTo>
                <a:cubicBezTo>
                  <a:pt x="3368" y="1449"/>
                  <a:pt x="3359" y="1471"/>
                  <a:pt x="3347" y="1490"/>
                </a:cubicBezTo>
                <a:cubicBezTo>
                  <a:pt x="3327" y="1516"/>
                  <a:pt x="3294" y="1538"/>
                  <a:pt x="3258" y="1550"/>
                </a:cubicBezTo>
                <a:cubicBezTo>
                  <a:pt x="3223" y="1562"/>
                  <a:pt x="3188" y="1568"/>
                  <a:pt x="3163" y="1568"/>
                </a:cubicBezTo>
                <a:cubicBezTo>
                  <a:pt x="3080" y="1568"/>
                  <a:pt x="3026" y="1548"/>
                  <a:pt x="2985" y="1527"/>
                </a:cubicBezTo>
                <a:cubicBezTo>
                  <a:pt x="2966" y="1516"/>
                  <a:pt x="2948" y="1508"/>
                  <a:pt x="2934" y="1499"/>
                </a:cubicBezTo>
                <a:cubicBezTo>
                  <a:pt x="2927" y="1495"/>
                  <a:pt x="2920" y="1492"/>
                  <a:pt x="2913" y="1488"/>
                </a:cubicBezTo>
                <a:cubicBezTo>
                  <a:pt x="2906" y="1485"/>
                  <a:pt x="2899" y="1483"/>
                  <a:pt x="2890" y="1483"/>
                </a:cubicBezTo>
                <a:cubicBezTo>
                  <a:pt x="2885" y="1483"/>
                  <a:pt x="2880" y="1483"/>
                  <a:pt x="2874" y="1486"/>
                </a:cubicBezTo>
                <a:cubicBezTo>
                  <a:pt x="2869" y="1488"/>
                  <a:pt x="2864" y="1492"/>
                  <a:pt x="2860" y="1495"/>
                </a:cubicBezTo>
                <a:cubicBezTo>
                  <a:pt x="2855" y="1501"/>
                  <a:pt x="2850" y="1506"/>
                  <a:pt x="2846" y="1513"/>
                </a:cubicBezTo>
                <a:cubicBezTo>
                  <a:pt x="2843" y="1520"/>
                  <a:pt x="2841" y="1527"/>
                  <a:pt x="2841" y="1534"/>
                </a:cubicBezTo>
                <a:cubicBezTo>
                  <a:pt x="2841" y="1546"/>
                  <a:pt x="2846" y="1559"/>
                  <a:pt x="2851" y="1568"/>
                </a:cubicBezTo>
                <a:cubicBezTo>
                  <a:pt x="2862" y="1582"/>
                  <a:pt x="2878" y="1596"/>
                  <a:pt x="2895" y="1610"/>
                </a:cubicBezTo>
                <a:cubicBezTo>
                  <a:pt x="2915" y="1622"/>
                  <a:pt x="2938" y="1636"/>
                  <a:pt x="2966" y="1649"/>
                </a:cubicBezTo>
                <a:cubicBezTo>
                  <a:pt x="3026" y="1677"/>
                  <a:pt x="3103" y="1691"/>
                  <a:pt x="3162" y="1693"/>
                </a:cubicBezTo>
                <a:lnTo>
                  <a:pt x="3162" y="1693"/>
                </a:lnTo>
                <a:cubicBezTo>
                  <a:pt x="3253" y="1693"/>
                  <a:pt x="3331" y="1671"/>
                  <a:pt x="3398" y="1622"/>
                </a:cubicBezTo>
                <a:lnTo>
                  <a:pt x="3398" y="1622"/>
                </a:lnTo>
                <a:lnTo>
                  <a:pt x="3398" y="1622"/>
                </a:lnTo>
                <a:cubicBezTo>
                  <a:pt x="3463" y="1573"/>
                  <a:pt x="3503" y="1501"/>
                  <a:pt x="3503" y="1419"/>
                </a:cubicBezTo>
                <a:cubicBezTo>
                  <a:pt x="3503" y="1375"/>
                  <a:pt x="3493" y="1337"/>
                  <a:pt x="3475" y="1305"/>
                </a:cubicBezTo>
                <a:cubicBezTo>
                  <a:pt x="3445" y="1261"/>
                  <a:pt x="3399" y="1232"/>
                  <a:pt x="3348" y="1207"/>
                </a:cubicBezTo>
                <a:close/>
                <a:moveTo>
                  <a:pt x="7513" y="377"/>
                </a:moveTo>
                <a:cubicBezTo>
                  <a:pt x="7496" y="377"/>
                  <a:pt x="7480" y="384"/>
                  <a:pt x="7469" y="397"/>
                </a:cubicBezTo>
                <a:cubicBezTo>
                  <a:pt x="7457" y="407"/>
                  <a:pt x="7450" y="425"/>
                  <a:pt x="7450" y="441"/>
                </a:cubicBezTo>
                <a:lnTo>
                  <a:pt x="7450" y="1634"/>
                </a:lnTo>
                <a:cubicBezTo>
                  <a:pt x="7450" y="1652"/>
                  <a:pt x="7457" y="1668"/>
                  <a:pt x="7469" y="1679"/>
                </a:cubicBezTo>
                <a:cubicBezTo>
                  <a:pt x="7481" y="1689"/>
                  <a:pt x="7497" y="1698"/>
                  <a:pt x="7513" y="1698"/>
                </a:cubicBezTo>
                <a:cubicBezTo>
                  <a:pt x="7550" y="1698"/>
                  <a:pt x="7578" y="1670"/>
                  <a:pt x="7578" y="1634"/>
                </a:cubicBezTo>
                <a:lnTo>
                  <a:pt x="7578" y="441"/>
                </a:lnTo>
                <a:cubicBezTo>
                  <a:pt x="7578" y="405"/>
                  <a:pt x="7548" y="377"/>
                  <a:pt x="7513" y="377"/>
                </a:cubicBezTo>
                <a:close/>
                <a:moveTo>
                  <a:pt x="10445" y="1200"/>
                </a:moveTo>
                <a:lnTo>
                  <a:pt x="10445" y="1207"/>
                </a:lnTo>
                <a:cubicBezTo>
                  <a:pt x="10445" y="1225"/>
                  <a:pt x="10438" y="1241"/>
                  <a:pt x="10426" y="1250"/>
                </a:cubicBezTo>
                <a:cubicBezTo>
                  <a:pt x="10414" y="1261"/>
                  <a:pt x="10398" y="1266"/>
                  <a:pt x="10382" y="1266"/>
                </a:cubicBezTo>
                <a:lnTo>
                  <a:pt x="9667" y="1266"/>
                </a:lnTo>
                <a:cubicBezTo>
                  <a:pt x="9684" y="1441"/>
                  <a:pt x="9823" y="1569"/>
                  <a:pt x="9991" y="1571"/>
                </a:cubicBezTo>
                <a:lnTo>
                  <a:pt x="10033" y="1571"/>
                </a:lnTo>
                <a:cubicBezTo>
                  <a:pt x="10088" y="1571"/>
                  <a:pt x="10142" y="1552"/>
                  <a:pt x="10188" y="1520"/>
                </a:cubicBezTo>
                <a:cubicBezTo>
                  <a:pt x="10236" y="1488"/>
                  <a:pt x="10276" y="1446"/>
                  <a:pt x="10305" y="1397"/>
                </a:cubicBezTo>
                <a:cubicBezTo>
                  <a:pt x="10310" y="1386"/>
                  <a:pt x="10319" y="1380"/>
                  <a:pt x="10327" y="1374"/>
                </a:cubicBezTo>
                <a:cubicBezTo>
                  <a:pt x="10336" y="1369"/>
                  <a:pt x="10347" y="1367"/>
                  <a:pt x="10357" y="1367"/>
                </a:cubicBezTo>
                <a:cubicBezTo>
                  <a:pt x="10368" y="1367"/>
                  <a:pt x="10380" y="1370"/>
                  <a:pt x="10389" y="1375"/>
                </a:cubicBezTo>
                <a:lnTo>
                  <a:pt x="10389" y="1375"/>
                </a:lnTo>
                <a:lnTo>
                  <a:pt x="10389" y="1375"/>
                </a:lnTo>
                <a:cubicBezTo>
                  <a:pt x="10407" y="1388"/>
                  <a:pt x="10419" y="1409"/>
                  <a:pt x="10419" y="1430"/>
                </a:cubicBezTo>
                <a:cubicBezTo>
                  <a:pt x="10419" y="1441"/>
                  <a:pt x="10416" y="1453"/>
                  <a:pt x="10410" y="1464"/>
                </a:cubicBezTo>
                <a:lnTo>
                  <a:pt x="10410" y="1464"/>
                </a:lnTo>
                <a:lnTo>
                  <a:pt x="10410" y="1464"/>
                </a:lnTo>
                <a:cubicBezTo>
                  <a:pt x="10370" y="1527"/>
                  <a:pt x="10315" y="1585"/>
                  <a:pt x="10252" y="1627"/>
                </a:cubicBezTo>
                <a:cubicBezTo>
                  <a:pt x="10186" y="1670"/>
                  <a:pt x="10112" y="1696"/>
                  <a:pt x="10031" y="1696"/>
                </a:cubicBezTo>
                <a:lnTo>
                  <a:pt x="9989" y="1696"/>
                </a:lnTo>
                <a:cubicBezTo>
                  <a:pt x="9864" y="1696"/>
                  <a:pt x="9749" y="1642"/>
                  <a:pt x="9668" y="1557"/>
                </a:cubicBezTo>
                <a:cubicBezTo>
                  <a:pt x="9587" y="1472"/>
                  <a:pt x="9536" y="1356"/>
                  <a:pt x="9536" y="1230"/>
                </a:cubicBezTo>
                <a:cubicBezTo>
                  <a:pt x="9536" y="1100"/>
                  <a:pt x="9587" y="983"/>
                  <a:pt x="9668" y="897"/>
                </a:cubicBezTo>
                <a:cubicBezTo>
                  <a:pt x="9751" y="813"/>
                  <a:pt x="9864" y="760"/>
                  <a:pt x="9991" y="760"/>
                </a:cubicBezTo>
                <a:cubicBezTo>
                  <a:pt x="10112" y="760"/>
                  <a:pt x="10220" y="807"/>
                  <a:pt x="10301" y="887"/>
                </a:cubicBezTo>
                <a:cubicBezTo>
                  <a:pt x="10382" y="966"/>
                  <a:pt x="10435" y="1075"/>
                  <a:pt x="10445" y="1200"/>
                </a:cubicBezTo>
                <a:close/>
                <a:moveTo>
                  <a:pt x="10305" y="1139"/>
                </a:moveTo>
                <a:cubicBezTo>
                  <a:pt x="10268" y="992"/>
                  <a:pt x="10139" y="887"/>
                  <a:pt x="9993" y="887"/>
                </a:cubicBezTo>
                <a:cubicBezTo>
                  <a:pt x="9841" y="887"/>
                  <a:pt x="9714" y="989"/>
                  <a:pt x="9675" y="1139"/>
                </a:cubicBezTo>
                <a:lnTo>
                  <a:pt x="10305" y="1139"/>
                </a:lnTo>
                <a:close/>
                <a:moveTo>
                  <a:pt x="4027" y="763"/>
                </a:moveTo>
                <a:cubicBezTo>
                  <a:pt x="3926" y="763"/>
                  <a:pt x="3836" y="802"/>
                  <a:pt x="3768" y="864"/>
                </a:cubicBezTo>
                <a:lnTo>
                  <a:pt x="3768" y="827"/>
                </a:lnTo>
                <a:cubicBezTo>
                  <a:pt x="3768" y="809"/>
                  <a:pt x="3761" y="793"/>
                  <a:pt x="3750" y="783"/>
                </a:cubicBezTo>
                <a:cubicBezTo>
                  <a:pt x="3740" y="770"/>
                  <a:pt x="3724" y="763"/>
                  <a:pt x="3706" y="763"/>
                </a:cubicBezTo>
                <a:cubicBezTo>
                  <a:pt x="3688" y="763"/>
                  <a:pt x="3670" y="770"/>
                  <a:pt x="3660" y="783"/>
                </a:cubicBezTo>
                <a:cubicBezTo>
                  <a:pt x="3649" y="795"/>
                  <a:pt x="3643" y="811"/>
                  <a:pt x="3643" y="827"/>
                </a:cubicBezTo>
                <a:lnTo>
                  <a:pt x="3643" y="1652"/>
                </a:lnTo>
                <a:lnTo>
                  <a:pt x="3644" y="1654"/>
                </a:lnTo>
                <a:lnTo>
                  <a:pt x="3644" y="1654"/>
                </a:lnTo>
                <a:cubicBezTo>
                  <a:pt x="3644" y="1657"/>
                  <a:pt x="3646" y="1659"/>
                  <a:pt x="3648" y="1663"/>
                </a:cubicBezTo>
                <a:cubicBezTo>
                  <a:pt x="3657" y="1679"/>
                  <a:pt x="3671" y="1689"/>
                  <a:pt x="3688" y="1694"/>
                </a:cubicBezTo>
                <a:lnTo>
                  <a:pt x="3690" y="1694"/>
                </a:lnTo>
                <a:lnTo>
                  <a:pt x="3704" y="1694"/>
                </a:lnTo>
                <a:cubicBezTo>
                  <a:pt x="3713" y="1694"/>
                  <a:pt x="3722" y="1693"/>
                  <a:pt x="3731" y="1689"/>
                </a:cubicBezTo>
                <a:cubicBezTo>
                  <a:pt x="3738" y="1686"/>
                  <a:pt x="3745" y="1680"/>
                  <a:pt x="3750" y="1673"/>
                </a:cubicBezTo>
                <a:lnTo>
                  <a:pt x="3750" y="1673"/>
                </a:lnTo>
                <a:cubicBezTo>
                  <a:pt x="3750" y="1673"/>
                  <a:pt x="3750" y="1671"/>
                  <a:pt x="3752" y="1671"/>
                </a:cubicBezTo>
                <a:lnTo>
                  <a:pt x="3752" y="1671"/>
                </a:lnTo>
                <a:cubicBezTo>
                  <a:pt x="3755" y="1668"/>
                  <a:pt x="3759" y="1663"/>
                  <a:pt x="3761" y="1659"/>
                </a:cubicBezTo>
                <a:cubicBezTo>
                  <a:pt x="3762" y="1654"/>
                  <a:pt x="3764" y="1650"/>
                  <a:pt x="3764" y="1645"/>
                </a:cubicBezTo>
                <a:lnTo>
                  <a:pt x="3764" y="1643"/>
                </a:lnTo>
                <a:lnTo>
                  <a:pt x="3764" y="1147"/>
                </a:lnTo>
                <a:cubicBezTo>
                  <a:pt x="3766" y="1077"/>
                  <a:pt x="3796" y="1012"/>
                  <a:pt x="3842" y="966"/>
                </a:cubicBezTo>
                <a:cubicBezTo>
                  <a:pt x="3888" y="920"/>
                  <a:pt x="3953" y="890"/>
                  <a:pt x="4023" y="890"/>
                </a:cubicBezTo>
                <a:cubicBezTo>
                  <a:pt x="4095" y="890"/>
                  <a:pt x="4159" y="918"/>
                  <a:pt x="4205" y="966"/>
                </a:cubicBezTo>
                <a:cubicBezTo>
                  <a:pt x="4251" y="1012"/>
                  <a:pt x="4279" y="1077"/>
                  <a:pt x="4279" y="1147"/>
                </a:cubicBezTo>
                <a:lnTo>
                  <a:pt x="4279" y="1634"/>
                </a:lnTo>
                <a:cubicBezTo>
                  <a:pt x="4279" y="1652"/>
                  <a:pt x="4286" y="1668"/>
                  <a:pt x="4298" y="1680"/>
                </a:cubicBezTo>
                <a:cubicBezTo>
                  <a:pt x="4310" y="1691"/>
                  <a:pt x="4326" y="1698"/>
                  <a:pt x="4342" y="1698"/>
                </a:cubicBezTo>
                <a:cubicBezTo>
                  <a:pt x="4360" y="1698"/>
                  <a:pt x="4376" y="1691"/>
                  <a:pt x="4386" y="1680"/>
                </a:cubicBezTo>
                <a:cubicBezTo>
                  <a:pt x="4399" y="1670"/>
                  <a:pt x="4406" y="1652"/>
                  <a:pt x="4406" y="1634"/>
                </a:cubicBezTo>
                <a:lnTo>
                  <a:pt x="4406" y="1147"/>
                </a:lnTo>
                <a:cubicBezTo>
                  <a:pt x="4413" y="936"/>
                  <a:pt x="4240" y="763"/>
                  <a:pt x="4027" y="763"/>
                </a:cubicBezTo>
                <a:close/>
                <a:moveTo>
                  <a:pt x="5294" y="901"/>
                </a:moveTo>
                <a:cubicBezTo>
                  <a:pt x="5375" y="985"/>
                  <a:pt x="5421" y="1103"/>
                  <a:pt x="5423" y="1230"/>
                </a:cubicBezTo>
                <a:cubicBezTo>
                  <a:pt x="5423" y="1356"/>
                  <a:pt x="5375" y="1472"/>
                  <a:pt x="5294" y="1559"/>
                </a:cubicBezTo>
                <a:cubicBezTo>
                  <a:pt x="5214" y="1643"/>
                  <a:pt x="5101" y="1698"/>
                  <a:pt x="4978" y="1698"/>
                </a:cubicBezTo>
                <a:cubicBezTo>
                  <a:pt x="4854" y="1698"/>
                  <a:pt x="4744" y="1644"/>
                  <a:pt x="4663" y="1559"/>
                </a:cubicBezTo>
                <a:cubicBezTo>
                  <a:pt x="4582" y="1475"/>
                  <a:pt x="4533" y="1356"/>
                  <a:pt x="4533" y="1230"/>
                </a:cubicBezTo>
                <a:cubicBezTo>
                  <a:pt x="4533" y="1103"/>
                  <a:pt x="4582" y="987"/>
                  <a:pt x="4663" y="901"/>
                </a:cubicBezTo>
                <a:cubicBezTo>
                  <a:pt x="4742" y="816"/>
                  <a:pt x="4855" y="761"/>
                  <a:pt x="4978" y="761"/>
                </a:cubicBezTo>
                <a:cubicBezTo>
                  <a:pt x="5103" y="761"/>
                  <a:pt x="5214" y="816"/>
                  <a:pt x="5294" y="901"/>
                </a:cubicBezTo>
                <a:close/>
                <a:moveTo>
                  <a:pt x="5296" y="1230"/>
                </a:moveTo>
                <a:cubicBezTo>
                  <a:pt x="5296" y="1135"/>
                  <a:pt x="5258" y="1049"/>
                  <a:pt x="5200" y="987"/>
                </a:cubicBezTo>
                <a:cubicBezTo>
                  <a:pt x="5141" y="925"/>
                  <a:pt x="5063" y="887"/>
                  <a:pt x="4978" y="887"/>
                </a:cubicBezTo>
                <a:cubicBezTo>
                  <a:pt x="4892" y="887"/>
                  <a:pt x="4813" y="925"/>
                  <a:pt x="4755" y="987"/>
                </a:cubicBezTo>
                <a:cubicBezTo>
                  <a:pt x="4696" y="1049"/>
                  <a:pt x="4659" y="1135"/>
                  <a:pt x="4659" y="1230"/>
                </a:cubicBezTo>
                <a:cubicBezTo>
                  <a:pt x="4659" y="1324"/>
                  <a:pt x="4696" y="1410"/>
                  <a:pt x="4755" y="1471"/>
                </a:cubicBezTo>
                <a:cubicBezTo>
                  <a:pt x="4813" y="1533"/>
                  <a:pt x="4892" y="1569"/>
                  <a:pt x="4978" y="1569"/>
                </a:cubicBezTo>
                <a:cubicBezTo>
                  <a:pt x="5065" y="1569"/>
                  <a:pt x="5144" y="1532"/>
                  <a:pt x="5200" y="1471"/>
                </a:cubicBezTo>
                <a:cubicBezTo>
                  <a:pt x="5259" y="1409"/>
                  <a:pt x="5296" y="1324"/>
                  <a:pt x="5296" y="1230"/>
                </a:cubicBezTo>
                <a:close/>
                <a:moveTo>
                  <a:pt x="6671" y="768"/>
                </a:moveTo>
                <a:lnTo>
                  <a:pt x="6671" y="768"/>
                </a:lnTo>
                <a:cubicBezTo>
                  <a:pt x="6669" y="768"/>
                  <a:pt x="6669" y="768"/>
                  <a:pt x="6671" y="768"/>
                </a:cubicBezTo>
                <a:cubicBezTo>
                  <a:pt x="6662" y="765"/>
                  <a:pt x="6655" y="763"/>
                  <a:pt x="6648" y="763"/>
                </a:cubicBezTo>
                <a:cubicBezTo>
                  <a:pt x="6636" y="763"/>
                  <a:pt x="6624" y="767"/>
                  <a:pt x="6613" y="774"/>
                </a:cubicBezTo>
                <a:cubicBezTo>
                  <a:pt x="6603" y="781"/>
                  <a:pt x="6593" y="790"/>
                  <a:pt x="6588" y="802"/>
                </a:cubicBezTo>
                <a:lnTo>
                  <a:pt x="6588" y="802"/>
                </a:lnTo>
                <a:lnTo>
                  <a:pt x="6345" y="1467"/>
                </a:lnTo>
                <a:lnTo>
                  <a:pt x="6158" y="1022"/>
                </a:lnTo>
                <a:lnTo>
                  <a:pt x="6158" y="1022"/>
                </a:lnTo>
                <a:cubicBezTo>
                  <a:pt x="6153" y="1010"/>
                  <a:pt x="6144" y="999"/>
                  <a:pt x="6133" y="994"/>
                </a:cubicBezTo>
                <a:cubicBezTo>
                  <a:pt x="6123" y="987"/>
                  <a:pt x="6110" y="983"/>
                  <a:pt x="6096" y="983"/>
                </a:cubicBezTo>
                <a:cubicBezTo>
                  <a:pt x="6084" y="983"/>
                  <a:pt x="6072" y="987"/>
                  <a:pt x="6061" y="994"/>
                </a:cubicBezTo>
                <a:cubicBezTo>
                  <a:pt x="6051" y="1001"/>
                  <a:pt x="6042" y="1010"/>
                  <a:pt x="6036" y="1022"/>
                </a:cubicBezTo>
                <a:lnTo>
                  <a:pt x="6036" y="1022"/>
                </a:lnTo>
                <a:lnTo>
                  <a:pt x="5848" y="1467"/>
                </a:lnTo>
                <a:lnTo>
                  <a:pt x="5603" y="802"/>
                </a:lnTo>
                <a:lnTo>
                  <a:pt x="5603" y="802"/>
                </a:lnTo>
                <a:cubicBezTo>
                  <a:pt x="5599" y="790"/>
                  <a:pt x="5591" y="779"/>
                  <a:pt x="5580" y="772"/>
                </a:cubicBezTo>
                <a:cubicBezTo>
                  <a:pt x="5569" y="765"/>
                  <a:pt x="5557" y="761"/>
                  <a:pt x="5545" y="761"/>
                </a:cubicBezTo>
                <a:cubicBezTo>
                  <a:pt x="5536" y="761"/>
                  <a:pt x="5529" y="763"/>
                  <a:pt x="5520" y="767"/>
                </a:cubicBezTo>
                <a:lnTo>
                  <a:pt x="5520" y="767"/>
                </a:lnTo>
                <a:lnTo>
                  <a:pt x="5520" y="767"/>
                </a:lnTo>
                <a:cubicBezTo>
                  <a:pt x="5497" y="777"/>
                  <a:pt x="5483" y="800"/>
                  <a:pt x="5483" y="825"/>
                </a:cubicBezTo>
                <a:cubicBezTo>
                  <a:pt x="5483" y="832"/>
                  <a:pt x="5485" y="841"/>
                  <a:pt x="5488" y="848"/>
                </a:cubicBezTo>
                <a:lnTo>
                  <a:pt x="5488" y="848"/>
                </a:lnTo>
                <a:lnTo>
                  <a:pt x="5790" y="1654"/>
                </a:lnTo>
                <a:lnTo>
                  <a:pt x="5790" y="1654"/>
                </a:lnTo>
                <a:cubicBezTo>
                  <a:pt x="5791" y="1659"/>
                  <a:pt x="5795" y="1666"/>
                  <a:pt x="5800" y="1671"/>
                </a:cubicBezTo>
                <a:cubicBezTo>
                  <a:pt x="5804" y="1675"/>
                  <a:pt x="5809" y="1679"/>
                  <a:pt x="5814" y="1682"/>
                </a:cubicBezTo>
                <a:cubicBezTo>
                  <a:pt x="5816" y="1684"/>
                  <a:pt x="5816" y="1684"/>
                  <a:pt x="5820" y="1686"/>
                </a:cubicBezTo>
                <a:cubicBezTo>
                  <a:pt x="5821" y="1687"/>
                  <a:pt x="5825" y="1687"/>
                  <a:pt x="5829" y="1689"/>
                </a:cubicBezTo>
                <a:cubicBezTo>
                  <a:pt x="5834" y="1691"/>
                  <a:pt x="5841" y="1693"/>
                  <a:pt x="5850" y="1693"/>
                </a:cubicBezTo>
                <a:cubicBezTo>
                  <a:pt x="5862" y="1693"/>
                  <a:pt x="5873" y="1689"/>
                  <a:pt x="5883" y="1682"/>
                </a:cubicBezTo>
                <a:cubicBezTo>
                  <a:pt x="5892" y="1675"/>
                  <a:pt x="5901" y="1666"/>
                  <a:pt x="5906" y="1654"/>
                </a:cubicBezTo>
                <a:lnTo>
                  <a:pt x="5906" y="1654"/>
                </a:lnTo>
                <a:lnTo>
                  <a:pt x="6096" y="1200"/>
                </a:lnTo>
                <a:lnTo>
                  <a:pt x="6287" y="1652"/>
                </a:lnTo>
                <a:lnTo>
                  <a:pt x="6287" y="1652"/>
                </a:lnTo>
                <a:cubicBezTo>
                  <a:pt x="6290" y="1664"/>
                  <a:pt x="6299" y="1673"/>
                  <a:pt x="6308" y="1680"/>
                </a:cubicBezTo>
                <a:cubicBezTo>
                  <a:pt x="6317" y="1687"/>
                  <a:pt x="6327" y="1693"/>
                  <a:pt x="6340" y="1693"/>
                </a:cubicBezTo>
                <a:lnTo>
                  <a:pt x="6348" y="1693"/>
                </a:lnTo>
                <a:cubicBezTo>
                  <a:pt x="6355" y="1693"/>
                  <a:pt x="6364" y="1691"/>
                  <a:pt x="6370" y="1689"/>
                </a:cubicBezTo>
                <a:cubicBezTo>
                  <a:pt x="6377" y="1687"/>
                  <a:pt x="6382" y="1684"/>
                  <a:pt x="6385" y="1680"/>
                </a:cubicBezTo>
                <a:cubicBezTo>
                  <a:pt x="6396" y="1673"/>
                  <a:pt x="6403" y="1661"/>
                  <a:pt x="6408" y="1650"/>
                </a:cubicBezTo>
                <a:lnTo>
                  <a:pt x="6408" y="1650"/>
                </a:lnTo>
                <a:lnTo>
                  <a:pt x="6708" y="848"/>
                </a:lnTo>
                <a:cubicBezTo>
                  <a:pt x="6711" y="841"/>
                  <a:pt x="6713" y="832"/>
                  <a:pt x="6713" y="825"/>
                </a:cubicBezTo>
                <a:cubicBezTo>
                  <a:pt x="6708" y="802"/>
                  <a:pt x="6694" y="779"/>
                  <a:pt x="6671" y="76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13"/>
              <a:buFont typeface="Arial"/>
              <a:buNone/>
            </a:pPr>
            <a:r>
              <a:t/>
            </a:r>
            <a:endParaRPr b="0" i="0" sz="1013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29" name="Google Shape;129;p49"/>
          <p:cNvSpPr/>
          <p:nvPr/>
        </p:nvSpPr>
        <p:spPr>
          <a:xfrm>
            <a:off x="5917776" y="1776875"/>
            <a:ext cx="4395610" cy="4179094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>
              <a:alpha val="1098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 You 01">
  <p:cSld name="Thank You">
    <p:bg>
      <p:bgPr>
        <a:solidFill>
          <a:schemeClr val="accent1"/>
        </a:solid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50"/>
          <p:cNvSpPr/>
          <p:nvPr/>
        </p:nvSpPr>
        <p:spPr>
          <a:xfrm>
            <a:off x="457200" y="4444162"/>
            <a:ext cx="1444930" cy="330450"/>
          </a:xfrm>
          <a:custGeom>
            <a:rect b="b" l="l" r="r" t="t"/>
            <a:pathLst>
              <a:path extrusionOk="0" h="2451" w="10771">
                <a:moveTo>
                  <a:pt x="10625" y="726"/>
                </a:moveTo>
                <a:lnTo>
                  <a:pt x="10597" y="726"/>
                </a:lnTo>
                <a:lnTo>
                  <a:pt x="10597" y="761"/>
                </a:lnTo>
                <a:lnTo>
                  <a:pt x="10625" y="761"/>
                </a:lnTo>
                <a:cubicBezTo>
                  <a:pt x="10638" y="761"/>
                  <a:pt x="10646" y="756"/>
                  <a:pt x="10646" y="744"/>
                </a:cubicBezTo>
                <a:cubicBezTo>
                  <a:pt x="10646" y="731"/>
                  <a:pt x="10639" y="726"/>
                  <a:pt x="10625" y="726"/>
                </a:cubicBezTo>
                <a:close/>
                <a:moveTo>
                  <a:pt x="10562" y="693"/>
                </a:moveTo>
                <a:lnTo>
                  <a:pt x="10625" y="693"/>
                </a:lnTo>
                <a:cubicBezTo>
                  <a:pt x="10660" y="693"/>
                  <a:pt x="10683" y="712"/>
                  <a:pt x="10683" y="742"/>
                </a:cubicBezTo>
                <a:cubicBezTo>
                  <a:pt x="10683" y="760"/>
                  <a:pt x="10675" y="774"/>
                  <a:pt x="10660" y="783"/>
                </a:cubicBezTo>
                <a:lnTo>
                  <a:pt x="10685" y="820"/>
                </a:lnTo>
                <a:lnTo>
                  <a:pt x="10685" y="827"/>
                </a:lnTo>
                <a:lnTo>
                  <a:pt x="10648" y="827"/>
                </a:lnTo>
                <a:lnTo>
                  <a:pt x="10623" y="791"/>
                </a:lnTo>
                <a:lnTo>
                  <a:pt x="10595" y="791"/>
                </a:lnTo>
                <a:lnTo>
                  <a:pt x="10595" y="827"/>
                </a:lnTo>
                <a:lnTo>
                  <a:pt x="10560" y="827"/>
                </a:lnTo>
                <a:lnTo>
                  <a:pt x="10560" y="693"/>
                </a:lnTo>
                <a:lnTo>
                  <a:pt x="10562" y="693"/>
                </a:lnTo>
                <a:close/>
                <a:moveTo>
                  <a:pt x="10742" y="761"/>
                </a:moveTo>
                <a:cubicBezTo>
                  <a:pt x="10742" y="691"/>
                  <a:pt x="10694" y="636"/>
                  <a:pt x="10622" y="636"/>
                </a:cubicBezTo>
                <a:cubicBezTo>
                  <a:pt x="10551" y="636"/>
                  <a:pt x="10504" y="687"/>
                  <a:pt x="10504" y="761"/>
                </a:cubicBezTo>
                <a:cubicBezTo>
                  <a:pt x="10504" y="832"/>
                  <a:pt x="10551" y="887"/>
                  <a:pt x="10622" y="887"/>
                </a:cubicBezTo>
                <a:cubicBezTo>
                  <a:pt x="10694" y="888"/>
                  <a:pt x="10742" y="834"/>
                  <a:pt x="10742" y="761"/>
                </a:cubicBezTo>
                <a:close/>
                <a:moveTo>
                  <a:pt x="10770" y="761"/>
                </a:moveTo>
                <a:cubicBezTo>
                  <a:pt x="10770" y="846"/>
                  <a:pt x="10713" y="915"/>
                  <a:pt x="10620" y="915"/>
                </a:cubicBezTo>
                <a:cubicBezTo>
                  <a:pt x="10527" y="915"/>
                  <a:pt x="10472" y="844"/>
                  <a:pt x="10472" y="761"/>
                </a:cubicBezTo>
                <a:cubicBezTo>
                  <a:pt x="10472" y="677"/>
                  <a:pt x="10527" y="608"/>
                  <a:pt x="10620" y="608"/>
                </a:cubicBezTo>
                <a:cubicBezTo>
                  <a:pt x="10715" y="608"/>
                  <a:pt x="10770" y="679"/>
                  <a:pt x="10770" y="761"/>
                </a:cubicBezTo>
                <a:close/>
                <a:moveTo>
                  <a:pt x="2384" y="1061"/>
                </a:moveTo>
                <a:lnTo>
                  <a:pt x="2095" y="1228"/>
                </a:lnTo>
                <a:lnTo>
                  <a:pt x="2384" y="1395"/>
                </a:lnTo>
                <a:cubicBezTo>
                  <a:pt x="2457" y="1437"/>
                  <a:pt x="2483" y="1530"/>
                  <a:pt x="2441" y="1603"/>
                </a:cubicBezTo>
                <a:cubicBezTo>
                  <a:pt x="2398" y="1675"/>
                  <a:pt x="2305" y="1700"/>
                  <a:pt x="2233" y="1659"/>
                </a:cubicBezTo>
                <a:lnTo>
                  <a:pt x="1717" y="1361"/>
                </a:lnTo>
                <a:cubicBezTo>
                  <a:pt x="1681" y="1342"/>
                  <a:pt x="1658" y="1310"/>
                  <a:pt x="1648" y="1275"/>
                </a:cubicBezTo>
                <a:cubicBezTo>
                  <a:pt x="1642" y="1259"/>
                  <a:pt x="1641" y="1242"/>
                  <a:pt x="1641" y="1227"/>
                </a:cubicBezTo>
                <a:cubicBezTo>
                  <a:pt x="1641" y="1214"/>
                  <a:pt x="1642" y="1202"/>
                  <a:pt x="1646" y="1191"/>
                </a:cubicBezTo>
                <a:cubicBezTo>
                  <a:pt x="1657" y="1154"/>
                  <a:pt x="1681" y="1121"/>
                  <a:pt x="1717" y="1100"/>
                </a:cubicBezTo>
                <a:lnTo>
                  <a:pt x="2233" y="802"/>
                </a:lnTo>
                <a:cubicBezTo>
                  <a:pt x="2305" y="760"/>
                  <a:pt x="2398" y="784"/>
                  <a:pt x="2441" y="858"/>
                </a:cubicBezTo>
                <a:cubicBezTo>
                  <a:pt x="2483" y="925"/>
                  <a:pt x="2457" y="1019"/>
                  <a:pt x="2384" y="1061"/>
                </a:cubicBezTo>
                <a:close/>
                <a:moveTo>
                  <a:pt x="2111" y="1869"/>
                </a:moveTo>
                <a:lnTo>
                  <a:pt x="1595" y="1571"/>
                </a:lnTo>
                <a:cubicBezTo>
                  <a:pt x="1567" y="1555"/>
                  <a:pt x="1537" y="1548"/>
                  <a:pt x="1507" y="1552"/>
                </a:cubicBezTo>
                <a:cubicBezTo>
                  <a:pt x="1428" y="1557"/>
                  <a:pt x="1366" y="1624"/>
                  <a:pt x="1366" y="1703"/>
                </a:cubicBezTo>
                <a:lnTo>
                  <a:pt x="1366" y="2299"/>
                </a:lnTo>
                <a:cubicBezTo>
                  <a:pt x="1366" y="2383"/>
                  <a:pt x="1435" y="2450"/>
                  <a:pt x="1517" y="2450"/>
                </a:cubicBezTo>
                <a:cubicBezTo>
                  <a:pt x="1602" y="2450"/>
                  <a:pt x="1669" y="2382"/>
                  <a:pt x="1669" y="2299"/>
                </a:cubicBezTo>
                <a:lnTo>
                  <a:pt x="1669" y="1964"/>
                </a:lnTo>
                <a:lnTo>
                  <a:pt x="1958" y="2131"/>
                </a:lnTo>
                <a:cubicBezTo>
                  <a:pt x="2030" y="2174"/>
                  <a:pt x="2124" y="2149"/>
                  <a:pt x="2166" y="2077"/>
                </a:cubicBezTo>
                <a:cubicBezTo>
                  <a:pt x="2208" y="2005"/>
                  <a:pt x="2183" y="1911"/>
                  <a:pt x="2111" y="1869"/>
                </a:cubicBezTo>
                <a:close/>
                <a:moveTo>
                  <a:pt x="1514" y="1284"/>
                </a:moveTo>
                <a:lnTo>
                  <a:pt x="1299" y="1499"/>
                </a:lnTo>
                <a:cubicBezTo>
                  <a:pt x="1294" y="1506"/>
                  <a:pt x="1281" y="1511"/>
                  <a:pt x="1272" y="1511"/>
                </a:cubicBezTo>
                <a:lnTo>
                  <a:pt x="1257" y="1511"/>
                </a:lnTo>
                <a:lnTo>
                  <a:pt x="1225" y="1511"/>
                </a:lnTo>
                <a:lnTo>
                  <a:pt x="1209" y="1511"/>
                </a:lnTo>
                <a:cubicBezTo>
                  <a:pt x="1200" y="1511"/>
                  <a:pt x="1188" y="1506"/>
                  <a:pt x="1183" y="1499"/>
                </a:cubicBezTo>
                <a:lnTo>
                  <a:pt x="968" y="1284"/>
                </a:lnTo>
                <a:cubicBezTo>
                  <a:pt x="962" y="1279"/>
                  <a:pt x="957" y="1266"/>
                  <a:pt x="957" y="1257"/>
                </a:cubicBezTo>
                <a:lnTo>
                  <a:pt x="957" y="1243"/>
                </a:lnTo>
                <a:lnTo>
                  <a:pt x="957" y="1211"/>
                </a:lnTo>
                <a:lnTo>
                  <a:pt x="957" y="1195"/>
                </a:lnTo>
                <a:cubicBezTo>
                  <a:pt x="957" y="1186"/>
                  <a:pt x="962" y="1174"/>
                  <a:pt x="968" y="1168"/>
                </a:cubicBezTo>
                <a:lnTo>
                  <a:pt x="1183" y="954"/>
                </a:lnTo>
                <a:cubicBezTo>
                  <a:pt x="1190" y="946"/>
                  <a:pt x="1200" y="943"/>
                  <a:pt x="1209" y="943"/>
                </a:cubicBezTo>
                <a:lnTo>
                  <a:pt x="1225" y="943"/>
                </a:lnTo>
                <a:lnTo>
                  <a:pt x="1257" y="943"/>
                </a:lnTo>
                <a:lnTo>
                  <a:pt x="1272" y="943"/>
                </a:lnTo>
                <a:cubicBezTo>
                  <a:pt x="1281" y="943"/>
                  <a:pt x="1294" y="948"/>
                  <a:pt x="1299" y="954"/>
                </a:cubicBezTo>
                <a:lnTo>
                  <a:pt x="1514" y="1168"/>
                </a:lnTo>
                <a:cubicBezTo>
                  <a:pt x="1519" y="1174"/>
                  <a:pt x="1524" y="1186"/>
                  <a:pt x="1524" y="1195"/>
                </a:cubicBezTo>
                <a:lnTo>
                  <a:pt x="1524" y="1211"/>
                </a:lnTo>
                <a:lnTo>
                  <a:pt x="1524" y="1243"/>
                </a:lnTo>
                <a:lnTo>
                  <a:pt x="1524" y="1257"/>
                </a:lnTo>
                <a:cubicBezTo>
                  <a:pt x="1526" y="1266"/>
                  <a:pt x="1521" y="1279"/>
                  <a:pt x="1514" y="1284"/>
                </a:cubicBezTo>
                <a:close/>
                <a:moveTo>
                  <a:pt x="1343" y="1227"/>
                </a:moveTo>
                <a:cubicBezTo>
                  <a:pt x="1343" y="1218"/>
                  <a:pt x="1338" y="1205"/>
                  <a:pt x="1332" y="1200"/>
                </a:cubicBezTo>
                <a:lnTo>
                  <a:pt x="1271" y="1139"/>
                </a:lnTo>
                <a:cubicBezTo>
                  <a:pt x="1265" y="1133"/>
                  <a:pt x="1253" y="1128"/>
                  <a:pt x="1244" y="1128"/>
                </a:cubicBezTo>
                <a:lnTo>
                  <a:pt x="1242" y="1128"/>
                </a:lnTo>
                <a:cubicBezTo>
                  <a:pt x="1234" y="1128"/>
                  <a:pt x="1221" y="1133"/>
                  <a:pt x="1216" y="1139"/>
                </a:cubicBezTo>
                <a:lnTo>
                  <a:pt x="1154" y="1200"/>
                </a:lnTo>
                <a:cubicBezTo>
                  <a:pt x="1147" y="1207"/>
                  <a:pt x="1144" y="1220"/>
                  <a:pt x="1144" y="1227"/>
                </a:cubicBezTo>
                <a:lnTo>
                  <a:pt x="1144" y="1228"/>
                </a:lnTo>
                <a:cubicBezTo>
                  <a:pt x="1144" y="1237"/>
                  <a:pt x="1149" y="1249"/>
                  <a:pt x="1154" y="1254"/>
                </a:cubicBezTo>
                <a:lnTo>
                  <a:pt x="1216" y="1316"/>
                </a:lnTo>
                <a:cubicBezTo>
                  <a:pt x="1221" y="1321"/>
                  <a:pt x="1234" y="1326"/>
                  <a:pt x="1242" y="1326"/>
                </a:cubicBezTo>
                <a:lnTo>
                  <a:pt x="1244" y="1326"/>
                </a:lnTo>
                <a:cubicBezTo>
                  <a:pt x="1253" y="1326"/>
                  <a:pt x="1265" y="1321"/>
                  <a:pt x="1271" y="1316"/>
                </a:cubicBezTo>
                <a:lnTo>
                  <a:pt x="1332" y="1254"/>
                </a:lnTo>
                <a:cubicBezTo>
                  <a:pt x="1338" y="1247"/>
                  <a:pt x="1343" y="1237"/>
                  <a:pt x="1343" y="1228"/>
                </a:cubicBezTo>
                <a:lnTo>
                  <a:pt x="1343" y="1227"/>
                </a:lnTo>
                <a:close/>
                <a:moveTo>
                  <a:pt x="370" y="583"/>
                </a:moveTo>
                <a:lnTo>
                  <a:pt x="887" y="881"/>
                </a:lnTo>
                <a:cubicBezTo>
                  <a:pt x="915" y="897"/>
                  <a:pt x="945" y="904"/>
                  <a:pt x="975" y="901"/>
                </a:cubicBezTo>
                <a:cubicBezTo>
                  <a:pt x="1054" y="895"/>
                  <a:pt x="1116" y="828"/>
                  <a:pt x="1116" y="749"/>
                </a:cubicBezTo>
                <a:lnTo>
                  <a:pt x="1116" y="152"/>
                </a:lnTo>
                <a:cubicBezTo>
                  <a:pt x="1116" y="67"/>
                  <a:pt x="1047" y="0"/>
                  <a:pt x="964" y="0"/>
                </a:cubicBezTo>
                <a:cubicBezTo>
                  <a:pt x="879" y="0"/>
                  <a:pt x="812" y="69"/>
                  <a:pt x="812" y="152"/>
                </a:cubicBezTo>
                <a:lnTo>
                  <a:pt x="812" y="487"/>
                </a:lnTo>
                <a:lnTo>
                  <a:pt x="523" y="319"/>
                </a:lnTo>
                <a:cubicBezTo>
                  <a:pt x="451" y="277"/>
                  <a:pt x="358" y="302"/>
                  <a:pt x="316" y="376"/>
                </a:cubicBezTo>
                <a:cubicBezTo>
                  <a:pt x="273" y="450"/>
                  <a:pt x="298" y="543"/>
                  <a:pt x="370" y="583"/>
                </a:cubicBezTo>
                <a:close/>
                <a:moveTo>
                  <a:pt x="1505" y="902"/>
                </a:moveTo>
                <a:cubicBezTo>
                  <a:pt x="1535" y="904"/>
                  <a:pt x="1565" y="899"/>
                  <a:pt x="1593" y="883"/>
                </a:cubicBezTo>
                <a:lnTo>
                  <a:pt x="2109" y="585"/>
                </a:lnTo>
                <a:cubicBezTo>
                  <a:pt x="2182" y="543"/>
                  <a:pt x="2206" y="450"/>
                  <a:pt x="2166" y="377"/>
                </a:cubicBezTo>
                <a:cubicBezTo>
                  <a:pt x="2124" y="305"/>
                  <a:pt x="2030" y="280"/>
                  <a:pt x="1958" y="321"/>
                </a:cubicBezTo>
                <a:lnTo>
                  <a:pt x="1669" y="488"/>
                </a:lnTo>
                <a:lnTo>
                  <a:pt x="1669" y="153"/>
                </a:lnTo>
                <a:cubicBezTo>
                  <a:pt x="1669" y="69"/>
                  <a:pt x="1600" y="2"/>
                  <a:pt x="1517" y="2"/>
                </a:cubicBezTo>
                <a:cubicBezTo>
                  <a:pt x="1433" y="2"/>
                  <a:pt x="1366" y="71"/>
                  <a:pt x="1366" y="153"/>
                </a:cubicBezTo>
                <a:lnTo>
                  <a:pt x="1366" y="751"/>
                </a:lnTo>
                <a:cubicBezTo>
                  <a:pt x="1366" y="830"/>
                  <a:pt x="1428" y="897"/>
                  <a:pt x="1505" y="902"/>
                </a:cubicBezTo>
                <a:close/>
                <a:moveTo>
                  <a:pt x="976" y="1550"/>
                </a:moveTo>
                <a:cubicBezTo>
                  <a:pt x="946" y="1548"/>
                  <a:pt x="916" y="1553"/>
                  <a:pt x="888" y="1569"/>
                </a:cubicBezTo>
                <a:lnTo>
                  <a:pt x="372" y="1867"/>
                </a:lnTo>
                <a:cubicBezTo>
                  <a:pt x="300" y="1909"/>
                  <a:pt x="275" y="2003"/>
                  <a:pt x="316" y="2075"/>
                </a:cubicBezTo>
                <a:cubicBezTo>
                  <a:pt x="358" y="2147"/>
                  <a:pt x="451" y="2172"/>
                  <a:pt x="523" y="2130"/>
                </a:cubicBezTo>
                <a:lnTo>
                  <a:pt x="812" y="1962"/>
                </a:lnTo>
                <a:lnTo>
                  <a:pt x="812" y="2297"/>
                </a:lnTo>
                <a:cubicBezTo>
                  <a:pt x="812" y="2382"/>
                  <a:pt x="881" y="2449"/>
                  <a:pt x="964" y="2449"/>
                </a:cubicBezTo>
                <a:cubicBezTo>
                  <a:pt x="1049" y="2449"/>
                  <a:pt x="1116" y="2380"/>
                  <a:pt x="1116" y="2297"/>
                </a:cubicBezTo>
                <a:lnTo>
                  <a:pt x="1116" y="1700"/>
                </a:lnTo>
                <a:cubicBezTo>
                  <a:pt x="1117" y="1622"/>
                  <a:pt x="1056" y="1557"/>
                  <a:pt x="976" y="1550"/>
                </a:cubicBezTo>
                <a:close/>
                <a:moveTo>
                  <a:pt x="835" y="1271"/>
                </a:moveTo>
                <a:cubicBezTo>
                  <a:pt x="841" y="1256"/>
                  <a:pt x="842" y="1239"/>
                  <a:pt x="842" y="1223"/>
                </a:cubicBezTo>
                <a:cubicBezTo>
                  <a:pt x="842" y="1211"/>
                  <a:pt x="841" y="1198"/>
                  <a:pt x="837" y="1188"/>
                </a:cubicBezTo>
                <a:cubicBezTo>
                  <a:pt x="827" y="1151"/>
                  <a:pt x="802" y="1117"/>
                  <a:pt x="767" y="1096"/>
                </a:cubicBezTo>
                <a:lnTo>
                  <a:pt x="250" y="797"/>
                </a:lnTo>
                <a:cubicBezTo>
                  <a:pt x="178" y="754"/>
                  <a:pt x="85" y="779"/>
                  <a:pt x="42" y="853"/>
                </a:cubicBezTo>
                <a:cubicBezTo>
                  <a:pt x="0" y="925"/>
                  <a:pt x="25" y="1019"/>
                  <a:pt x="99" y="1061"/>
                </a:cubicBezTo>
                <a:lnTo>
                  <a:pt x="388" y="1228"/>
                </a:lnTo>
                <a:lnTo>
                  <a:pt x="99" y="1395"/>
                </a:lnTo>
                <a:cubicBezTo>
                  <a:pt x="27" y="1437"/>
                  <a:pt x="2" y="1530"/>
                  <a:pt x="42" y="1603"/>
                </a:cubicBezTo>
                <a:cubicBezTo>
                  <a:pt x="85" y="1675"/>
                  <a:pt x="178" y="1700"/>
                  <a:pt x="250" y="1659"/>
                </a:cubicBezTo>
                <a:lnTo>
                  <a:pt x="767" y="1361"/>
                </a:lnTo>
                <a:cubicBezTo>
                  <a:pt x="802" y="1338"/>
                  <a:pt x="825" y="1307"/>
                  <a:pt x="835" y="1271"/>
                </a:cubicBezTo>
                <a:close/>
                <a:moveTo>
                  <a:pt x="7251" y="379"/>
                </a:moveTo>
                <a:lnTo>
                  <a:pt x="7237" y="379"/>
                </a:lnTo>
                <a:cubicBezTo>
                  <a:pt x="7235" y="379"/>
                  <a:pt x="7233" y="379"/>
                  <a:pt x="7231" y="379"/>
                </a:cubicBezTo>
                <a:cubicBezTo>
                  <a:pt x="7229" y="379"/>
                  <a:pt x="7228" y="379"/>
                  <a:pt x="7226" y="379"/>
                </a:cubicBezTo>
                <a:cubicBezTo>
                  <a:pt x="7189" y="379"/>
                  <a:pt x="7154" y="383"/>
                  <a:pt x="7120" y="395"/>
                </a:cubicBezTo>
                <a:cubicBezTo>
                  <a:pt x="7087" y="405"/>
                  <a:pt x="7057" y="423"/>
                  <a:pt x="7034" y="451"/>
                </a:cubicBezTo>
                <a:lnTo>
                  <a:pt x="7034" y="451"/>
                </a:lnTo>
                <a:lnTo>
                  <a:pt x="7034" y="451"/>
                </a:lnTo>
                <a:lnTo>
                  <a:pt x="7034" y="451"/>
                </a:lnTo>
                <a:cubicBezTo>
                  <a:pt x="7009" y="478"/>
                  <a:pt x="6993" y="511"/>
                  <a:pt x="6985" y="546"/>
                </a:cubicBezTo>
                <a:cubicBezTo>
                  <a:pt x="6974" y="583"/>
                  <a:pt x="6970" y="624"/>
                  <a:pt x="6970" y="672"/>
                </a:cubicBezTo>
                <a:lnTo>
                  <a:pt x="6970" y="763"/>
                </a:lnTo>
                <a:lnTo>
                  <a:pt x="6870" y="763"/>
                </a:lnTo>
                <a:cubicBezTo>
                  <a:pt x="6835" y="763"/>
                  <a:pt x="6807" y="791"/>
                  <a:pt x="6807" y="825"/>
                </a:cubicBezTo>
                <a:cubicBezTo>
                  <a:pt x="6807" y="842"/>
                  <a:pt x="6814" y="860"/>
                  <a:pt x="6824" y="872"/>
                </a:cubicBezTo>
                <a:cubicBezTo>
                  <a:pt x="6836" y="885"/>
                  <a:pt x="6852" y="892"/>
                  <a:pt x="6870" y="894"/>
                </a:cubicBezTo>
                <a:lnTo>
                  <a:pt x="6970" y="894"/>
                </a:lnTo>
                <a:lnTo>
                  <a:pt x="6970" y="1634"/>
                </a:lnTo>
                <a:lnTo>
                  <a:pt x="6970" y="1636"/>
                </a:lnTo>
                <a:cubicBezTo>
                  <a:pt x="6970" y="1654"/>
                  <a:pt x="6977" y="1670"/>
                  <a:pt x="6990" y="1682"/>
                </a:cubicBezTo>
                <a:cubicBezTo>
                  <a:pt x="7002" y="1693"/>
                  <a:pt x="7018" y="1700"/>
                  <a:pt x="7036" y="1700"/>
                </a:cubicBezTo>
                <a:cubicBezTo>
                  <a:pt x="7069" y="1700"/>
                  <a:pt x="7097" y="1671"/>
                  <a:pt x="7097" y="1636"/>
                </a:cubicBezTo>
                <a:lnTo>
                  <a:pt x="7097" y="894"/>
                </a:lnTo>
                <a:lnTo>
                  <a:pt x="7205" y="894"/>
                </a:lnTo>
                <a:cubicBezTo>
                  <a:pt x="7222" y="892"/>
                  <a:pt x="7238" y="885"/>
                  <a:pt x="7251" y="874"/>
                </a:cubicBezTo>
                <a:cubicBezTo>
                  <a:pt x="7263" y="862"/>
                  <a:pt x="7270" y="846"/>
                  <a:pt x="7270" y="828"/>
                </a:cubicBezTo>
                <a:lnTo>
                  <a:pt x="7270" y="827"/>
                </a:lnTo>
                <a:cubicBezTo>
                  <a:pt x="7270" y="793"/>
                  <a:pt x="7242" y="765"/>
                  <a:pt x="7207" y="765"/>
                </a:cubicBezTo>
                <a:lnTo>
                  <a:pt x="7097" y="765"/>
                </a:lnTo>
                <a:lnTo>
                  <a:pt x="7097" y="673"/>
                </a:lnTo>
                <a:cubicBezTo>
                  <a:pt x="7097" y="633"/>
                  <a:pt x="7103" y="603"/>
                  <a:pt x="7108" y="582"/>
                </a:cubicBezTo>
                <a:cubicBezTo>
                  <a:pt x="7113" y="561"/>
                  <a:pt x="7122" y="546"/>
                  <a:pt x="7129" y="538"/>
                </a:cubicBezTo>
                <a:cubicBezTo>
                  <a:pt x="7136" y="531"/>
                  <a:pt x="7145" y="524"/>
                  <a:pt x="7161" y="518"/>
                </a:cubicBezTo>
                <a:cubicBezTo>
                  <a:pt x="7177" y="513"/>
                  <a:pt x="7196" y="509"/>
                  <a:pt x="7224" y="509"/>
                </a:cubicBezTo>
                <a:lnTo>
                  <a:pt x="7228" y="509"/>
                </a:lnTo>
                <a:cubicBezTo>
                  <a:pt x="7229" y="509"/>
                  <a:pt x="7231" y="509"/>
                  <a:pt x="7233" y="509"/>
                </a:cubicBezTo>
                <a:cubicBezTo>
                  <a:pt x="7235" y="509"/>
                  <a:pt x="7237" y="509"/>
                  <a:pt x="7238" y="509"/>
                </a:cubicBezTo>
                <a:lnTo>
                  <a:pt x="7247" y="509"/>
                </a:lnTo>
                <a:lnTo>
                  <a:pt x="7252" y="509"/>
                </a:lnTo>
                <a:cubicBezTo>
                  <a:pt x="7288" y="509"/>
                  <a:pt x="7318" y="481"/>
                  <a:pt x="7318" y="444"/>
                </a:cubicBezTo>
                <a:cubicBezTo>
                  <a:pt x="7314" y="409"/>
                  <a:pt x="7286" y="379"/>
                  <a:pt x="7251" y="379"/>
                </a:cubicBezTo>
                <a:close/>
                <a:moveTo>
                  <a:pt x="9482" y="862"/>
                </a:moveTo>
                <a:cubicBezTo>
                  <a:pt x="9494" y="850"/>
                  <a:pt x="9501" y="832"/>
                  <a:pt x="9501" y="816"/>
                </a:cubicBezTo>
                <a:cubicBezTo>
                  <a:pt x="9501" y="800"/>
                  <a:pt x="9494" y="784"/>
                  <a:pt x="9482" y="772"/>
                </a:cubicBez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cubicBezTo>
                  <a:pt x="9469" y="760"/>
                  <a:pt x="9454" y="753"/>
                  <a:pt x="9438" y="753"/>
                </a:cubicBezTo>
                <a:cubicBezTo>
                  <a:pt x="9423" y="753"/>
                  <a:pt x="9406" y="760"/>
                  <a:pt x="9393" y="772"/>
                </a:cubicBezTo>
                <a:lnTo>
                  <a:pt x="8895" y="1256"/>
                </a:lnTo>
                <a:lnTo>
                  <a:pt x="8895" y="441"/>
                </a:lnTo>
                <a:cubicBezTo>
                  <a:pt x="8895" y="405"/>
                  <a:pt x="8865" y="377"/>
                  <a:pt x="8830" y="377"/>
                </a:cubicBezTo>
                <a:cubicBezTo>
                  <a:pt x="8812" y="377"/>
                  <a:pt x="8796" y="384"/>
                  <a:pt x="8785" y="397"/>
                </a:cubicBezTo>
                <a:cubicBezTo>
                  <a:pt x="8775" y="407"/>
                  <a:pt x="8766" y="425"/>
                  <a:pt x="8766" y="441"/>
                </a:cubicBezTo>
                <a:lnTo>
                  <a:pt x="8766" y="1634"/>
                </a:lnTo>
                <a:cubicBezTo>
                  <a:pt x="8766" y="1652"/>
                  <a:pt x="8773" y="1668"/>
                  <a:pt x="8785" y="1679"/>
                </a:cubicBezTo>
                <a:cubicBezTo>
                  <a:pt x="8796" y="1689"/>
                  <a:pt x="8814" y="1698"/>
                  <a:pt x="8830" y="1698"/>
                </a:cubicBezTo>
                <a:cubicBezTo>
                  <a:pt x="8867" y="1698"/>
                  <a:pt x="8895" y="1670"/>
                  <a:pt x="8895" y="1634"/>
                </a:cubicBezTo>
                <a:lnTo>
                  <a:pt x="8895" y="1437"/>
                </a:lnTo>
                <a:lnTo>
                  <a:pt x="9057" y="1275"/>
                </a:lnTo>
                <a:lnTo>
                  <a:pt x="9388" y="1673"/>
                </a:lnTo>
                <a:cubicBezTo>
                  <a:pt x="9395" y="1682"/>
                  <a:pt x="9402" y="1690"/>
                  <a:pt x="9411" y="1693"/>
                </a:cubicBezTo>
                <a:cubicBezTo>
                  <a:pt x="9420" y="1697"/>
                  <a:pt x="9430" y="1698"/>
                  <a:pt x="9438" y="1698"/>
                </a:cubicBezTo>
                <a:cubicBezTo>
                  <a:pt x="9448" y="1698"/>
                  <a:pt x="9466" y="1696"/>
                  <a:pt x="9480" y="1684"/>
                </a:cubicBezTo>
                <a:lnTo>
                  <a:pt x="9480" y="1684"/>
                </a:lnTo>
                <a:lnTo>
                  <a:pt x="9480" y="1684"/>
                </a:lnTo>
                <a:cubicBezTo>
                  <a:pt x="9494" y="1671"/>
                  <a:pt x="9501" y="1654"/>
                  <a:pt x="9501" y="1636"/>
                </a:cubicBezTo>
                <a:cubicBezTo>
                  <a:pt x="9501" y="1622"/>
                  <a:pt x="9496" y="1606"/>
                  <a:pt x="9485" y="1594"/>
                </a:cubicBezTo>
                <a:lnTo>
                  <a:pt x="9485" y="1594"/>
                </a:lnTo>
                <a:lnTo>
                  <a:pt x="9149" y="1186"/>
                </a:lnTo>
                <a:lnTo>
                  <a:pt x="9482" y="862"/>
                </a:lnTo>
                <a:close/>
                <a:moveTo>
                  <a:pt x="8581" y="779"/>
                </a:moveTo>
                <a:cubicBezTo>
                  <a:pt x="8593" y="790"/>
                  <a:pt x="8600" y="807"/>
                  <a:pt x="8600" y="825"/>
                </a:cubicBezTo>
                <a:lnTo>
                  <a:pt x="8600" y="1633"/>
                </a:lnTo>
                <a:cubicBezTo>
                  <a:pt x="8600" y="1650"/>
                  <a:pt x="8593" y="1666"/>
                  <a:pt x="8581" y="1677"/>
                </a:cubicBezTo>
                <a:cubicBezTo>
                  <a:pt x="8569" y="1687"/>
                  <a:pt x="8553" y="1696"/>
                  <a:pt x="8537" y="1696"/>
                </a:cubicBezTo>
                <a:cubicBezTo>
                  <a:pt x="8519" y="1696"/>
                  <a:pt x="8504" y="1689"/>
                  <a:pt x="8493" y="1677"/>
                </a:cubicBezTo>
                <a:cubicBezTo>
                  <a:pt x="8481" y="1666"/>
                  <a:pt x="8474" y="1650"/>
                  <a:pt x="8474" y="1633"/>
                </a:cubicBezTo>
                <a:lnTo>
                  <a:pt x="8474" y="1553"/>
                </a:lnTo>
                <a:cubicBezTo>
                  <a:pt x="8394" y="1640"/>
                  <a:pt x="8281" y="1696"/>
                  <a:pt x="8156" y="1696"/>
                </a:cubicBezTo>
                <a:cubicBezTo>
                  <a:pt x="8033" y="1696"/>
                  <a:pt x="7920" y="1643"/>
                  <a:pt x="7841" y="1557"/>
                </a:cubicBezTo>
                <a:cubicBezTo>
                  <a:pt x="7760" y="1472"/>
                  <a:pt x="7712" y="1354"/>
                  <a:pt x="7712" y="1228"/>
                </a:cubicBezTo>
                <a:cubicBezTo>
                  <a:pt x="7712" y="1100"/>
                  <a:pt x="7762" y="983"/>
                  <a:pt x="7841" y="899"/>
                </a:cubicBezTo>
                <a:cubicBezTo>
                  <a:pt x="7920" y="814"/>
                  <a:pt x="8033" y="760"/>
                  <a:pt x="8156" y="760"/>
                </a:cubicBezTo>
                <a:cubicBezTo>
                  <a:pt x="8281" y="760"/>
                  <a:pt x="8394" y="814"/>
                  <a:pt x="8474" y="901"/>
                </a:cubicBezTo>
                <a:lnTo>
                  <a:pt x="8474" y="823"/>
                </a:lnTo>
                <a:cubicBezTo>
                  <a:pt x="8474" y="805"/>
                  <a:pt x="8481" y="790"/>
                  <a:pt x="8493" y="777"/>
                </a:cubicBezTo>
                <a:cubicBezTo>
                  <a:pt x="8505" y="767"/>
                  <a:pt x="8521" y="760"/>
                  <a:pt x="8537" y="760"/>
                </a:cubicBezTo>
                <a:cubicBezTo>
                  <a:pt x="8555" y="761"/>
                  <a:pt x="8570" y="768"/>
                  <a:pt x="8581" y="779"/>
                </a:cubicBezTo>
                <a:close/>
                <a:moveTo>
                  <a:pt x="8474" y="1230"/>
                </a:moveTo>
                <a:cubicBezTo>
                  <a:pt x="8474" y="1135"/>
                  <a:pt x="8437" y="1049"/>
                  <a:pt x="8380" y="987"/>
                </a:cubicBezTo>
                <a:cubicBezTo>
                  <a:pt x="8322" y="925"/>
                  <a:pt x="8243" y="888"/>
                  <a:pt x="8156" y="888"/>
                </a:cubicBezTo>
                <a:cubicBezTo>
                  <a:pt x="8070" y="888"/>
                  <a:pt x="7992" y="925"/>
                  <a:pt x="7933" y="987"/>
                </a:cubicBezTo>
                <a:cubicBezTo>
                  <a:pt x="7875" y="1049"/>
                  <a:pt x="7837" y="1135"/>
                  <a:pt x="7837" y="1230"/>
                </a:cubicBezTo>
                <a:cubicBezTo>
                  <a:pt x="7837" y="1324"/>
                  <a:pt x="7874" y="1411"/>
                  <a:pt x="7933" y="1472"/>
                </a:cubicBezTo>
                <a:cubicBezTo>
                  <a:pt x="7991" y="1534"/>
                  <a:pt x="8070" y="1571"/>
                  <a:pt x="8156" y="1571"/>
                </a:cubicBezTo>
                <a:cubicBezTo>
                  <a:pt x="8243" y="1571"/>
                  <a:pt x="8322" y="1534"/>
                  <a:pt x="8380" y="1472"/>
                </a:cubicBezTo>
                <a:cubicBezTo>
                  <a:pt x="8437" y="1409"/>
                  <a:pt x="8474" y="1324"/>
                  <a:pt x="8474" y="1230"/>
                </a:cubicBezTo>
                <a:close/>
                <a:moveTo>
                  <a:pt x="3348" y="1207"/>
                </a:moveTo>
                <a:cubicBezTo>
                  <a:pt x="3297" y="1183"/>
                  <a:pt x="3239" y="1165"/>
                  <a:pt x="3181" y="1146"/>
                </a:cubicBezTo>
                <a:cubicBezTo>
                  <a:pt x="3128" y="1128"/>
                  <a:pt x="3073" y="1112"/>
                  <a:pt x="3035" y="1091"/>
                </a:cubicBezTo>
                <a:cubicBezTo>
                  <a:pt x="3015" y="1080"/>
                  <a:pt x="2999" y="1070"/>
                  <a:pt x="2991" y="1057"/>
                </a:cubicBezTo>
                <a:cubicBezTo>
                  <a:pt x="2980" y="1045"/>
                  <a:pt x="2976" y="1033"/>
                  <a:pt x="2975" y="1015"/>
                </a:cubicBezTo>
                <a:cubicBezTo>
                  <a:pt x="2975" y="992"/>
                  <a:pt x="2982" y="973"/>
                  <a:pt x="2992" y="955"/>
                </a:cubicBezTo>
                <a:cubicBezTo>
                  <a:pt x="3010" y="931"/>
                  <a:pt x="3038" y="911"/>
                  <a:pt x="3072" y="899"/>
                </a:cubicBezTo>
                <a:cubicBezTo>
                  <a:pt x="3103" y="887"/>
                  <a:pt x="3137" y="879"/>
                  <a:pt x="3162" y="879"/>
                </a:cubicBezTo>
                <a:cubicBezTo>
                  <a:pt x="3234" y="879"/>
                  <a:pt x="3280" y="904"/>
                  <a:pt x="3315" y="929"/>
                </a:cubicBezTo>
                <a:cubicBezTo>
                  <a:pt x="3332" y="941"/>
                  <a:pt x="3347" y="954"/>
                  <a:pt x="3361" y="964"/>
                </a:cubicBezTo>
                <a:cubicBezTo>
                  <a:pt x="3368" y="969"/>
                  <a:pt x="3375" y="975"/>
                  <a:pt x="3382" y="978"/>
                </a:cubicBezTo>
                <a:cubicBezTo>
                  <a:pt x="3389" y="982"/>
                  <a:pt x="3398" y="985"/>
                  <a:pt x="3406" y="985"/>
                </a:cubicBezTo>
                <a:cubicBezTo>
                  <a:pt x="3412" y="985"/>
                  <a:pt x="3419" y="983"/>
                  <a:pt x="3424" y="982"/>
                </a:cubicBezTo>
                <a:cubicBezTo>
                  <a:pt x="3429" y="980"/>
                  <a:pt x="3435" y="976"/>
                  <a:pt x="3440" y="971"/>
                </a:cubicBezTo>
                <a:cubicBezTo>
                  <a:pt x="3445" y="968"/>
                  <a:pt x="3449" y="962"/>
                  <a:pt x="3452" y="955"/>
                </a:cubicBezTo>
                <a:cubicBezTo>
                  <a:pt x="3454" y="950"/>
                  <a:pt x="3456" y="943"/>
                  <a:pt x="3456" y="938"/>
                </a:cubicBezTo>
                <a:cubicBezTo>
                  <a:pt x="3456" y="927"/>
                  <a:pt x="3452" y="916"/>
                  <a:pt x="3447" y="906"/>
                </a:cubicBezTo>
                <a:cubicBezTo>
                  <a:pt x="3438" y="888"/>
                  <a:pt x="3422" y="872"/>
                  <a:pt x="3403" y="855"/>
                </a:cubicBezTo>
                <a:cubicBezTo>
                  <a:pt x="3375" y="830"/>
                  <a:pt x="3337" y="805"/>
                  <a:pt x="3297" y="788"/>
                </a:cubicBezTo>
                <a:cubicBezTo>
                  <a:pt x="3256" y="770"/>
                  <a:pt x="3214" y="758"/>
                  <a:pt x="3174" y="758"/>
                </a:cubicBezTo>
                <a:cubicBezTo>
                  <a:pt x="3079" y="758"/>
                  <a:pt x="3001" y="779"/>
                  <a:pt x="2943" y="820"/>
                </a:cubicBezTo>
                <a:cubicBezTo>
                  <a:pt x="2913" y="841"/>
                  <a:pt x="2887" y="864"/>
                  <a:pt x="2869" y="894"/>
                </a:cubicBezTo>
                <a:cubicBezTo>
                  <a:pt x="2850" y="925"/>
                  <a:pt x="2839" y="964"/>
                  <a:pt x="2839" y="1013"/>
                </a:cubicBezTo>
                <a:cubicBezTo>
                  <a:pt x="2839" y="1015"/>
                  <a:pt x="2839" y="1019"/>
                  <a:pt x="2839" y="1020"/>
                </a:cubicBezTo>
                <a:cubicBezTo>
                  <a:pt x="2839" y="1070"/>
                  <a:pt x="2855" y="1109"/>
                  <a:pt x="2880" y="1140"/>
                </a:cubicBezTo>
                <a:cubicBezTo>
                  <a:pt x="2917" y="1188"/>
                  <a:pt x="2973" y="1215"/>
                  <a:pt x="3028" y="1235"/>
                </a:cubicBezTo>
                <a:cubicBezTo>
                  <a:pt x="3082" y="1254"/>
                  <a:pt x="3137" y="1266"/>
                  <a:pt x="3170" y="1279"/>
                </a:cubicBezTo>
                <a:cubicBezTo>
                  <a:pt x="3218" y="1294"/>
                  <a:pt x="3271" y="1312"/>
                  <a:pt x="3308" y="1335"/>
                </a:cubicBezTo>
                <a:cubicBezTo>
                  <a:pt x="3327" y="1347"/>
                  <a:pt x="3341" y="1360"/>
                  <a:pt x="3352" y="1374"/>
                </a:cubicBezTo>
                <a:cubicBezTo>
                  <a:pt x="3362" y="1388"/>
                  <a:pt x="3368" y="1404"/>
                  <a:pt x="3368" y="1421"/>
                </a:cubicBezTo>
                <a:lnTo>
                  <a:pt x="3368" y="1423"/>
                </a:lnTo>
                <a:cubicBezTo>
                  <a:pt x="3368" y="1449"/>
                  <a:pt x="3359" y="1471"/>
                  <a:pt x="3347" y="1490"/>
                </a:cubicBezTo>
                <a:cubicBezTo>
                  <a:pt x="3327" y="1516"/>
                  <a:pt x="3294" y="1538"/>
                  <a:pt x="3258" y="1550"/>
                </a:cubicBezTo>
                <a:cubicBezTo>
                  <a:pt x="3223" y="1562"/>
                  <a:pt x="3188" y="1568"/>
                  <a:pt x="3163" y="1568"/>
                </a:cubicBezTo>
                <a:cubicBezTo>
                  <a:pt x="3080" y="1568"/>
                  <a:pt x="3026" y="1548"/>
                  <a:pt x="2985" y="1527"/>
                </a:cubicBezTo>
                <a:cubicBezTo>
                  <a:pt x="2966" y="1516"/>
                  <a:pt x="2948" y="1508"/>
                  <a:pt x="2934" y="1499"/>
                </a:cubicBezTo>
                <a:cubicBezTo>
                  <a:pt x="2927" y="1495"/>
                  <a:pt x="2920" y="1492"/>
                  <a:pt x="2913" y="1488"/>
                </a:cubicBezTo>
                <a:cubicBezTo>
                  <a:pt x="2906" y="1485"/>
                  <a:pt x="2899" y="1483"/>
                  <a:pt x="2890" y="1483"/>
                </a:cubicBezTo>
                <a:cubicBezTo>
                  <a:pt x="2885" y="1483"/>
                  <a:pt x="2880" y="1483"/>
                  <a:pt x="2874" y="1486"/>
                </a:cubicBezTo>
                <a:cubicBezTo>
                  <a:pt x="2869" y="1488"/>
                  <a:pt x="2864" y="1492"/>
                  <a:pt x="2860" y="1495"/>
                </a:cubicBezTo>
                <a:cubicBezTo>
                  <a:pt x="2855" y="1501"/>
                  <a:pt x="2850" y="1506"/>
                  <a:pt x="2846" y="1513"/>
                </a:cubicBezTo>
                <a:cubicBezTo>
                  <a:pt x="2843" y="1520"/>
                  <a:pt x="2841" y="1527"/>
                  <a:pt x="2841" y="1534"/>
                </a:cubicBezTo>
                <a:cubicBezTo>
                  <a:pt x="2841" y="1546"/>
                  <a:pt x="2846" y="1559"/>
                  <a:pt x="2851" y="1568"/>
                </a:cubicBezTo>
                <a:cubicBezTo>
                  <a:pt x="2862" y="1582"/>
                  <a:pt x="2878" y="1596"/>
                  <a:pt x="2895" y="1610"/>
                </a:cubicBezTo>
                <a:cubicBezTo>
                  <a:pt x="2915" y="1622"/>
                  <a:pt x="2938" y="1636"/>
                  <a:pt x="2966" y="1649"/>
                </a:cubicBezTo>
                <a:cubicBezTo>
                  <a:pt x="3026" y="1677"/>
                  <a:pt x="3103" y="1691"/>
                  <a:pt x="3162" y="1693"/>
                </a:cubicBezTo>
                <a:lnTo>
                  <a:pt x="3162" y="1693"/>
                </a:lnTo>
                <a:cubicBezTo>
                  <a:pt x="3253" y="1693"/>
                  <a:pt x="3331" y="1671"/>
                  <a:pt x="3398" y="1622"/>
                </a:cubicBezTo>
                <a:lnTo>
                  <a:pt x="3398" y="1622"/>
                </a:lnTo>
                <a:lnTo>
                  <a:pt x="3398" y="1622"/>
                </a:lnTo>
                <a:cubicBezTo>
                  <a:pt x="3463" y="1573"/>
                  <a:pt x="3503" y="1501"/>
                  <a:pt x="3503" y="1419"/>
                </a:cubicBezTo>
                <a:cubicBezTo>
                  <a:pt x="3503" y="1375"/>
                  <a:pt x="3493" y="1337"/>
                  <a:pt x="3475" y="1305"/>
                </a:cubicBezTo>
                <a:cubicBezTo>
                  <a:pt x="3445" y="1261"/>
                  <a:pt x="3399" y="1232"/>
                  <a:pt x="3348" y="1207"/>
                </a:cubicBezTo>
                <a:close/>
                <a:moveTo>
                  <a:pt x="7513" y="377"/>
                </a:moveTo>
                <a:cubicBezTo>
                  <a:pt x="7496" y="377"/>
                  <a:pt x="7480" y="384"/>
                  <a:pt x="7469" y="397"/>
                </a:cubicBezTo>
                <a:cubicBezTo>
                  <a:pt x="7457" y="407"/>
                  <a:pt x="7450" y="425"/>
                  <a:pt x="7450" y="441"/>
                </a:cubicBezTo>
                <a:lnTo>
                  <a:pt x="7450" y="1634"/>
                </a:lnTo>
                <a:cubicBezTo>
                  <a:pt x="7450" y="1652"/>
                  <a:pt x="7457" y="1668"/>
                  <a:pt x="7469" y="1679"/>
                </a:cubicBezTo>
                <a:cubicBezTo>
                  <a:pt x="7481" y="1689"/>
                  <a:pt x="7497" y="1698"/>
                  <a:pt x="7513" y="1698"/>
                </a:cubicBezTo>
                <a:cubicBezTo>
                  <a:pt x="7550" y="1698"/>
                  <a:pt x="7578" y="1670"/>
                  <a:pt x="7578" y="1634"/>
                </a:cubicBezTo>
                <a:lnTo>
                  <a:pt x="7578" y="441"/>
                </a:lnTo>
                <a:cubicBezTo>
                  <a:pt x="7578" y="405"/>
                  <a:pt x="7548" y="377"/>
                  <a:pt x="7513" y="377"/>
                </a:cubicBezTo>
                <a:close/>
                <a:moveTo>
                  <a:pt x="10445" y="1200"/>
                </a:moveTo>
                <a:lnTo>
                  <a:pt x="10445" y="1207"/>
                </a:lnTo>
                <a:cubicBezTo>
                  <a:pt x="10445" y="1225"/>
                  <a:pt x="10438" y="1241"/>
                  <a:pt x="10426" y="1250"/>
                </a:cubicBezTo>
                <a:cubicBezTo>
                  <a:pt x="10414" y="1261"/>
                  <a:pt x="10398" y="1266"/>
                  <a:pt x="10382" y="1266"/>
                </a:cubicBezTo>
                <a:lnTo>
                  <a:pt x="9667" y="1266"/>
                </a:lnTo>
                <a:cubicBezTo>
                  <a:pt x="9684" y="1441"/>
                  <a:pt x="9823" y="1569"/>
                  <a:pt x="9991" y="1571"/>
                </a:cubicBezTo>
                <a:lnTo>
                  <a:pt x="10033" y="1571"/>
                </a:lnTo>
                <a:cubicBezTo>
                  <a:pt x="10088" y="1571"/>
                  <a:pt x="10142" y="1552"/>
                  <a:pt x="10188" y="1520"/>
                </a:cubicBezTo>
                <a:cubicBezTo>
                  <a:pt x="10236" y="1488"/>
                  <a:pt x="10276" y="1446"/>
                  <a:pt x="10305" y="1397"/>
                </a:cubicBezTo>
                <a:cubicBezTo>
                  <a:pt x="10310" y="1386"/>
                  <a:pt x="10319" y="1380"/>
                  <a:pt x="10327" y="1374"/>
                </a:cubicBezTo>
                <a:cubicBezTo>
                  <a:pt x="10336" y="1369"/>
                  <a:pt x="10347" y="1367"/>
                  <a:pt x="10357" y="1367"/>
                </a:cubicBezTo>
                <a:cubicBezTo>
                  <a:pt x="10368" y="1367"/>
                  <a:pt x="10380" y="1370"/>
                  <a:pt x="10389" y="1375"/>
                </a:cubicBezTo>
                <a:lnTo>
                  <a:pt x="10389" y="1375"/>
                </a:lnTo>
                <a:lnTo>
                  <a:pt x="10389" y="1375"/>
                </a:lnTo>
                <a:cubicBezTo>
                  <a:pt x="10407" y="1388"/>
                  <a:pt x="10419" y="1409"/>
                  <a:pt x="10419" y="1430"/>
                </a:cubicBezTo>
                <a:cubicBezTo>
                  <a:pt x="10419" y="1441"/>
                  <a:pt x="10416" y="1453"/>
                  <a:pt x="10410" y="1464"/>
                </a:cubicBezTo>
                <a:lnTo>
                  <a:pt x="10410" y="1464"/>
                </a:lnTo>
                <a:lnTo>
                  <a:pt x="10410" y="1464"/>
                </a:lnTo>
                <a:cubicBezTo>
                  <a:pt x="10370" y="1527"/>
                  <a:pt x="10315" y="1585"/>
                  <a:pt x="10252" y="1627"/>
                </a:cubicBezTo>
                <a:cubicBezTo>
                  <a:pt x="10186" y="1670"/>
                  <a:pt x="10112" y="1696"/>
                  <a:pt x="10031" y="1696"/>
                </a:cubicBezTo>
                <a:lnTo>
                  <a:pt x="9989" y="1696"/>
                </a:lnTo>
                <a:cubicBezTo>
                  <a:pt x="9864" y="1696"/>
                  <a:pt x="9749" y="1642"/>
                  <a:pt x="9668" y="1557"/>
                </a:cubicBezTo>
                <a:cubicBezTo>
                  <a:pt x="9587" y="1472"/>
                  <a:pt x="9536" y="1356"/>
                  <a:pt x="9536" y="1230"/>
                </a:cubicBezTo>
                <a:cubicBezTo>
                  <a:pt x="9536" y="1100"/>
                  <a:pt x="9587" y="983"/>
                  <a:pt x="9668" y="897"/>
                </a:cubicBezTo>
                <a:cubicBezTo>
                  <a:pt x="9751" y="813"/>
                  <a:pt x="9864" y="760"/>
                  <a:pt x="9991" y="760"/>
                </a:cubicBezTo>
                <a:cubicBezTo>
                  <a:pt x="10112" y="760"/>
                  <a:pt x="10220" y="807"/>
                  <a:pt x="10301" y="887"/>
                </a:cubicBezTo>
                <a:cubicBezTo>
                  <a:pt x="10382" y="966"/>
                  <a:pt x="10435" y="1075"/>
                  <a:pt x="10445" y="1200"/>
                </a:cubicBezTo>
                <a:close/>
                <a:moveTo>
                  <a:pt x="10305" y="1139"/>
                </a:moveTo>
                <a:cubicBezTo>
                  <a:pt x="10268" y="992"/>
                  <a:pt x="10139" y="887"/>
                  <a:pt x="9993" y="887"/>
                </a:cubicBezTo>
                <a:cubicBezTo>
                  <a:pt x="9841" y="887"/>
                  <a:pt x="9714" y="989"/>
                  <a:pt x="9675" y="1139"/>
                </a:cubicBezTo>
                <a:lnTo>
                  <a:pt x="10305" y="1139"/>
                </a:lnTo>
                <a:close/>
                <a:moveTo>
                  <a:pt x="4027" y="763"/>
                </a:moveTo>
                <a:cubicBezTo>
                  <a:pt x="3926" y="763"/>
                  <a:pt x="3836" y="802"/>
                  <a:pt x="3768" y="864"/>
                </a:cubicBezTo>
                <a:lnTo>
                  <a:pt x="3768" y="827"/>
                </a:lnTo>
                <a:cubicBezTo>
                  <a:pt x="3768" y="809"/>
                  <a:pt x="3761" y="793"/>
                  <a:pt x="3750" y="783"/>
                </a:cubicBezTo>
                <a:cubicBezTo>
                  <a:pt x="3740" y="770"/>
                  <a:pt x="3724" y="763"/>
                  <a:pt x="3706" y="763"/>
                </a:cubicBezTo>
                <a:cubicBezTo>
                  <a:pt x="3688" y="763"/>
                  <a:pt x="3670" y="770"/>
                  <a:pt x="3660" y="783"/>
                </a:cubicBezTo>
                <a:cubicBezTo>
                  <a:pt x="3649" y="795"/>
                  <a:pt x="3643" y="811"/>
                  <a:pt x="3643" y="827"/>
                </a:cubicBezTo>
                <a:lnTo>
                  <a:pt x="3643" y="1652"/>
                </a:lnTo>
                <a:lnTo>
                  <a:pt x="3644" y="1654"/>
                </a:lnTo>
                <a:lnTo>
                  <a:pt x="3644" y="1654"/>
                </a:lnTo>
                <a:cubicBezTo>
                  <a:pt x="3644" y="1657"/>
                  <a:pt x="3646" y="1659"/>
                  <a:pt x="3648" y="1663"/>
                </a:cubicBezTo>
                <a:cubicBezTo>
                  <a:pt x="3657" y="1679"/>
                  <a:pt x="3671" y="1689"/>
                  <a:pt x="3688" y="1694"/>
                </a:cubicBezTo>
                <a:lnTo>
                  <a:pt x="3690" y="1694"/>
                </a:lnTo>
                <a:lnTo>
                  <a:pt x="3704" y="1694"/>
                </a:lnTo>
                <a:cubicBezTo>
                  <a:pt x="3713" y="1694"/>
                  <a:pt x="3722" y="1693"/>
                  <a:pt x="3731" y="1689"/>
                </a:cubicBezTo>
                <a:cubicBezTo>
                  <a:pt x="3738" y="1686"/>
                  <a:pt x="3745" y="1680"/>
                  <a:pt x="3750" y="1673"/>
                </a:cubicBezTo>
                <a:lnTo>
                  <a:pt x="3750" y="1673"/>
                </a:lnTo>
                <a:cubicBezTo>
                  <a:pt x="3750" y="1673"/>
                  <a:pt x="3750" y="1671"/>
                  <a:pt x="3752" y="1671"/>
                </a:cubicBezTo>
                <a:lnTo>
                  <a:pt x="3752" y="1671"/>
                </a:lnTo>
                <a:cubicBezTo>
                  <a:pt x="3755" y="1668"/>
                  <a:pt x="3759" y="1663"/>
                  <a:pt x="3761" y="1659"/>
                </a:cubicBezTo>
                <a:cubicBezTo>
                  <a:pt x="3762" y="1654"/>
                  <a:pt x="3764" y="1650"/>
                  <a:pt x="3764" y="1645"/>
                </a:cubicBezTo>
                <a:lnTo>
                  <a:pt x="3764" y="1643"/>
                </a:lnTo>
                <a:lnTo>
                  <a:pt x="3764" y="1147"/>
                </a:lnTo>
                <a:cubicBezTo>
                  <a:pt x="3766" y="1077"/>
                  <a:pt x="3796" y="1012"/>
                  <a:pt x="3842" y="966"/>
                </a:cubicBezTo>
                <a:cubicBezTo>
                  <a:pt x="3888" y="920"/>
                  <a:pt x="3953" y="890"/>
                  <a:pt x="4023" y="890"/>
                </a:cubicBezTo>
                <a:cubicBezTo>
                  <a:pt x="4095" y="890"/>
                  <a:pt x="4159" y="918"/>
                  <a:pt x="4205" y="966"/>
                </a:cubicBezTo>
                <a:cubicBezTo>
                  <a:pt x="4251" y="1012"/>
                  <a:pt x="4279" y="1077"/>
                  <a:pt x="4279" y="1147"/>
                </a:cubicBezTo>
                <a:lnTo>
                  <a:pt x="4279" y="1634"/>
                </a:lnTo>
                <a:cubicBezTo>
                  <a:pt x="4279" y="1652"/>
                  <a:pt x="4286" y="1668"/>
                  <a:pt x="4298" y="1680"/>
                </a:cubicBezTo>
                <a:cubicBezTo>
                  <a:pt x="4310" y="1691"/>
                  <a:pt x="4326" y="1698"/>
                  <a:pt x="4342" y="1698"/>
                </a:cubicBezTo>
                <a:cubicBezTo>
                  <a:pt x="4360" y="1698"/>
                  <a:pt x="4376" y="1691"/>
                  <a:pt x="4386" y="1680"/>
                </a:cubicBezTo>
                <a:cubicBezTo>
                  <a:pt x="4399" y="1670"/>
                  <a:pt x="4406" y="1652"/>
                  <a:pt x="4406" y="1634"/>
                </a:cubicBezTo>
                <a:lnTo>
                  <a:pt x="4406" y="1147"/>
                </a:lnTo>
                <a:cubicBezTo>
                  <a:pt x="4413" y="936"/>
                  <a:pt x="4240" y="763"/>
                  <a:pt x="4027" y="763"/>
                </a:cubicBezTo>
                <a:close/>
                <a:moveTo>
                  <a:pt x="5294" y="901"/>
                </a:moveTo>
                <a:cubicBezTo>
                  <a:pt x="5375" y="985"/>
                  <a:pt x="5421" y="1103"/>
                  <a:pt x="5423" y="1230"/>
                </a:cubicBezTo>
                <a:cubicBezTo>
                  <a:pt x="5423" y="1356"/>
                  <a:pt x="5375" y="1472"/>
                  <a:pt x="5294" y="1559"/>
                </a:cubicBezTo>
                <a:cubicBezTo>
                  <a:pt x="5214" y="1643"/>
                  <a:pt x="5101" y="1698"/>
                  <a:pt x="4978" y="1698"/>
                </a:cubicBezTo>
                <a:cubicBezTo>
                  <a:pt x="4854" y="1698"/>
                  <a:pt x="4744" y="1644"/>
                  <a:pt x="4663" y="1559"/>
                </a:cubicBezTo>
                <a:cubicBezTo>
                  <a:pt x="4582" y="1475"/>
                  <a:pt x="4533" y="1356"/>
                  <a:pt x="4533" y="1230"/>
                </a:cubicBezTo>
                <a:cubicBezTo>
                  <a:pt x="4533" y="1103"/>
                  <a:pt x="4582" y="987"/>
                  <a:pt x="4663" y="901"/>
                </a:cubicBezTo>
                <a:cubicBezTo>
                  <a:pt x="4742" y="816"/>
                  <a:pt x="4855" y="761"/>
                  <a:pt x="4978" y="761"/>
                </a:cubicBezTo>
                <a:cubicBezTo>
                  <a:pt x="5103" y="761"/>
                  <a:pt x="5214" y="816"/>
                  <a:pt x="5294" y="901"/>
                </a:cubicBezTo>
                <a:close/>
                <a:moveTo>
                  <a:pt x="5296" y="1230"/>
                </a:moveTo>
                <a:cubicBezTo>
                  <a:pt x="5296" y="1135"/>
                  <a:pt x="5258" y="1049"/>
                  <a:pt x="5200" y="987"/>
                </a:cubicBezTo>
                <a:cubicBezTo>
                  <a:pt x="5141" y="925"/>
                  <a:pt x="5063" y="887"/>
                  <a:pt x="4978" y="887"/>
                </a:cubicBezTo>
                <a:cubicBezTo>
                  <a:pt x="4892" y="887"/>
                  <a:pt x="4813" y="925"/>
                  <a:pt x="4755" y="987"/>
                </a:cubicBezTo>
                <a:cubicBezTo>
                  <a:pt x="4696" y="1049"/>
                  <a:pt x="4659" y="1135"/>
                  <a:pt x="4659" y="1230"/>
                </a:cubicBezTo>
                <a:cubicBezTo>
                  <a:pt x="4659" y="1324"/>
                  <a:pt x="4696" y="1410"/>
                  <a:pt x="4755" y="1471"/>
                </a:cubicBezTo>
                <a:cubicBezTo>
                  <a:pt x="4813" y="1533"/>
                  <a:pt x="4892" y="1569"/>
                  <a:pt x="4978" y="1569"/>
                </a:cubicBezTo>
                <a:cubicBezTo>
                  <a:pt x="5065" y="1569"/>
                  <a:pt x="5144" y="1532"/>
                  <a:pt x="5200" y="1471"/>
                </a:cubicBezTo>
                <a:cubicBezTo>
                  <a:pt x="5259" y="1409"/>
                  <a:pt x="5296" y="1324"/>
                  <a:pt x="5296" y="1230"/>
                </a:cubicBezTo>
                <a:close/>
                <a:moveTo>
                  <a:pt x="6671" y="768"/>
                </a:moveTo>
                <a:lnTo>
                  <a:pt x="6671" y="768"/>
                </a:lnTo>
                <a:cubicBezTo>
                  <a:pt x="6669" y="768"/>
                  <a:pt x="6669" y="768"/>
                  <a:pt x="6671" y="768"/>
                </a:cubicBezTo>
                <a:cubicBezTo>
                  <a:pt x="6662" y="765"/>
                  <a:pt x="6655" y="763"/>
                  <a:pt x="6648" y="763"/>
                </a:cubicBezTo>
                <a:cubicBezTo>
                  <a:pt x="6636" y="763"/>
                  <a:pt x="6624" y="767"/>
                  <a:pt x="6613" y="774"/>
                </a:cubicBezTo>
                <a:cubicBezTo>
                  <a:pt x="6603" y="781"/>
                  <a:pt x="6593" y="790"/>
                  <a:pt x="6588" y="802"/>
                </a:cubicBezTo>
                <a:lnTo>
                  <a:pt x="6588" y="802"/>
                </a:lnTo>
                <a:lnTo>
                  <a:pt x="6345" y="1467"/>
                </a:lnTo>
                <a:lnTo>
                  <a:pt x="6158" y="1022"/>
                </a:lnTo>
                <a:lnTo>
                  <a:pt x="6158" y="1022"/>
                </a:lnTo>
                <a:cubicBezTo>
                  <a:pt x="6153" y="1010"/>
                  <a:pt x="6144" y="999"/>
                  <a:pt x="6133" y="994"/>
                </a:cubicBezTo>
                <a:cubicBezTo>
                  <a:pt x="6123" y="987"/>
                  <a:pt x="6110" y="983"/>
                  <a:pt x="6096" y="983"/>
                </a:cubicBezTo>
                <a:cubicBezTo>
                  <a:pt x="6084" y="983"/>
                  <a:pt x="6072" y="987"/>
                  <a:pt x="6061" y="994"/>
                </a:cubicBezTo>
                <a:cubicBezTo>
                  <a:pt x="6051" y="1001"/>
                  <a:pt x="6042" y="1010"/>
                  <a:pt x="6036" y="1022"/>
                </a:cubicBezTo>
                <a:lnTo>
                  <a:pt x="6036" y="1022"/>
                </a:lnTo>
                <a:lnTo>
                  <a:pt x="5848" y="1467"/>
                </a:lnTo>
                <a:lnTo>
                  <a:pt x="5603" y="802"/>
                </a:lnTo>
                <a:lnTo>
                  <a:pt x="5603" y="802"/>
                </a:lnTo>
                <a:cubicBezTo>
                  <a:pt x="5599" y="790"/>
                  <a:pt x="5591" y="779"/>
                  <a:pt x="5580" y="772"/>
                </a:cubicBezTo>
                <a:cubicBezTo>
                  <a:pt x="5569" y="765"/>
                  <a:pt x="5557" y="761"/>
                  <a:pt x="5545" y="761"/>
                </a:cubicBezTo>
                <a:cubicBezTo>
                  <a:pt x="5536" y="761"/>
                  <a:pt x="5529" y="763"/>
                  <a:pt x="5520" y="767"/>
                </a:cubicBezTo>
                <a:lnTo>
                  <a:pt x="5520" y="767"/>
                </a:lnTo>
                <a:lnTo>
                  <a:pt x="5520" y="767"/>
                </a:lnTo>
                <a:cubicBezTo>
                  <a:pt x="5497" y="777"/>
                  <a:pt x="5483" y="800"/>
                  <a:pt x="5483" y="825"/>
                </a:cubicBezTo>
                <a:cubicBezTo>
                  <a:pt x="5483" y="832"/>
                  <a:pt x="5485" y="841"/>
                  <a:pt x="5488" y="848"/>
                </a:cubicBezTo>
                <a:lnTo>
                  <a:pt x="5488" y="848"/>
                </a:lnTo>
                <a:lnTo>
                  <a:pt x="5790" y="1654"/>
                </a:lnTo>
                <a:lnTo>
                  <a:pt x="5790" y="1654"/>
                </a:lnTo>
                <a:cubicBezTo>
                  <a:pt x="5791" y="1659"/>
                  <a:pt x="5795" y="1666"/>
                  <a:pt x="5800" y="1671"/>
                </a:cubicBezTo>
                <a:cubicBezTo>
                  <a:pt x="5804" y="1675"/>
                  <a:pt x="5809" y="1679"/>
                  <a:pt x="5814" y="1682"/>
                </a:cubicBezTo>
                <a:cubicBezTo>
                  <a:pt x="5816" y="1684"/>
                  <a:pt x="5816" y="1684"/>
                  <a:pt x="5820" y="1686"/>
                </a:cubicBezTo>
                <a:cubicBezTo>
                  <a:pt x="5821" y="1687"/>
                  <a:pt x="5825" y="1687"/>
                  <a:pt x="5829" y="1689"/>
                </a:cubicBezTo>
                <a:cubicBezTo>
                  <a:pt x="5834" y="1691"/>
                  <a:pt x="5841" y="1693"/>
                  <a:pt x="5850" y="1693"/>
                </a:cubicBezTo>
                <a:cubicBezTo>
                  <a:pt x="5862" y="1693"/>
                  <a:pt x="5873" y="1689"/>
                  <a:pt x="5883" y="1682"/>
                </a:cubicBezTo>
                <a:cubicBezTo>
                  <a:pt x="5892" y="1675"/>
                  <a:pt x="5901" y="1666"/>
                  <a:pt x="5906" y="1654"/>
                </a:cubicBezTo>
                <a:lnTo>
                  <a:pt x="5906" y="1654"/>
                </a:lnTo>
                <a:lnTo>
                  <a:pt x="6096" y="1200"/>
                </a:lnTo>
                <a:lnTo>
                  <a:pt x="6287" y="1652"/>
                </a:lnTo>
                <a:lnTo>
                  <a:pt x="6287" y="1652"/>
                </a:lnTo>
                <a:cubicBezTo>
                  <a:pt x="6290" y="1664"/>
                  <a:pt x="6299" y="1673"/>
                  <a:pt x="6308" y="1680"/>
                </a:cubicBezTo>
                <a:cubicBezTo>
                  <a:pt x="6317" y="1687"/>
                  <a:pt x="6327" y="1693"/>
                  <a:pt x="6340" y="1693"/>
                </a:cubicBezTo>
                <a:lnTo>
                  <a:pt x="6348" y="1693"/>
                </a:lnTo>
                <a:cubicBezTo>
                  <a:pt x="6355" y="1693"/>
                  <a:pt x="6364" y="1691"/>
                  <a:pt x="6370" y="1689"/>
                </a:cubicBezTo>
                <a:cubicBezTo>
                  <a:pt x="6377" y="1687"/>
                  <a:pt x="6382" y="1684"/>
                  <a:pt x="6385" y="1680"/>
                </a:cubicBezTo>
                <a:cubicBezTo>
                  <a:pt x="6396" y="1673"/>
                  <a:pt x="6403" y="1661"/>
                  <a:pt x="6408" y="1650"/>
                </a:cubicBezTo>
                <a:lnTo>
                  <a:pt x="6408" y="1650"/>
                </a:lnTo>
                <a:lnTo>
                  <a:pt x="6708" y="848"/>
                </a:lnTo>
                <a:cubicBezTo>
                  <a:pt x="6711" y="841"/>
                  <a:pt x="6713" y="832"/>
                  <a:pt x="6713" y="825"/>
                </a:cubicBezTo>
                <a:cubicBezTo>
                  <a:pt x="6708" y="802"/>
                  <a:pt x="6694" y="779"/>
                  <a:pt x="6671" y="768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13"/>
              <a:buFont typeface="Arial"/>
              <a:buNone/>
            </a:pPr>
            <a:r>
              <a:t/>
            </a:r>
            <a:endParaRPr b="0" i="0" sz="1013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2" name="Google Shape;132;p50"/>
          <p:cNvSpPr txBox="1"/>
          <p:nvPr>
            <p:ph idx="1" type="body"/>
          </p:nvPr>
        </p:nvSpPr>
        <p:spPr>
          <a:xfrm>
            <a:off x="365750" y="1886350"/>
            <a:ext cx="7484400" cy="13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b="1" sz="5200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indent="-3429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indent="-3429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indent="-3429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indent="-3429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indent="-3429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indent="-342900" lvl="8" marL="4114800" algn="l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33" name="Google Shape;133;p50"/>
          <p:cNvSpPr/>
          <p:nvPr/>
        </p:nvSpPr>
        <p:spPr>
          <a:xfrm>
            <a:off x="457202" y="4864608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34" name="Google Shape;134;p50"/>
          <p:cNvSpPr/>
          <p:nvPr/>
        </p:nvSpPr>
        <p:spPr>
          <a:xfrm>
            <a:off x="5917776" y="1776875"/>
            <a:ext cx="4395610" cy="4179094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>
              <a:alpha val="10980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ummit22 - Splash 1">
  <p:cSld name="Summit22 - Splash_1"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6" name="Google Shape;136;p51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3" cy="51434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2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ummit22 - New Cover">
  <p:cSld name="Summit22 - Title 1_4">
    <p:bg>
      <p:bgPr>
        <a:solidFill>
          <a:schemeClr val="lt1"/>
        </a:solidFill>
      </p:bgPr>
    </p:bg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38" name="Google Shape;138;p5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-9750"/>
            <a:ext cx="9144003" cy="5153250"/>
          </a:xfrm>
          <a:prstGeom prst="rect">
            <a:avLst/>
          </a:prstGeom>
          <a:noFill/>
          <a:ln>
            <a:noFill/>
          </a:ln>
        </p:spPr>
      </p:pic>
      <p:sp>
        <p:nvSpPr>
          <p:cNvPr id="139" name="Google Shape;139;p52"/>
          <p:cNvSpPr txBox="1"/>
          <p:nvPr>
            <p:ph idx="1" type="body"/>
          </p:nvPr>
        </p:nvSpPr>
        <p:spPr>
          <a:xfrm>
            <a:off x="648546" y="2824478"/>
            <a:ext cx="78639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None/>
              <a:defRPr b="1" sz="27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0" name="Google Shape;140;p52"/>
          <p:cNvSpPr txBox="1"/>
          <p:nvPr>
            <p:ph idx="2" type="body"/>
          </p:nvPr>
        </p:nvSpPr>
        <p:spPr>
          <a:xfrm>
            <a:off x="645160" y="3655727"/>
            <a:ext cx="78705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None/>
              <a:defRPr b="1" sz="11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41" name="Google Shape;141;p52"/>
          <p:cNvSpPr/>
          <p:nvPr/>
        </p:nvSpPr>
        <p:spPr>
          <a:xfrm>
            <a:off x="557784" y="4898914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2022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2" name="Google Shape;142;p52"/>
          <p:cNvSpPr/>
          <p:nvPr/>
        </p:nvSpPr>
        <p:spPr>
          <a:xfrm>
            <a:off x="345195" y="4878329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3" name="Google Shape;143;p52"/>
          <p:cNvSpPr txBox="1"/>
          <p:nvPr/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2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peaker Bio 2">
  <p:cSld name="Summit22 - Divider1_1_1_1_1_1_2">
    <p:bg>
      <p:bgPr>
        <a:solidFill>
          <a:schemeClr val="lt1"/>
        </a:solidFill>
      </p:bgPr>
    </p:bg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45" name="Google Shape;145;p5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7279" y="-9750"/>
            <a:ext cx="9178665" cy="5162999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53"/>
          <p:cNvSpPr/>
          <p:nvPr/>
        </p:nvSpPr>
        <p:spPr>
          <a:xfrm>
            <a:off x="345195" y="4878329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7" name="Google Shape;147;p53"/>
          <p:cNvSpPr/>
          <p:nvPr/>
        </p:nvSpPr>
        <p:spPr>
          <a:xfrm>
            <a:off x="557784" y="4898914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2022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8" name="Google Shape;148;p53"/>
          <p:cNvSpPr txBox="1"/>
          <p:nvPr/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49" name="Google Shape;149;p53"/>
          <p:cNvSpPr/>
          <p:nvPr>
            <p:ph idx="2" type="pic"/>
          </p:nvPr>
        </p:nvSpPr>
        <p:spPr>
          <a:xfrm>
            <a:off x="480450" y="523875"/>
            <a:ext cx="3262200" cy="4029300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50" name="Google Shape;150;p53"/>
          <p:cNvSpPr txBox="1"/>
          <p:nvPr>
            <p:ph idx="1" type="body"/>
          </p:nvPr>
        </p:nvSpPr>
        <p:spPr>
          <a:xfrm>
            <a:off x="4027950" y="1021491"/>
            <a:ext cx="39552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810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b="1" sz="2400">
                <a:solidFill>
                  <a:schemeClr val="lt1"/>
                </a:solidFill>
              </a:defRPr>
            </a:lvl1pPr>
            <a:lvl2pPr indent="-3810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2pPr>
            <a:lvl3pPr indent="-3810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3pPr>
            <a:lvl4pPr indent="-3810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4pPr>
            <a:lvl5pPr indent="-3810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5pPr>
            <a:lvl6pPr indent="-3810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6pPr>
            <a:lvl7pPr indent="-3810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7pPr>
            <a:lvl8pPr indent="-3810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8pPr>
            <a:lvl9pPr indent="-3810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151" name="Google Shape;151;p53"/>
          <p:cNvSpPr txBox="1"/>
          <p:nvPr>
            <p:ph idx="3" type="body"/>
          </p:nvPr>
        </p:nvSpPr>
        <p:spPr>
          <a:xfrm>
            <a:off x="4027950" y="1830025"/>
            <a:ext cx="4146300" cy="29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152" name="Google Shape;152;p53"/>
          <p:cNvSpPr txBox="1"/>
          <p:nvPr>
            <p:ph idx="12" type="sldNum"/>
          </p:nvPr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ummit22 - Divider Slide 2">
  <p:cSld name="Summit22 - Title 1_2_1">
    <p:bg>
      <p:bgPr>
        <a:solidFill>
          <a:schemeClr val="lt1"/>
        </a:solidFill>
      </p:bgPr>
    </p:bg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4" name="Google Shape;154;p5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155" name="Google Shape;155;p54"/>
          <p:cNvSpPr txBox="1"/>
          <p:nvPr>
            <p:ph idx="1" type="body"/>
          </p:nvPr>
        </p:nvSpPr>
        <p:spPr>
          <a:xfrm>
            <a:off x="648546" y="2824478"/>
            <a:ext cx="78639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None/>
              <a:defRPr b="1" sz="27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6" name="Google Shape;156;p54"/>
          <p:cNvSpPr txBox="1"/>
          <p:nvPr>
            <p:ph idx="2" type="body"/>
          </p:nvPr>
        </p:nvSpPr>
        <p:spPr>
          <a:xfrm>
            <a:off x="645160" y="3655727"/>
            <a:ext cx="78705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None/>
              <a:defRPr b="1" sz="11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57" name="Google Shape;157;p54"/>
          <p:cNvSpPr/>
          <p:nvPr/>
        </p:nvSpPr>
        <p:spPr>
          <a:xfrm>
            <a:off x="345195" y="4878329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8" name="Google Shape;158;p54"/>
          <p:cNvSpPr/>
          <p:nvPr/>
        </p:nvSpPr>
        <p:spPr>
          <a:xfrm>
            <a:off x="557784" y="4898914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2022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59" name="Google Shape;159;p54"/>
          <p:cNvSpPr txBox="1"/>
          <p:nvPr/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plit Layout">
  <p:cSld name="Split Layout">
    <p:spTree>
      <p:nvGrpSpPr>
        <p:cNvPr id="160" name="Shape 1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61" name="Google Shape;161;p5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7279" y="-9750"/>
            <a:ext cx="9178665" cy="5162999"/>
          </a:xfrm>
          <a:prstGeom prst="rect">
            <a:avLst/>
          </a:prstGeom>
          <a:noFill/>
          <a:ln>
            <a:noFill/>
          </a:ln>
        </p:spPr>
      </p:pic>
      <p:sp>
        <p:nvSpPr>
          <p:cNvPr id="162" name="Google Shape;162;p55"/>
          <p:cNvSpPr txBox="1"/>
          <p:nvPr>
            <p:ph idx="1" type="body"/>
          </p:nvPr>
        </p:nvSpPr>
        <p:spPr>
          <a:xfrm>
            <a:off x="4819651" y="904875"/>
            <a:ext cx="3978900" cy="391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sz="1400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>
                <a:solidFill>
                  <a:schemeClr val="lt1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>
                <a:solidFill>
                  <a:schemeClr val="lt1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3" name="Google Shape;163;p55"/>
          <p:cNvSpPr/>
          <p:nvPr/>
        </p:nvSpPr>
        <p:spPr>
          <a:xfrm>
            <a:off x="-17275" y="-9600"/>
            <a:ext cx="4589400" cy="5163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13"/>
              <a:buFont typeface="Arial"/>
              <a:buNone/>
            </a:pPr>
            <a:r>
              <a:t/>
            </a:r>
            <a:endParaRPr b="0" i="0" sz="1013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4" name="Google Shape;164;p55"/>
          <p:cNvSpPr txBox="1"/>
          <p:nvPr>
            <p:ph idx="2" type="body"/>
          </p:nvPr>
        </p:nvSpPr>
        <p:spPr>
          <a:xfrm>
            <a:off x="345195" y="226036"/>
            <a:ext cx="3955200" cy="5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b="1" i="0" sz="2700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5" name="Google Shape;165;p55"/>
          <p:cNvSpPr/>
          <p:nvPr/>
        </p:nvSpPr>
        <p:spPr>
          <a:xfrm>
            <a:off x="345195" y="4878329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6" name="Google Shape;166;p55"/>
          <p:cNvSpPr txBox="1"/>
          <p:nvPr>
            <p:ph idx="3" type="body"/>
          </p:nvPr>
        </p:nvSpPr>
        <p:spPr>
          <a:xfrm>
            <a:off x="345447" y="731520"/>
            <a:ext cx="3955200" cy="29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5B5B5B"/>
              </a:buClr>
              <a:buSzPts val="1600"/>
              <a:buNone/>
              <a:defRPr sz="1600">
                <a:solidFill>
                  <a:srgbClr val="5B5B5B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67" name="Google Shape;167;p55"/>
          <p:cNvSpPr/>
          <p:nvPr/>
        </p:nvSpPr>
        <p:spPr>
          <a:xfrm>
            <a:off x="557784" y="4898914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2022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68" name="Google Shape;168;p55"/>
          <p:cNvSpPr txBox="1"/>
          <p:nvPr/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ummit22 - Bkg :ight">
  <p:cSld name="Summit22 - Thank You_1"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56"/>
          <p:cNvSpPr/>
          <p:nvPr/>
        </p:nvSpPr>
        <p:spPr>
          <a:xfrm>
            <a:off x="-35575" y="-9750"/>
            <a:ext cx="9212100" cy="5163000"/>
          </a:xfrm>
          <a:prstGeom prst="rect">
            <a:avLst/>
          </a:prstGeom>
          <a:gradFill>
            <a:gsLst>
              <a:gs pos="0">
                <a:srgbClr val="98DEFF"/>
              </a:gs>
              <a:gs pos="100000">
                <a:srgbClr val="B2E7FF">
                  <a:alpha val="47843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1" name="Google Shape;171;p56"/>
          <p:cNvSpPr/>
          <p:nvPr/>
        </p:nvSpPr>
        <p:spPr>
          <a:xfrm>
            <a:off x="345195" y="4878329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2" name="Google Shape;172;p56"/>
          <p:cNvSpPr/>
          <p:nvPr/>
        </p:nvSpPr>
        <p:spPr>
          <a:xfrm>
            <a:off x="557784" y="4898914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2022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3" name="Google Shape;173;p56"/>
          <p:cNvSpPr txBox="1"/>
          <p:nvPr/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4" name="Google Shape;174;p56"/>
          <p:cNvSpPr txBox="1"/>
          <p:nvPr>
            <p:ph idx="1" type="body"/>
          </p:nvPr>
        </p:nvSpPr>
        <p:spPr>
          <a:xfrm>
            <a:off x="345195" y="228600"/>
            <a:ext cx="8453700" cy="68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b="1" sz="2700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3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ummit22 - Vegas with Characters Content Slide">
  <p:cSld name="Summit22 - Title 1_5">
    <p:bg>
      <p:bgPr>
        <a:solidFill>
          <a:schemeClr val="lt1"/>
        </a:solidFill>
      </p:bgPr>
    </p:bg>
    <p:spTree>
      <p:nvGrpSpPr>
        <p:cNvPr id="175" name="Shape 1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6" name="Google Shape;176;p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8867" y="-19512"/>
            <a:ext cx="9178665" cy="5162999"/>
          </a:xfrm>
          <a:prstGeom prst="rect">
            <a:avLst/>
          </a:prstGeom>
          <a:noFill/>
          <a:ln>
            <a:noFill/>
          </a:ln>
        </p:spPr>
      </p:pic>
      <p:sp>
        <p:nvSpPr>
          <p:cNvPr id="177" name="Google Shape;177;p57"/>
          <p:cNvSpPr/>
          <p:nvPr/>
        </p:nvSpPr>
        <p:spPr>
          <a:xfrm>
            <a:off x="345195" y="4878329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8" name="Google Shape;178;p57"/>
          <p:cNvSpPr/>
          <p:nvPr/>
        </p:nvSpPr>
        <p:spPr>
          <a:xfrm>
            <a:off x="557784" y="4898914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2022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79" name="Google Shape;179;p57"/>
          <p:cNvSpPr txBox="1"/>
          <p:nvPr>
            <p:ph idx="1" type="body"/>
          </p:nvPr>
        </p:nvSpPr>
        <p:spPr>
          <a:xfrm>
            <a:off x="345196" y="231569"/>
            <a:ext cx="84537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b="1" i="0" sz="2700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0" name="Google Shape;180;p57"/>
          <p:cNvSpPr txBox="1"/>
          <p:nvPr/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ummit22 - Thank You">
  <p:cSld name="Summit22 - Thank You_2">
    <p:spTree>
      <p:nvGrpSpPr>
        <p:cNvPr id="181" name="Shape 18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2" name="Google Shape;182;p5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" y="-13"/>
            <a:ext cx="9143997" cy="5143545"/>
          </a:xfrm>
          <a:prstGeom prst="rect">
            <a:avLst/>
          </a:prstGeom>
          <a:noFill/>
          <a:ln>
            <a:noFill/>
          </a:ln>
        </p:spPr>
      </p:pic>
      <p:sp>
        <p:nvSpPr>
          <p:cNvPr id="183" name="Google Shape;183;p58"/>
          <p:cNvSpPr/>
          <p:nvPr/>
        </p:nvSpPr>
        <p:spPr>
          <a:xfrm>
            <a:off x="345195" y="4878329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4" name="Google Shape;184;p58"/>
          <p:cNvSpPr/>
          <p:nvPr/>
        </p:nvSpPr>
        <p:spPr>
          <a:xfrm>
            <a:off x="557784" y="4898914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2022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85" name="Google Shape;185;p58"/>
          <p:cNvSpPr txBox="1"/>
          <p:nvPr>
            <p:ph idx="1" type="body"/>
          </p:nvPr>
        </p:nvSpPr>
        <p:spPr>
          <a:xfrm>
            <a:off x="2272412" y="2285447"/>
            <a:ext cx="45993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b="1" sz="40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186" name="Google Shape;186;p58"/>
          <p:cNvSpPr txBox="1"/>
          <p:nvPr/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footer only)">
  <p:cSld name="1_Blank (footer only) 8">
    <p:bg>
      <p:bgPr>
        <a:solidFill>
          <a:schemeClr val="lt1"/>
        </a:solidFill>
      </p:bgPr>
    </p:bg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5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93" name="Google Shape;193;p25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194" name="Google Shape;194;p25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2">
  <p:cSld name="1_Cover 02 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4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197" name="Google Shape;197;p24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&#10;&#10;Description automatically generated" id="198" name="Google Shape;19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5" y="4848629"/>
            <a:ext cx="140380" cy="12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3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ulti-use layout 1">
  <p:cSld name="Multi-use layout_1">
    <p:spTree>
      <p:nvGrpSpPr>
        <p:cNvPr id="199" name="Shape 1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0" name="Google Shape;200;g36887431da9_6_321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1" name="Google Shape;201;g36887431da9_6_321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29292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2025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2" name="Google Shape;202;g36887431da9_6_321"/>
          <p:cNvSpPr txBox="1"/>
          <p:nvPr/>
        </p:nvSpPr>
        <p:spPr>
          <a:xfrm>
            <a:off x="8326876" y="4825493"/>
            <a:ext cx="5667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25" spcFirstLastPara="1" rIns="45725" wrap="square" tIns="2285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3" name="Google Shape;203;g36887431da9_6_321"/>
          <p:cNvSpPr txBox="1"/>
          <p:nvPr>
            <p:ph type="title"/>
          </p:nvPr>
        </p:nvSpPr>
        <p:spPr>
          <a:xfrm>
            <a:off x="365760" y="274320"/>
            <a:ext cx="83211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50" lIns="91450" spcFirstLastPara="1" rIns="91450" wrap="square" tIns="91450">
            <a:no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Arial"/>
              <a:buNone/>
              <a:defRPr i="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None/>
              <a:defRPr/>
            </a:lvl9pPr>
          </a:lstStyle>
          <a:p/>
        </p:txBody>
      </p:sp>
      <p:sp>
        <p:nvSpPr>
          <p:cNvPr id="204" name="Google Shape;204;g36887431da9_6_321"/>
          <p:cNvSpPr txBox="1"/>
          <p:nvPr>
            <p:ph idx="1" type="subTitle"/>
          </p:nvPr>
        </p:nvSpPr>
        <p:spPr>
          <a:xfrm>
            <a:off x="365760" y="655868"/>
            <a:ext cx="8344800" cy="36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50" lIns="91450" spcFirstLastPara="1" rIns="91450" wrap="square" tIns="9145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1pPr>
            <a:lvl2pPr lvl="1" algn="l">
              <a:lnSpc>
                <a:spcPct val="114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2pPr>
            <a:lvl3pPr lvl="2" algn="l">
              <a:lnSpc>
                <a:spcPct val="114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3pPr>
            <a:lvl4pPr lvl="3" algn="l">
              <a:lnSpc>
                <a:spcPct val="114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4pPr>
            <a:lvl5pPr lvl="4" algn="l">
              <a:lnSpc>
                <a:spcPct val="114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5pPr>
            <a:lvl6pPr lvl="5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6pPr>
            <a:lvl7pPr lvl="6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7pPr>
            <a:lvl8pPr lvl="7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8pPr>
            <a:lvl9pPr lvl="8" algn="l">
              <a:lnSpc>
                <a:spcPct val="90000"/>
              </a:lnSpc>
              <a:spcBef>
                <a:spcPts val="1000"/>
              </a:spcBef>
              <a:spcAft>
                <a:spcPts val="100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9pPr>
          </a:lstStyle>
          <a:p/>
        </p:txBody>
      </p:sp>
      <p:sp>
        <p:nvSpPr>
          <p:cNvPr id="205" name="Google Shape;205;g36887431da9_6_321"/>
          <p:cNvSpPr/>
          <p:nvPr/>
        </p:nvSpPr>
        <p:spPr>
          <a:xfrm>
            <a:off x="0" y="343806"/>
            <a:ext cx="137100" cy="36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ulti-use layout 2">
  <p:cSld name="Multi-use layout_2">
    <p:spTree>
      <p:nvGrpSpPr>
        <p:cNvPr id="206" name="Shape 2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7" name="Google Shape;207;g36887431da9_6_729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8" name="Google Shape;208;g36887431da9_6_729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929292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2025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09" name="Google Shape;209;g36887431da9_6_729"/>
          <p:cNvSpPr txBox="1"/>
          <p:nvPr/>
        </p:nvSpPr>
        <p:spPr>
          <a:xfrm>
            <a:off x="8326876" y="4825493"/>
            <a:ext cx="566700" cy="138600"/>
          </a:xfrm>
          <a:prstGeom prst="rect">
            <a:avLst/>
          </a:prstGeom>
          <a:noFill/>
          <a:ln>
            <a:noFill/>
          </a:ln>
        </p:spPr>
        <p:txBody>
          <a:bodyPr anchorCtr="0" anchor="t" bIns="22850" lIns="45725" spcFirstLastPara="1" rIns="45725" wrap="square" tIns="2285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0" name="Google Shape;210;g36887431da9_6_729"/>
          <p:cNvSpPr txBox="1"/>
          <p:nvPr>
            <p:ph type="title"/>
          </p:nvPr>
        </p:nvSpPr>
        <p:spPr>
          <a:xfrm>
            <a:off x="365760" y="274320"/>
            <a:ext cx="83211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50" lIns="91450" spcFirstLastPara="1" rIns="91450" wrap="square" tIns="91450">
            <a:no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Arial"/>
              <a:buNone/>
              <a:defRPr i="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None/>
              <a:defRPr/>
            </a:lvl9pPr>
          </a:lstStyle>
          <a:p/>
        </p:txBody>
      </p:sp>
      <p:sp>
        <p:nvSpPr>
          <p:cNvPr id="211" name="Google Shape;211;g36887431da9_6_729"/>
          <p:cNvSpPr txBox="1"/>
          <p:nvPr>
            <p:ph idx="1" type="subTitle"/>
          </p:nvPr>
        </p:nvSpPr>
        <p:spPr>
          <a:xfrm>
            <a:off x="365760" y="655868"/>
            <a:ext cx="8344800" cy="3660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50" lIns="91450" spcFirstLastPara="1" rIns="91450" wrap="square" tIns="91450">
            <a:noAutofit/>
          </a:bodyPr>
          <a:lstStyle>
            <a:lvl1pPr lvl="0"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1pPr>
            <a:lvl2pPr lvl="1" algn="l">
              <a:lnSpc>
                <a:spcPct val="114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2pPr>
            <a:lvl3pPr lvl="2" algn="l">
              <a:lnSpc>
                <a:spcPct val="114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3pPr>
            <a:lvl4pPr lvl="3" algn="l">
              <a:lnSpc>
                <a:spcPct val="114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4pPr>
            <a:lvl5pPr lvl="4" algn="l">
              <a:lnSpc>
                <a:spcPct val="114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5pPr>
            <a:lvl6pPr lvl="5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6pPr>
            <a:lvl7pPr lvl="6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7pPr>
            <a:lvl8pPr lvl="7" algn="l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8pPr>
            <a:lvl9pPr lvl="8" algn="l">
              <a:lnSpc>
                <a:spcPct val="90000"/>
              </a:lnSpc>
              <a:spcBef>
                <a:spcPts val="1000"/>
              </a:spcBef>
              <a:spcAft>
                <a:spcPts val="100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9pPr>
          </a:lstStyle>
          <a:p/>
        </p:txBody>
      </p:sp>
      <p:sp>
        <p:nvSpPr>
          <p:cNvPr id="212" name="Google Shape;212;g36887431da9_6_729"/>
          <p:cNvSpPr/>
          <p:nvPr/>
        </p:nvSpPr>
        <p:spPr>
          <a:xfrm>
            <a:off x="0" y="343806"/>
            <a:ext cx="137100" cy="366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50" lIns="91450" spcFirstLastPara="1" rIns="91450" wrap="square" tIns="9145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3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Agenda">
    <p:spTree>
      <p:nvGrpSpPr>
        <p:cNvPr id="213" name="Shape 2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4" name="Google Shape;214;p26"/>
          <p:cNvPicPr preferRelativeResize="0"/>
          <p:nvPr/>
        </p:nvPicPr>
        <p:blipFill rotWithShape="1">
          <a:blip r:embed="rId2">
            <a:alphaModFix amt="35000"/>
          </a:blip>
          <a:srcRect b="0" l="0" r="0" t="0"/>
          <a:stretch/>
        </p:blipFill>
        <p:spPr>
          <a:xfrm>
            <a:off x="-17279" y="-9750"/>
            <a:ext cx="9178665" cy="5162999"/>
          </a:xfrm>
          <a:prstGeom prst="rect">
            <a:avLst/>
          </a:prstGeom>
          <a:noFill/>
          <a:ln>
            <a:noFill/>
          </a:ln>
        </p:spPr>
      </p:pic>
      <p:sp>
        <p:nvSpPr>
          <p:cNvPr id="215" name="Google Shape;215;p26"/>
          <p:cNvSpPr txBox="1"/>
          <p:nvPr>
            <p:ph idx="1" type="body"/>
          </p:nvPr>
        </p:nvSpPr>
        <p:spPr>
          <a:xfrm>
            <a:off x="345196" y="231569"/>
            <a:ext cx="84537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b="1" i="0" sz="2700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16" name="Google Shape;216;p26"/>
          <p:cNvSpPr/>
          <p:nvPr/>
        </p:nvSpPr>
        <p:spPr>
          <a:xfrm>
            <a:off x="345195" y="4878329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7" name="Google Shape;217;p26"/>
          <p:cNvSpPr/>
          <p:nvPr/>
        </p:nvSpPr>
        <p:spPr>
          <a:xfrm>
            <a:off x="557784" y="4898914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18" name="Google Shape;218;p26"/>
          <p:cNvSpPr txBox="1"/>
          <p:nvPr>
            <p:ph idx="12" type="sldNum"/>
          </p:nvPr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footer only)">
  <p:cSld name="1_Blank (footer only) 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19" name="Shape 2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0" name="Google Shape;220;p59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1" name="Google Shape;221;p59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22" name="Google Shape;222;p59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4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2">
  <p:cSld name="Data Cloud_1_1_3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60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&#10;&#10;Description automatically generated" id="225" name="Google Shape;225;p6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5" y="4848629"/>
            <a:ext cx="140380" cy="12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2">
  <p:cSld name="1_Cover 0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61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28" name="Google Shape;228;p61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&#10;&#10;Description automatically generated" id="229" name="Google Shape;229;p6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5" y="4848629"/>
            <a:ext cx="140380" cy="12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2">
  <p:cSld name="1_Cover 02 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62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32" name="Google Shape;232;p62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&#10;&#10;Description automatically generated" id="233" name="Google Shape;233;p6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5" y="4848629"/>
            <a:ext cx="140380" cy="12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2">
  <p:cSld name="1_Cover 02 5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4" name="Shape 2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Google Shape;235;p63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36" name="Google Shape;236;p63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&#10;&#10;Description automatically generated" id="237" name="Google Shape;237;p6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5" y="4848629"/>
            <a:ext cx="140380" cy="12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4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footer only)">
  <p:cSld name="1_Blank (footer only) 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38" name="Shape 2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9" name="Google Shape;239;p64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0" name="Google Shape;240;p64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1" name="Google Shape;241;p64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4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ulti-use layout">
  <p:cSld name="Multi-use layout">
    <p:spTree>
      <p:nvGrpSpPr>
        <p:cNvPr id="242" name="Shape 2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3" name="Google Shape;243;p65"/>
          <p:cNvSpPr txBox="1"/>
          <p:nvPr>
            <p:ph idx="1" type="body"/>
          </p:nvPr>
        </p:nvSpPr>
        <p:spPr>
          <a:xfrm>
            <a:off x="345196" y="228600"/>
            <a:ext cx="84537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b="1" i="0" sz="2700" cap="none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4" name="Google Shape;244;p65"/>
          <p:cNvSpPr txBox="1"/>
          <p:nvPr>
            <p:ph idx="2" type="body"/>
          </p:nvPr>
        </p:nvSpPr>
        <p:spPr>
          <a:xfrm>
            <a:off x="345196" y="731520"/>
            <a:ext cx="8453700" cy="29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5B5B5B"/>
              </a:buClr>
              <a:buSzPts val="1600"/>
              <a:buNone/>
              <a:defRPr sz="1600">
                <a:solidFill>
                  <a:srgbClr val="5B5B5B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5" name="Google Shape;245;p65"/>
          <p:cNvSpPr/>
          <p:nvPr/>
        </p:nvSpPr>
        <p:spPr>
          <a:xfrm>
            <a:off x="557784" y="4898914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46" name="Google Shape;246;p65"/>
          <p:cNvSpPr txBox="1"/>
          <p:nvPr>
            <p:ph idx="12" type="sldNum"/>
          </p:nvPr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47" name="Google Shape;247;p65"/>
          <p:cNvSpPr/>
          <p:nvPr/>
        </p:nvSpPr>
        <p:spPr>
          <a:xfrm>
            <a:off x="345195" y="4878329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4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footer only)">
  <p:cSld name="1_Blank (footer only) 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48" name="Shape 2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9" name="Google Shape;249;p66"/>
          <p:cNvSpPr txBox="1"/>
          <p:nvPr>
            <p:ph idx="12" type="sldNum"/>
          </p:nvPr>
        </p:nvSpPr>
        <p:spPr>
          <a:xfrm>
            <a:off x="8569842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50" name="Google Shape;250;p66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1" name="Google Shape;251;p66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4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footer only)">
  <p:cSld name="1_Blank (footer only) 5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2" name="Shape 2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3" name="Google Shape;253;p67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54" name="Google Shape;254;p67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5" name="Google Shape;255;p67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4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footer only)">
  <p:cSld name="1_Blank (footer only) 9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68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58" name="Google Shape;258;p68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59" name="Google Shape;259;p68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5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ummit22 - Sky Background 1">
  <p:cSld name="Summit22 - Divider1_1_3">
    <p:bg>
      <p:bgPr>
        <a:solidFill>
          <a:schemeClr val="lt1"/>
        </a:solidFill>
      </p:bgPr>
    </p:bg>
    <p:spTree>
      <p:nvGrpSpPr>
        <p:cNvPr id="260" name="Shape 2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1" name="Google Shape;261;p6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7279" y="-9750"/>
            <a:ext cx="9178665" cy="5162999"/>
          </a:xfrm>
          <a:prstGeom prst="rect">
            <a:avLst/>
          </a:prstGeom>
          <a:noFill/>
          <a:ln>
            <a:noFill/>
          </a:ln>
        </p:spPr>
      </p:pic>
      <p:sp>
        <p:nvSpPr>
          <p:cNvPr id="262" name="Google Shape;262;p69"/>
          <p:cNvSpPr txBox="1"/>
          <p:nvPr>
            <p:ph idx="1" type="body"/>
          </p:nvPr>
        </p:nvSpPr>
        <p:spPr>
          <a:xfrm>
            <a:off x="376225" y="1282900"/>
            <a:ext cx="2267400" cy="304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b="1" sz="20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/>
            </a:lvl5pPr>
            <a:lvl6pPr indent="-3048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Char char="•"/>
              <a:defRPr sz="1200"/>
            </a:lvl6pPr>
            <a:lvl7pPr indent="-3048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Char char="•"/>
              <a:defRPr sz="1200"/>
            </a:lvl7pPr>
            <a:lvl8pPr indent="-3048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Char char="•"/>
              <a:defRPr sz="1200"/>
            </a:lvl8pPr>
            <a:lvl9pPr indent="-3048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Char char="•"/>
              <a:defRPr sz="1200"/>
            </a:lvl9pPr>
          </a:lstStyle>
          <a:p/>
        </p:txBody>
      </p:sp>
      <p:sp>
        <p:nvSpPr>
          <p:cNvPr id="263" name="Google Shape;263;p69"/>
          <p:cNvSpPr/>
          <p:nvPr/>
        </p:nvSpPr>
        <p:spPr>
          <a:xfrm>
            <a:off x="345195" y="4878329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4" name="Google Shape;264;p69"/>
          <p:cNvSpPr/>
          <p:nvPr/>
        </p:nvSpPr>
        <p:spPr>
          <a:xfrm>
            <a:off x="557784" y="4898914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5" name="Google Shape;265;p69"/>
          <p:cNvSpPr txBox="1"/>
          <p:nvPr/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66" name="Google Shape;266;p69"/>
          <p:cNvSpPr txBox="1"/>
          <p:nvPr>
            <p:ph idx="2" type="body"/>
          </p:nvPr>
        </p:nvSpPr>
        <p:spPr>
          <a:xfrm>
            <a:off x="345195" y="228600"/>
            <a:ext cx="8453700" cy="68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None/>
              <a:defRPr b="1" sz="2700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5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2">
  <p:cSld name="1_Cover 02 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67" name="Shape 2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8" name="Google Shape;268;p70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69" name="Google Shape;269;p70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&#10;&#10;Description automatically generated" id="270" name="Google Shape;270;p7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5" y="4848629"/>
            <a:ext cx="140380" cy="12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1">
  <p:cSld name="Data Cloud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1" name="Shape 2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2" name="Google Shape;272;p71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73" name="Google Shape;273;p71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&#10;&#10;Description automatically generated" id="274" name="Google Shape;274;p7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5" y="4848629"/>
            <a:ext cx="140380" cy="12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2">
  <p:cSld name="1_Cover 02 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72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77" name="Google Shape;277;p72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&#10;&#10;Description automatically generated" id="278" name="Google Shape;278;p7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5" y="4848629"/>
            <a:ext cx="140380" cy="12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2">
  <p:cSld name="1_Cover 02 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79" name="Shape 27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0" name="Google Shape;280;p73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81" name="Google Shape;281;p73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&#10;&#10;Description automatically generated" id="282" name="Google Shape;282;p7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5" y="4848629"/>
            <a:ext cx="140380" cy="12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footer only)">
  <p:cSld name="1_Blank (footer only)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3" name="Shape 2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4" name="Google Shape;284;p74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85" name="Google Shape;285;p74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86" name="Google Shape;286;p74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5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footer only)">
  <p:cSld name="1_Blank (footer only) 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87" name="Shape 2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8" name="Google Shape;288;p75"/>
          <p:cNvSpPr txBox="1"/>
          <p:nvPr>
            <p:ph idx="12" type="sldNum"/>
          </p:nvPr>
        </p:nvSpPr>
        <p:spPr>
          <a:xfrm>
            <a:off x="8569842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89" name="Google Shape;289;p75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&#10;&#10;Description automatically generated" id="290" name="Google Shape;290;p7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5" y="4848629"/>
            <a:ext cx="140380" cy="12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5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footer only)">
  <p:cSld name="1_Blank (footer only) 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1" name="Shape 2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2" name="Google Shape;292;p76"/>
          <p:cNvSpPr txBox="1"/>
          <p:nvPr>
            <p:ph idx="12" type="sldNum"/>
          </p:nvPr>
        </p:nvSpPr>
        <p:spPr>
          <a:xfrm>
            <a:off x="8569842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293" name="Google Shape;293;p76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4" name="Google Shape;294;p76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5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- Dark Blue">
  <p:cSld name="Quote - Violet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295" name="Shape 2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6" name="Google Shape;296;p77"/>
          <p:cNvSpPr txBox="1"/>
          <p:nvPr>
            <p:ph idx="1" type="body"/>
          </p:nvPr>
        </p:nvSpPr>
        <p:spPr>
          <a:xfrm>
            <a:off x="365750" y="1331975"/>
            <a:ext cx="7484400" cy="259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 cap="none">
                <a:solidFill>
                  <a:schemeClr val="lt1"/>
                </a:solidFill>
              </a:defRPr>
            </a:lvl1pPr>
            <a:lvl2pPr indent="-3429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indent="-3429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indent="-3429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indent="-3429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indent="-3429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indent="-3429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indent="-342900" lvl="8" marL="4114800" algn="l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297" name="Google Shape;297;p77"/>
          <p:cNvSpPr/>
          <p:nvPr/>
        </p:nvSpPr>
        <p:spPr>
          <a:xfrm>
            <a:off x="660652" y="4866916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8" name="Google Shape;298;p77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299" name="Google Shape;299;p77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00" name="Google Shape;300;p77"/>
          <p:cNvGrpSpPr/>
          <p:nvPr/>
        </p:nvGrpSpPr>
        <p:grpSpPr>
          <a:xfrm>
            <a:off x="457209" y="474129"/>
            <a:ext cx="1177786" cy="857849"/>
            <a:chOff x="865451" y="2114550"/>
            <a:chExt cx="3399093" cy="2475755"/>
          </a:xfrm>
        </p:grpSpPr>
        <p:sp>
          <p:nvSpPr>
            <p:cNvPr id="301" name="Google Shape;301;p77"/>
            <p:cNvSpPr/>
            <p:nvPr/>
          </p:nvSpPr>
          <p:spPr>
            <a:xfrm>
              <a:off x="865451" y="2114550"/>
              <a:ext cx="1571381" cy="2475755"/>
            </a:xfrm>
            <a:custGeom>
              <a:rect b="b" l="l" r="r" t="t"/>
              <a:pathLst>
                <a:path extrusionOk="0" h="5757569" w="3654375">
                  <a:moveTo>
                    <a:pt x="3448790" y="0"/>
                  </a:moveTo>
                  <a:lnTo>
                    <a:pt x="3458290" y="1432474"/>
                  </a:lnTo>
                  <a:cubicBezTo>
                    <a:pt x="2772941" y="1684660"/>
                    <a:pt x="2415542" y="1991333"/>
                    <a:pt x="2248907" y="2449965"/>
                  </a:cubicBezTo>
                  <a:cubicBezTo>
                    <a:pt x="3226484" y="2526039"/>
                    <a:pt x="3654376" y="3276319"/>
                    <a:pt x="3654376" y="4068726"/>
                  </a:cubicBezTo>
                  <a:cubicBezTo>
                    <a:pt x="3654376" y="5007004"/>
                    <a:pt x="2925326" y="5757569"/>
                    <a:pt x="1987935" y="5757569"/>
                  </a:cubicBezTo>
                  <a:cubicBezTo>
                    <a:pt x="1050544" y="5757569"/>
                    <a:pt x="14541" y="5150119"/>
                    <a:pt x="196" y="3782402"/>
                  </a:cubicBezTo>
                  <a:cubicBezTo>
                    <a:pt x="-30015" y="843186"/>
                    <a:pt x="3448790" y="0"/>
                    <a:pt x="34487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302" name="Google Shape;302;p77"/>
            <p:cNvSpPr/>
            <p:nvPr/>
          </p:nvSpPr>
          <p:spPr>
            <a:xfrm>
              <a:off x="2693163" y="2114550"/>
              <a:ext cx="1571381" cy="2475755"/>
            </a:xfrm>
            <a:custGeom>
              <a:rect b="b" l="l" r="r" t="t"/>
              <a:pathLst>
                <a:path extrusionOk="0" h="5757569" w="3654375">
                  <a:moveTo>
                    <a:pt x="3448790" y="0"/>
                  </a:moveTo>
                  <a:lnTo>
                    <a:pt x="3458290" y="1432474"/>
                  </a:lnTo>
                  <a:cubicBezTo>
                    <a:pt x="2772941" y="1684660"/>
                    <a:pt x="2415542" y="1991333"/>
                    <a:pt x="2248907" y="2449965"/>
                  </a:cubicBezTo>
                  <a:cubicBezTo>
                    <a:pt x="3226484" y="2526039"/>
                    <a:pt x="3654376" y="3276319"/>
                    <a:pt x="3654376" y="4068726"/>
                  </a:cubicBezTo>
                  <a:cubicBezTo>
                    <a:pt x="3654376" y="5007004"/>
                    <a:pt x="2925326" y="5757569"/>
                    <a:pt x="1987935" y="5757569"/>
                  </a:cubicBezTo>
                  <a:cubicBezTo>
                    <a:pt x="1050544" y="5757569"/>
                    <a:pt x="14541" y="5150119"/>
                    <a:pt x="196" y="3782402"/>
                  </a:cubicBezTo>
                  <a:cubicBezTo>
                    <a:pt x="-30015" y="843186"/>
                    <a:pt x="3448790" y="0"/>
                    <a:pt x="34487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303" name="Google Shape;303;p77"/>
          <p:cNvSpPr txBox="1"/>
          <p:nvPr>
            <p:ph idx="2" type="subTitle"/>
          </p:nvPr>
        </p:nvSpPr>
        <p:spPr>
          <a:xfrm>
            <a:off x="365755" y="4023360"/>
            <a:ext cx="4206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b="1" sz="1600">
                <a:solidFill>
                  <a:srgbClr val="FFFFFF"/>
                </a:solidFill>
              </a:defRPr>
            </a:lvl1pPr>
            <a:lvl2pPr lvl="1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 b="1">
                <a:solidFill>
                  <a:srgbClr val="FFFFFF"/>
                </a:solidFill>
              </a:defRPr>
            </a:lvl2pPr>
            <a:lvl3pPr lvl="2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3pPr>
            <a:lvl4pPr lvl="3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4pPr>
            <a:lvl5pPr lvl="4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5pPr>
            <a:lvl6pPr lvl="5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6pPr>
            <a:lvl7pPr lvl="6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7pPr>
            <a:lvl8pPr lvl="7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8pPr>
            <a:lvl9pPr lvl="8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5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2">
  <p:cSld name="1_Cover 02 8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04" name="Shape 3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5" name="Google Shape;305;p78"/>
          <p:cNvSpPr txBox="1"/>
          <p:nvPr>
            <p:ph idx="12" type="sldNum"/>
          </p:nvPr>
        </p:nvSpPr>
        <p:spPr>
          <a:xfrm>
            <a:off x="8569842" y="4866972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(#)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306" name="Google Shape;306;p78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07" name="Google Shape;307;p78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6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3">
  <p:cSld name="Data Cloud_1_1_3_1">
    <p:bg>
      <p:bgPr>
        <a:solidFill>
          <a:schemeClr val="accent1"/>
        </a:solidFill>
      </p:bgPr>
    </p:bg>
    <p:spTree>
      <p:nvGrpSpPr>
        <p:cNvPr id="308" name="Shape 30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09" name="Google Shape;309;p79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310" name="Google Shape;310;p79"/>
          <p:cNvGrpSpPr/>
          <p:nvPr/>
        </p:nvGrpSpPr>
        <p:grpSpPr>
          <a:xfrm rot="-5400000">
            <a:off x="5223331" y="1196311"/>
            <a:ext cx="5164333" cy="2747794"/>
            <a:chOff x="1155183" y="3814094"/>
            <a:chExt cx="3118370" cy="1659196"/>
          </a:xfrm>
        </p:grpSpPr>
        <p:sp>
          <p:nvSpPr>
            <p:cNvPr id="311" name="Google Shape;311;p79"/>
            <p:cNvSpPr/>
            <p:nvPr/>
          </p:nvSpPr>
          <p:spPr>
            <a:xfrm>
              <a:off x="1155183" y="3814094"/>
              <a:ext cx="1891200" cy="1652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312" name="Google Shape;312;p79"/>
            <p:cNvSpPr/>
            <p:nvPr/>
          </p:nvSpPr>
          <p:spPr>
            <a:xfrm>
              <a:off x="3051053" y="3828390"/>
              <a:ext cx="1222500" cy="1644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313" name="Google Shape;313;p79"/>
          <p:cNvSpPr/>
          <p:nvPr/>
        </p:nvSpPr>
        <p:spPr>
          <a:xfrm>
            <a:off x="456932" y="4898925"/>
            <a:ext cx="16359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14" name="Google Shape;314;p79"/>
          <p:cNvSpPr txBox="1"/>
          <p:nvPr>
            <p:ph type="title"/>
          </p:nvPr>
        </p:nvSpPr>
        <p:spPr>
          <a:xfrm>
            <a:off x="366600" y="1188720"/>
            <a:ext cx="5394900" cy="1920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algn="l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None/>
              <a:defRPr b="1" i="0" sz="4400" u="none" cap="none" strike="noStrike">
                <a:solidFill>
                  <a:schemeClr val="dk1"/>
                </a:solidFill>
              </a:defRPr>
            </a:lvl1pPr>
            <a:lvl2pPr lvl="1" algn="l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315" name="Google Shape;315;p79"/>
          <p:cNvSpPr txBox="1"/>
          <p:nvPr>
            <p:ph idx="2" type="title"/>
          </p:nvPr>
        </p:nvSpPr>
        <p:spPr>
          <a:xfrm>
            <a:off x="366600" y="3160438"/>
            <a:ext cx="5394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0" i="0" sz="1800" u="none" cap="none" strike="noStrike">
                <a:solidFill>
                  <a:schemeClr val="dk1"/>
                </a:solidFill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316" name="Google Shape;316;p79"/>
          <p:cNvSpPr txBox="1"/>
          <p:nvPr>
            <p:ph idx="3" type="title"/>
          </p:nvPr>
        </p:nvSpPr>
        <p:spPr>
          <a:xfrm>
            <a:off x="366600" y="4359693"/>
            <a:ext cx="4205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 u="none" cap="none" strike="noStrike">
                <a:solidFill>
                  <a:schemeClr val="dk1"/>
                </a:solidFill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317" name="Google Shape;317;p79"/>
          <p:cNvSpPr/>
          <p:nvPr/>
        </p:nvSpPr>
        <p:spPr>
          <a:xfrm>
            <a:off x="457200" y="548640"/>
            <a:ext cx="1828808" cy="418012"/>
          </a:xfrm>
          <a:custGeom>
            <a:rect b="b" l="l" r="r" t="t"/>
            <a:pathLst>
              <a:path extrusionOk="0" h="2451" w="10771">
                <a:moveTo>
                  <a:pt x="10625" y="726"/>
                </a:moveTo>
                <a:lnTo>
                  <a:pt x="10597" y="726"/>
                </a:lnTo>
                <a:lnTo>
                  <a:pt x="10597" y="761"/>
                </a:lnTo>
                <a:lnTo>
                  <a:pt x="10625" y="761"/>
                </a:lnTo>
                <a:cubicBezTo>
                  <a:pt x="10638" y="761"/>
                  <a:pt x="10646" y="756"/>
                  <a:pt x="10646" y="744"/>
                </a:cubicBezTo>
                <a:cubicBezTo>
                  <a:pt x="10646" y="731"/>
                  <a:pt x="10639" y="726"/>
                  <a:pt x="10625" y="726"/>
                </a:cubicBezTo>
                <a:close/>
                <a:moveTo>
                  <a:pt x="10562" y="693"/>
                </a:moveTo>
                <a:lnTo>
                  <a:pt x="10625" y="693"/>
                </a:lnTo>
                <a:cubicBezTo>
                  <a:pt x="10660" y="693"/>
                  <a:pt x="10683" y="712"/>
                  <a:pt x="10683" y="742"/>
                </a:cubicBezTo>
                <a:cubicBezTo>
                  <a:pt x="10683" y="760"/>
                  <a:pt x="10675" y="774"/>
                  <a:pt x="10660" y="783"/>
                </a:cubicBezTo>
                <a:lnTo>
                  <a:pt x="10685" y="820"/>
                </a:lnTo>
                <a:lnTo>
                  <a:pt x="10685" y="827"/>
                </a:lnTo>
                <a:lnTo>
                  <a:pt x="10648" y="827"/>
                </a:lnTo>
                <a:lnTo>
                  <a:pt x="10623" y="791"/>
                </a:lnTo>
                <a:lnTo>
                  <a:pt x="10595" y="791"/>
                </a:lnTo>
                <a:lnTo>
                  <a:pt x="10595" y="827"/>
                </a:lnTo>
                <a:lnTo>
                  <a:pt x="10560" y="827"/>
                </a:lnTo>
                <a:lnTo>
                  <a:pt x="10560" y="693"/>
                </a:lnTo>
                <a:lnTo>
                  <a:pt x="10562" y="693"/>
                </a:lnTo>
                <a:close/>
                <a:moveTo>
                  <a:pt x="10742" y="761"/>
                </a:moveTo>
                <a:cubicBezTo>
                  <a:pt x="10742" y="691"/>
                  <a:pt x="10694" y="636"/>
                  <a:pt x="10622" y="636"/>
                </a:cubicBezTo>
                <a:cubicBezTo>
                  <a:pt x="10551" y="636"/>
                  <a:pt x="10504" y="687"/>
                  <a:pt x="10504" y="761"/>
                </a:cubicBezTo>
                <a:cubicBezTo>
                  <a:pt x="10504" y="832"/>
                  <a:pt x="10551" y="887"/>
                  <a:pt x="10622" y="887"/>
                </a:cubicBezTo>
                <a:cubicBezTo>
                  <a:pt x="10694" y="888"/>
                  <a:pt x="10742" y="834"/>
                  <a:pt x="10742" y="761"/>
                </a:cubicBezTo>
                <a:close/>
                <a:moveTo>
                  <a:pt x="10770" y="761"/>
                </a:moveTo>
                <a:cubicBezTo>
                  <a:pt x="10770" y="846"/>
                  <a:pt x="10713" y="915"/>
                  <a:pt x="10620" y="915"/>
                </a:cubicBezTo>
                <a:cubicBezTo>
                  <a:pt x="10527" y="915"/>
                  <a:pt x="10472" y="844"/>
                  <a:pt x="10472" y="761"/>
                </a:cubicBezTo>
                <a:cubicBezTo>
                  <a:pt x="10472" y="677"/>
                  <a:pt x="10527" y="608"/>
                  <a:pt x="10620" y="608"/>
                </a:cubicBezTo>
                <a:cubicBezTo>
                  <a:pt x="10715" y="608"/>
                  <a:pt x="10770" y="679"/>
                  <a:pt x="10770" y="761"/>
                </a:cubicBezTo>
                <a:close/>
                <a:moveTo>
                  <a:pt x="2384" y="1061"/>
                </a:moveTo>
                <a:lnTo>
                  <a:pt x="2095" y="1228"/>
                </a:lnTo>
                <a:lnTo>
                  <a:pt x="2384" y="1395"/>
                </a:lnTo>
                <a:cubicBezTo>
                  <a:pt x="2457" y="1437"/>
                  <a:pt x="2483" y="1530"/>
                  <a:pt x="2441" y="1603"/>
                </a:cubicBezTo>
                <a:cubicBezTo>
                  <a:pt x="2398" y="1675"/>
                  <a:pt x="2305" y="1700"/>
                  <a:pt x="2233" y="1659"/>
                </a:cubicBezTo>
                <a:lnTo>
                  <a:pt x="1717" y="1361"/>
                </a:lnTo>
                <a:cubicBezTo>
                  <a:pt x="1681" y="1342"/>
                  <a:pt x="1658" y="1310"/>
                  <a:pt x="1648" y="1275"/>
                </a:cubicBezTo>
                <a:cubicBezTo>
                  <a:pt x="1642" y="1259"/>
                  <a:pt x="1641" y="1242"/>
                  <a:pt x="1641" y="1227"/>
                </a:cubicBezTo>
                <a:cubicBezTo>
                  <a:pt x="1641" y="1214"/>
                  <a:pt x="1642" y="1202"/>
                  <a:pt x="1646" y="1191"/>
                </a:cubicBezTo>
                <a:cubicBezTo>
                  <a:pt x="1657" y="1154"/>
                  <a:pt x="1681" y="1121"/>
                  <a:pt x="1717" y="1100"/>
                </a:cubicBezTo>
                <a:lnTo>
                  <a:pt x="2233" y="802"/>
                </a:lnTo>
                <a:cubicBezTo>
                  <a:pt x="2305" y="760"/>
                  <a:pt x="2398" y="784"/>
                  <a:pt x="2441" y="858"/>
                </a:cubicBezTo>
                <a:cubicBezTo>
                  <a:pt x="2483" y="925"/>
                  <a:pt x="2457" y="1019"/>
                  <a:pt x="2384" y="1061"/>
                </a:cubicBezTo>
                <a:close/>
                <a:moveTo>
                  <a:pt x="2111" y="1869"/>
                </a:moveTo>
                <a:lnTo>
                  <a:pt x="1595" y="1571"/>
                </a:lnTo>
                <a:cubicBezTo>
                  <a:pt x="1567" y="1555"/>
                  <a:pt x="1537" y="1548"/>
                  <a:pt x="1507" y="1552"/>
                </a:cubicBezTo>
                <a:cubicBezTo>
                  <a:pt x="1428" y="1557"/>
                  <a:pt x="1366" y="1624"/>
                  <a:pt x="1366" y="1703"/>
                </a:cubicBezTo>
                <a:lnTo>
                  <a:pt x="1366" y="2299"/>
                </a:lnTo>
                <a:cubicBezTo>
                  <a:pt x="1366" y="2383"/>
                  <a:pt x="1435" y="2450"/>
                  <a:pt x="1517" y="2450"/>
                </a:cubicBezTo>
                <a:cubicBezTo>
                  <a:pt x="1602" y="2450"/>
                  <a:pt x="1669" y="2382"/>
                  <a:pt x="1669" y="2299"/>
                </a:cubicBezTo>
                <a:lnTo>
                  <a:pt x="1669" y="1964"/>
                </a:lnTo>
                <a:lnTo>
                  <a:pt x="1958" y="2131"/>
                </a:lnTo>
                <a:cubicBezTo>
                  <a:pt x="2030" y="2174"/>
                  <a:pt x="2124" y="2149"/>
                  <a:pt x="2166" y="2077"/>
                </a:cubicBezTo>
                <a:cubicBezTo>
                  <a:pt x="2208" y="2005"/>
                  <a:pt x="2183" y="1911"/>
                  <a:pt x="2111" y="1869"/>
                </a:cubicBezTo>
                <a:close/>
                <a:moveTo>
                  <a:pt x="1514" y="1284"/>
                </a:moveTo>
                <a:lnTo>
                  <a:pt x="1299" y="1499"/>
                </a:lnTo>
                <a:cubicBezTo>
                  <a:pt x="1294" y="1506"/>
                  <a:pt x="1281" y="1511"/>
                  <a:pt x="1272" y="1511"/>
                </a:cubicBezTo>
                <a:lnTo>
                  <a:pt x="1257" y="1511"/>
                </a:lnTo>
                <a:lnTo>
                  <a:pt x="1225" y="1511"/>
                </a:lnTo>
                <a:lnTo>
                  <a:pt x="1209" y="1511"/>
                </a:lnTo>
                <a:cubicBezTo>
                  <a:pt x="1200" y="1511"/>
                  <a:pt x="1188" y="1506"/>
                  <a:pt x="1183" y="1499"/>
                </a:cubicBezTo>
                <a:lnTo>
                  <a:pt x="968" y="1284"/>
                </a:lnTo>
                <a:cubicBezTo>
                  <a:pt x="962" y="1279"/>
                  <a:pt x="957" y="1266"/>
                  <a:pt x="957" y="1257"/>
                </a:cubicBezTo>
                <a:lnTo>
                  <a:pt x="957" y="1243"/>
                </a:lnTo>
                <a:lnTo>
                  <a:pt x="957" y="1211"/>
                </a:lnTo>
                <a:lnTo>
                  <a:pt x="957" y="1195"/>
                </a:lnTo>
                <a:cubicBezTo>
                  <a:pt x="957" y="1186"/>
                  <a:pt x="962" y="1174"/>
                  <a:pt x="968" y="1168"/>
                </a:cubicBezTo>
                <a:lnTo>
                  <a:pt x="1183" y="954"/>
                </a:lnTo>
                <a:cubicBezTo>
                  <a:pt x="1190" y="946"/>
                  <a:pt x="1200" y="943"/>
                  <a:pt x="1209" y="943"/>
                </a:cubicBezTo>
                <a:lnTo>
                  <a:pt x="1225" y="943"/>
                </a:lnTo>
                <a:lnTo>
                  <a:pt x="1257" y="943"/>
                </a:lnTo>
                <a:lnTo>
                  <a:pt x="1272" y="943"/>
                </a:lnTo>
                <a:cubicBezTo>
                  <a:pt x="1281" y="943"/>
                  <a:pt x="1294" y="948"/>
                  <a:pt x="1299" y="954"/>
                </a:cubicBezTo>
                <a:lnTo>
                  <a:pt x="1514" y="1168"/>
                </a:lnTo>
                <a:cubicBezTo>
                  <a:pt x="1519" y="1174"/>
                  <a:pt x="1524" y="1186"/>
                  <a:pt x="1524" y="1195"/>
                </a:cubicBezTo>
                <a:lnTo>
                  <a:pt x="1524" y="1211"/>
                </a:lnTo>
                <a:lnTo>
                  <a:pt x="1524" y="1243"/>
                </a:lnTo>
                <a:lnTo>
                  <a:pt x="1524" y="1257"/>
                </a:lnTo>
                <a:cubicBezTo>
                  <a:pt x="1526" y="1266"/>
                  <a:pt x="1521" y="1279"/>
                  <a:pt x="1514" y="1284"/>
                </a:cubicBezTo>
                <a:close/>
                <a:moveTo>
                  <a:pt x="1343" y="1227"/>
                </a:moveTo>
                <a:cubicBezTo>
                  <a:pt x="1343" y="1218"/>
                  <a:pt x="1338" y="1205"/>
                  <a:pt x="1332" y="1200"/>
                </a:cubicBezTo>
                <a:lnTo>
                  <a:pt x="1271" y="1139"/>
                </a:lnTo>
                <a:cubicBezTo>
                  <a:pt x="1265" y="1133"/>
                  <a:pt x="1253" y="1128"/>
                  <a:pt x="1244" y="1128"/>
                </a:cubicBezTo>
                <a:lnTo>
                  <a:pt x="1242" y="1128"/>
                </a:lnTo>
                <a:cubicBezTo>
                  <a:pt x="1234" y="1128"/>
                  <a:pt x="1221" y="1133"/>
                  <a:pt x="1216" y="1139"/>
                </a:cubicBezTo>
                <a:lnTo>
                  <a:pt x="1154" y="1200"/>
                </a:lnTo>
                <a:cubicBezTo>
                  <a:pt x="1147" y="1207"/>
                  <a:pt x="1144" y="1220"/>
                  <a:pt x="1144" y="1227"/>
                </a:cubicBezTo>
                <a:lnTo>
                  <a:pt x="1144" y="1228"/>
                </a:lnTo>
                <a:cubicBezTo>
                  <a:pt x="1144" y="1237"/>
                  <a:pt x="1149" y="1249"/>
                  <a:pt x="1154" y="1254"/>
                </a:cubicBezTo>
                <a:lnTo>
                  <a:pt x="1216" y="1316"/>
                </a:lnTo>
                <a:cubicBezTo>
                  <a:pt x="1221" y="1321"/>
                  <a:pt x="1234" y="1326"/>
                  <a:pt x="1242" y="1326"/>
                </a:cubicBezTo>
                <a:lnTo>
                  <a:pt x="1244" y="1326"/>
                </a:lnTo>
                <a:cubicBezTo>
                  <a:pt x="1253" y="1326"/>
                  <a:pt x="1265" y="1321"/>
                  <a:pt x="1271" y="1316"/>
                </a:cubicBezTo>
                <a:lnTo>
                  <a:pt x="1332" y="1254"/>
                </a:lnTo>
                <a:cubicBezTo>
                  <a:pt x="1338" y="1247"/>
                  <a:pt x="1343" y="1237"/>
                  <a:pt x="1343" y="1228"/>
                </a:cubicBezTo>
                <a:lnTo>
                  <a:pt x="1343" y="1227"/>
                </a:lnTo>
                <a:close/>
                <a:moveTo>
                  <a:pt x="370" y="583"/>
                </a:moveTo>
                <a:lnTo>
                  <a:pt x="887" y="881"/>
                </a:lnTo>
                <a:cubicBezTo>
                  <a:pt x="915" y="897"/>
                  <a:pt x="945" y="904"/>
                  <a:pt x="975" y="901"/>
                </a:cubicBezTo>
                <a:cubicBezTo>
                  <a:pt x="1054" y="895"/>
                  <a:pt x="1116" y="828"/>
                  <a:pt x="1116" y="749"/>
                </a:cubicBezTo>
                <a:lnTo>
                  <a:pt x="1116" y="152"/>
                </a:lnTo>
                <a:cubicBezTo>
                  <a:pt x="1116" y="67"/>
                  <a:pt x="1047" y="0"/>
                  <a:pt x="964" y="0"/>
                </a:cubicBezTo>
                <a:cubicBezTo>
                  <a:pt x="879" y="0"/>
                  <a:pt x="812" y="69"/>
                  <a:pt x="812" y="152"/>
                </a:cubicBezTo>
                <a:lnTo>
                  <a:pt x="812" y="487"/>
                </a:lnTo>
                <a:lnTo>
                  <a:pt x="523" y="319"/>
                </a:lnTo>
                <a:cubicBezTo>
                  <a:pt x="451" y="277"/>
                  <a:pt x="358" y="302"/>
                  <a:pt x="316" y="376"/>
                </a:cubicBezTo>
                <a:cubicBezTo>
                  <a:pt x="273" y="450"/>
                  <a:pt x="298" y="543"/>
                  <a:pt x="370" y="583"/>
                </a:cubicBezTo>
                <a:close/>
                <a:moveTo>
                  <a:pt x="1505" y="902"/>
                </a:moveTo>
                <a:cubicBezTo>
                  <a:pt x="1535" y="904"/>
                  <a:pt x="1565" y="899"/>
                  <a:pt x="1593" y="883"/>
                </a:cubicBezTo>
                <a:lnTo>
                  <a:pt x="2109" y="585"/>
                </a:lnTo>
                <a:cubicBezTo>
                  <a:pt x="2182" y="543"/>
                  <a:pt x="2206" y="450"/>
                  <a:pt x="2166" y="377"/>
                </a:cubicBezTo>
                <a:cubicBezTo>
                  <a:pt x="2124" y="305"/>
                  <a:pt x="2030" y="280"/>
                  <a:pt x="1958" y="321"/>
                </a:cubicBezTo>
                <a:lnTo>
                  <a:pt x="1669" y="488"/>
                </a:lnTo>
                <a:lnTo>
                  <a:pt x="1669" y="153"/>
                </a:lnTo>
                <a:cubicBezTo>
                  <a:pt x="1669" y="69"/>
                  <a:pt x="1600" y="2"/>
                  <a:pt x="1517" y="2"/>
                </a:cubicBezTo>
                <a:cubicBezTo>
                  <a:pt x="1433" y="2"/>
                  <a:pt x="1366" y="71"/>
                  <a:pt x="1366" y="153"/>
                </a:cubicBezTo>
                <a:lnTo>
                  <a:pt x="1366" y="751"/>
                </a:lnTo>
                <a:cubicBezTo>
                  <a:pt x="1366" y="830"/>
                  <a:pt x="1428" y="897"/>
                  <a:pt x="1505" y="902"/>
                </a:cubicBezTo>
                <a:close/>
                <a:moveTo>
                  <a:pt x="976" y="1550"/>
                </a:moveTo>
                <a:cubicBezTo>
                  <a:pt x="946" y="1548"/>
                  <a:pt x="916" y="1553"/>
                  <a:pt x="888" y="1569"/>
                </a:cubicBezTo>
                <a:lnTo>
                  <a:pt x="372" y="1867"/>
                </a:lnTo>
                <a:cubicBezTo>
                  <a:pt x="300" y="1909"/>
                  <a:pt x="275" y="2003"/>
                  <a:pt x="316" y="2075"/>
                </a:cubicBezTo>
                <a:cubicBezTo>
                  <a:pt x="358" y="2147"/>
                  <a:pt x="451" y="2172"/>
                  <a:pt x="523" y="2130"/>
                </a:cubicBezTo>
                <a:lnTo>
                  <a:pt x="812" y="1962"/>
                </a:lnTo>
                <a:lnTo>
                  <a:pt x="812" y="2297"/>
                </a:lnTo>
                <a:cubicBezTo>
                  <a:pt x="812" y="2382"/>
                  <a:pt x="881" y="2449"/>
                  <a:pt x="964" y="2449"/>
                </a:cubicBezTo>
                <a:cubicBezTo>
                  <a:pt x="1049" y="2449"/>
                  <a:pt x="1116" y="2380"/>
                  <a:pt x="1116" y="2297"/>
                </a:cubicBezTo>
                <a:lnTo>
                  <a:pt x="1116" y="1700"/>
                </a:lnTo>
                <a:cubicBezTo>
                  <a:pt x="1117" y="1622"/>
                  <a:pt x="1056" y="1557"/>
                  <a:pt x="976" y="1550"/>
                </a:cubicBezTo>
                <a:close/>
                <a:moveTo>
                  <a:pt x="835" y="1271"/>
                </a:moveTo>
                <a:cubicBezTo>
                  <a:pt x="841" y="1256"/>
                  <a:pt x="842" y="1239"/>
                  <a:pt x="842" y="1223"/>
                </a:cubicBezTo>
                <a:cubicBezTo>
                  <a:pt x="842" y="1211"/>
                  <a:pt x="841" y="1198"/>
                  <a:pt x="837" y="1188"/>
                </a:cubicBezTo>
                <a:cubicBezTo>
                  <a:pt x="827" y="1151"/>
                  <a:pt x="802" y="1117"/>
                  <a:pt x="767" y="1096"/>
                </a:cubicBezTo>
                <a:lnTo>
                  <a:pt x="250" y="797"/>
                </a:lnTo>
                <a:cubicBezTo>
                  <a:pt x="178" y="754"/>
                  <a:pt x="85" y="779"/>
                  <a:pt x="42" y="853"/>
                </a:cubicBezTo>
                <a:cubicBezTo>
                  <a:pt x="0" y="925"/>
                  <a:pt x="25" y="1019"/>
                  <a:pt x="99" y="1061"/>
                </a:cubicBezTo>
                <a:lnTo>
                  <a:pt x="388" y="1228"/>
                </a:lnTo>
                <a:lnTo>
                  <a:pt x="99" y="1395"/>
                </a:lnTo>
                <a:cubicBezTo>
                  <a:pt x="27" y="1437"/>
                  <a:pt x="2" y="1530"/>
                  <a:pt x="42" y="1603"/>
                </a:cubicBezTo>
                <a:cubicBezTo>
                  <a:pt x="85" y="1675"/>
                  <a:pt x="178" y="1700"/>
                  <a:pt x="250" y="1659"/>
                </a:cubicBezTo>
                <a:lnTo>
                  <a:pt x="767" y="1361"/>
                </a:lnTo>
                <a:cubicBezTo>
                  <a:pt x="802" y="1338"/>
                  <a:pt x="825" y="1307"/>
                  <a:pt x="835" y="1271"/>
                </a:cubicBezTo>
                <a:close/>
                <a:moveTo>
                  <a:pt x="7251" y="379"/>
                </a:moveTo>
                <a:lnTo>
                  <a:pt x="7237" y="379"/>
                </a:lnTo>
                <a:cubicBezTo>
                  <a:pt x="7235" y="379"/>
                  <a:pt x="7233" y="379"/>
                  <a:pt x="7231" y="379"/>
                </a:cubicBezTo>
                <a:cubicBezTo>
                  <a:pt x="7229" y="379"/>
                  <a:pt x="7228" y="379"/>
                  <a:pt x="7226" y="379"/>
                </a:cubicBezTo>
                <a:cubicBezTo>
                  <a:pt x="7189" y="379"/>
                  <a:pt x="7154" y="383"/>
                  <a:pt x="7120" y="395"/>
                </a:cubicBezTo>
                <a:cubicBezTo>
                  <a:pt x="7087" y="405"/>
                  <a:pt x="7057" y="423"/>
                  <a:pt x="7034" y="451"/>
                </a:cubicBezTo>
                <a:lnTo>
                  <a:pt x="7034" y="451"/>
                </a:lnTo>
                <a:lnTo>
                  <a:pt x="7034" y="451"/>
                </a:lnTo>
                <a:lnTo>
                  <a:pt x="7034" y="451"/>
                </a:lnTo>
                <a:cubicBezTo>
                  <a:pt x="7009" y="478"/>
                  <a:pt x="6993" y="511"/>
                  <a:pt x="6985" y="546"/>
                </a:cubicBezTo>
                <a:cubicBezTo>
                  <a:pt x="6974" y="583"/>
                  <a:pt x="6970" y="624"/>
                  <a:pt x="6970" y="672"/>
                </a:cubicBezTo>
                <a:lnTo>
                  <a:pt x="6970" y="763"/>
                </a:lnTo>
                <a:lnTo>
                  <a:pt x="6870" y="763"/>
                </a:lnTo>
                <a:cubicBezTo>
                  <a:pt x="6835" y="763"/>
                  <a:pt x="6807" y="791"/>
                  <a:pt x="6807" y="825"/>
                </a:cubicBezTo>
                <a:cubicBezTo>
                  <a:pt x="6807" y="842"/>
                  <a:pt x="6814" y="860"/>
                  <a:pt x="6824" y="872"/>
                </a:cubicBezTo>
                <a:cubicBezTo>
                  <a:pt x="6836" y="885"/>
                  <a:pt x="6852" y="892"/>
                  <a:pt x="6870" y="894"/>
                </a:cubicBezTo>
                <a:lnTo>
                  <a:pt x="6970" y="894"/>
                </a:lnTo>
                <a:lnTo>
                  <a:pt x="6970" y="1634"/>
                </a:lnTo>
                <a:lnTo>
                  <a:pt x="6970" y="1636"/>
                </a:lnTo>
                <a:cubicBezTo>
                  <a:pt x="6970" y="1654"/>
                  <a:pt x="6977" y="1670"/>
                  <a:pt x="6990" y="1682"/>
                </a:cubicBezTo>
                <a:cubicBezTo>
                  <a:pt x="7002" y="1693"/>
                  <a:pt x="7018" y="1700"/>
                  <a:pt x="7036" y="1700"/>
                </a:cubicBezTo>
                <a:cubicBezTo>
                  <a:pt x="7069" y="1700"/>
                  <a:pt x="7097" y="1671"/>
                  <a:pt x="7097" y="1636"/>
                </a:cubicBezTo>
                <a:lnTo>
                  <a:pt x="7097" y="894"/>
                </a:lnTo>
                <a:lnTo>
                  <a:pt x="7205" y="894"/>
                </a:lnTo>
                <a:cubicBezTo>
                  <a:pt x="7222" y="892"/>
                  <a:pt x="7238" y="885"/>
                  <a:pt x="7251" y="874"/>
                </a:cubicBezTo>
                <a:cubicBezTo>
                  <a:pt x="7263" y="862"/>
                  <a:pt x="7270" y="846"/>
                  <a:pt x="7270" y="828"/>
                </a:cubicBezTo>
                <a:lnTo>
                  <a:pt x="7270" y="827"/>
                </a:lnTo>
                <a:cubicBezTo>
                  <a:pt x="7270" y="793"/>
                  <a:pt x="7242" y="765"/>
                  <a:pt x="7207" y="765"/>
                </a:cubicBezTo>
                <a:lnTo>
                  <a:pt x="7097" y="765"/>
                </a:lnTo>
                <a:lnTo>
                  <a:pt x="7097" y="673"/>
                </a:lnTo>
                <a:cubicBezTo>
                  <a:pt x="7097" y="633"/>
                  <a:pt x="7103" y="603"/>
                  <a:pt x="7108" y="582"/>
                </a:cubicBezTo>
                <a:cubicBezTo>
                  <a:pt x="7113" y="561"/>
                  <a:pt x="7122" y="546"/>
                  <a:pt x="7129" y="538"/>
                </a:cubicBezTo>
                <a:cubicBezTo>
                  <a:pt x="7136" y="531"/>
                  <a:pt x="7145" y="524"/>
                  <a:pt x="7161" y="518"/>
                </a:cubicBezTo>
                <a:cubicBezTo>
                  <a:pt x="7177" y="513"/>
                  <a:pt x="7196" y="509"/>
                  <a:pt x="7224" y="509"/>
                </a:cubicBezTo>
                <a:lnTo>
                  <a:pt x="7228" y="509"/>
                </a:lnTo>
                <a:cubicBezTo>
                  <a:pt x="7229" y="509"/>
                  <a:pt x="7231" y="509"/>
                  <a:pt x="7233" y="509"/>
                </a:cubicBezTo>
                <a:cubicBezTo>
                  <a:pt x="7235" y="509"/>
                  <a:pt x="7237" y="509"/>
                  <a:pt x="7238" y="509"/>
                </a:cubicBezTo>
                <a:lnTo>
                  <a:pt x="7247" y="509"/>
                </a:lnTo>
                <a:lnTo>
                  <a:pt x="7252" y="509"/>
                </a:lnTo>
                <a:cubicBezTo>
                  <a:pt x="7288" y="509"/>
                  <a:pt x="7318" y="481"/>
                  <a:pt x="7318" y="444"/>
                </a:cubicBezTo>
                <a:cubicBezTo>
                  <a:pt x="7314" y="409"/>
                  <a:pt x="7286" y="379"/>
                  <a:pt x="7251" y="379"/>
                </a:cubicBezTo>
                <a:close/>
                <a:moveTo>
                  <a:pt x="9482" y="862"/>
                </a:moveTo>
                <a:cubicBezTo>
                  <a:pt x="9494" y="850"/>
                  <a:pt x="9501" y="832"/>
                  <a:pt x="9501" y="816"/>
                </a:cubicBezTo>
                <a:cubicBezTo>
                  <a:pt x="9501" y="800"/>
                  <a:pt x="9494" y="784"/>
                  <a:pt x="9482" y="772"/>
                </a:cubicBez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cubicBezTo>
                  <a:pt x="9469" y="760"/>
                  <a:pt x="9454" y="753"/>
                  <a:pt x="9438" y="753"/>
                </a:cubicBezTo>
                <a:cubicBezTo>
                  <a:pt x="9423" y="753"/>
                  <a:pt x="9406" y="760"/>
                  <a:pt x="9393" y="772"/>
                </a:cubicBezTo>
                <a:lnTo>
                  <a:pt x="8895" y="1256"/>
                </a:lnTo>
                <a:lnTo>
                  <a:pt x="8895" y="441"/>
                </a:lnTo>
                <a:cubicBezTo>
                  <a:pt x="8895" y="405"/>
                  <a:pt x="8865" y="377"/>
                  <a:pt x="8830" y="377"/>
                </a:cubicBezTo>
                <a:cubicBezTo>
                  <a:pt x="8812" y="377"/>
                  <a:pt x="8796" y="384"/>
                  <a:pt x="8785" y="397"/>
                </a:cubicBezTo>
                <a:cubicBezTo>
                  <a:pt x="8775" y="407"/>
                  <a:pt x="8766" y="425"/>
                  <a:pt x="8766" y="441"/>
                </a:cubicBezTo>
                <a:lnTo>
                  <a:pt x="8766" y="1634"/>
                </a:lnTo>
                <a:cubicBezTo>
                  <a:pt x="8766" y="1652"/>
                  <a:pt x="8773" y="1668"/>
                  <a:pt x="8785" y="1679"/>
                </a:cubicBezTo>
                <a:cubicBezTo>
                  <a:pt x="8796" y="1689"/>
                  <a:pt x="8814" y="1698"/>
                  <a:pt x="8830" y="1698"/>
                </a:cubicBezTo>
                <a:cubicBezTo>
                  <a:pt x="8867" y="1698"/>
                  <a:pt x="8895" y="1670"/>
                  <a:pt x="8895" y="1634"/>
                </a:cubicBezTo>
                <a:lnTo>
                  <a:pt x="8895" y="1437"/>
                </a:lnTo>
                <a:lnTo>
                  <a:pt x="9057" y="1275"/>
                </a:lnTo>
                <a:lnTo>
                  <a:pt x="9388" y="1673"/>
                </a:lnTo>
                <a:cubicBezTo>
                  <a:pt x="9395" y="1682"/>
                  <a:pt x="9402" y="1690"/>
                  <a:pt x="9411" y="1693"/>
                </a:cubicBezTo>
                <a:cubicBezTo>
                  <a:pt x="9420" y="1697"/>
                  <a:pt x="9430" y="1698"/>
                  <a:pt x="9438" y="1698"/>
                </a:cubicBezTo>
                <a:cubicBezTo>
                  <a:pt x="9448" y="1698"/>
                  <a:pt x="9466" y="1696"/>
                  <a:pt x="9480" y="1684"/>
                </a:cubicBezTo>
                <a:lnTo>
                  <a:pt x="9480" y="1684"/>
                </a:lnTo>
                <a:lnTo>
                  <a:pt x="9480" y="1684"/>
                </a:lnTo>
                <a:cubicBezTo>
                  <a:pt x="9494" y="1671"/>
                  <a:pt x="9501" y="1654"/>
                  <a:pt x="9501" y="1636"/>
                </a:cubicBezTo>
                <a:cubicBezTo>
                  <a:pt x="9501" y="1622"/>
                  <a:pt x="9496" y="1606"/>
                  <a:pt x="9485" y="1594"/>
                </a:cubicBezTo>
                <a:lnTo>
                  <a:pt x="9485" y="1594"/>
                </a:lnTo>
                <a:lnTo>
                  <a:pt x="9149" y="1186"/>
                </a:lnTo>
                <a:lnTo>
                  <a:pt x="9482" y="862"/>
                </a:lnTo>
                <a:close/>
                <a:moveTo>
                  <a:pt x="8581" y="779"/>
                </a:moveTo>
                <a:cubicBezTo>
                  <a:pt x="8593" y="790"/>
                  <a:pt x="8600" y="807"/>
                  <a:pt x="8600" y="825"/>
                </a:cubicBezTo>
                <a:lnTo>
                  <a:pt x="8600" y="1633"/>
                </a:lnTo>
                <a:cubicBezTo>
                  <a:pt x="8600" y="1650"/>
                  <a:pt x="8593" y="1666"/>
                  <a:pt x="8581" y="1677"/>
                </a:cubicBezTo>
                <a:cubicBezTo>
                  <a:pt x="8569" y="1687"/>
                  <a:pt x="8553" y="1696"/>
                  <a:pt x="8537" y="1696"/>
                </a:cubicBezTo>
                <a:cubicBezTo>
                  <a:pt x="8519" y="1696"/>
                  <a:pt x="8504" y="1689"/>
                  <a:pt x="8493" y="1677"/>
                </a:cubicBezTo>
                <a:cubicBezTo>
                  <a:pt x="8481" y="1666"/>
                  <a:pt x="8474" y="1650"/>
                  <a:pt x="8474" y="1633"/>
                </a:cubicBezTo>
                <a:lnTo>
                  <a:pt x="8474" y="1553"/>
                </a:lnTo>
                <a:cubicBezTo>
                  <a:pt x="8394" y="1640"/>
                  <a:pt x="8281" y="1696"/>
                  <a:pt x="8156" y="1696"/>
                </a:cubicBezTo>
                <a:cubicBezTo>
                  <a:pt x="8033" y="1696"/>
                  <a:pt x="7920" y="1643"/>
                  <a:pt x="7841" y="1557"/>
                </a:cubicBezTo>
                <a:cubicBezTo>
                  <a:pt x="7760" y="1472"/>
                  <a:pt x="7712" y="1354"/>
                  <a:pt x="7712" y="1228"/>
                </a:cubicBezTo>
                <a:cubicBezTo>
                  <a:pt x="7712" y="1100"/>
                  <a:pt x="7762" y="983"/>
                  <a:pt x="7841" y="899"/>
                </a:cubicBezTo>
                <a:cubicBezTo>
                  <a:pt x="7920" y="814"/>
                  <a:pt x="8033" y="760"/>
                  <a:pt x="8156" y="760"/>
                </a:cubicBezTo>
                <a:cubicBezTo>
                  <a:pt x="8281" y="760"/>
                  <a:pt x="8394" y="814"/>
                  <a:pt x="8474" y="901"/>
                </a:cubicBezTo>
                <a:lnTo>
                  <a:pt x="8474" y="823"/>
                </a:lnTo>
                <a:cubicBezTo>
                  <a:pt x="8474" y="805"/>
                  <a:pt x="8481" y="790"/>
                  <a:pt x="8493" y="777"/>
                </a:cubicBezTo>
                <a:cubicBezTo>
                  <a:pt x="8505" y="767"/>
                  <a:pt x="8521" y="760"/>
                  <a:pt x="8537" y="760"/>
                </a:cubicBezTo>
                <a:cubicBezTo>
                  <a:pt x="8555" y="761"/>
                  <a:pt x="8570" y="768"/>
                  <a:pt x="8581" y="779"/>
                </a:cubicBezTo>
                <a:close/>
                <a:moveTo>
                  <a:pt x="8474" y="1230"/>
                </a:moveTo>
                <a:cubicBezTo>
                  <a:pt x="8474" y="1135"/>
                  <a:pt x="8437" y="1049"/>
                  <a:pt x="8380" y="987"/>
                </a:cubicBezTo>
                <a:cubicBezTo>
                  <a:pt x="8322" y="925"/>
                  <a:pt x="8243" y="888"/>
                  <a:pt x="8156" y="888"/>
                </a:cubicBezTo>
                <a:cubicBezTo>
                  <a:pt x="8070" y="888"/>
                  <a:pt x="7992" y="925"/>
                  <a:pt x="7933" y="987"/>
                </a:cubicBezTo>
                <a:cubicBezTo>
                  <a:pt x="7875" y="1049"/>
                  <a:pt x="7837" y="1135"/>
                  <a:pt x="7837" y="1230"/>
                </a:cubicBezTo>
                <a:cubicBezTo>
                  <a:pt x="7837" y="1324"/>
                  <a:pt x="7874" y="1411"/>
                  <a:pt x="7933" y="1472"/>
                </a:cubicBezTo>
                <a:cubicBezTo>
                  <a:pt x="7991" y="1534"/>
                  <a:pt x="8070" y="1571"/>
                  <a:pt x="8156" y="1571"/>
                </a:cubicBezTo>
                <a:cubicBezTo>
                  <a:pt x="8243" y="1571"/>
                  <a:pt x="8322" y="1534"/>
                  <a:pt x="8380" y="1472"/>
                </a:cubicBezTo>
                <a:cubicBezTo>
                  <a:pt x="8437" y="1409"/>
                  <a:pt x="8474" y="1324"/>
                  <a:pt x="8474" y="1230"/>
                </a:cubicBezTo>
                <a:close/>
                <a:moveTo>
                  <a:pt x="3348" y="1207"/>
                </a:moveTo>
                <a:cubicBezTo>
                  <a:pt x="3297" y="1183"/>
                  <a:pt x="3239" y="1165"/>
                  <a:pt x="3181" y="1146"/>
                </a:cubicBezTo>
                <a:cubicBezTo>
                  <a:pt x="3128" y="1128"/>
                  <a:pt x="3073" y="1112"/>
                  <a:pt x="3035" y="1091"/>
                </a:cubicBezTo>
                <a:cubicBezTo>
                  <a:pt x="3015" y="1080"/>
                  <a:pt x="2999" y="1070"/>
                  <a:pt x="2991" y="1057"/>
                </a:cubicBezTo>
                <a:cubicBezTo>
                  <a:pt x="2980" y="1045"/>
                  <a:pt x="2976" y="1033"/>
                  <a:pt x="2975" y="1015"/>
                </a:cubicBezTo>
                <a:cubicBezTo>
                  <a:pt x="2975" y="992"/>
                  <a:pt x="2982" y="973"/>
                  <a:pt x="2992" y="955"/>
                </a:cubicBezTo>
                <a:cubicBezTo>
                  <a:pt x="3010" y="931"/>
                  <a:pt x="3038" y="911"/>
                  <a:pt x="3072" y="899"/>
                </a:cubicBezTo>
                <a:cubicBezTo>
                  <a:pt x="3103" y="887"/>
                  <a:pt x="3137" y="879"/>
                  <a:pt x="3162" y="879"/>
                </a:cubicBezTo>
                <a:cubicBezTo>
                  <a:pt x="3234" y="879"/>
                  <a:pt x="3280" y="904"/>
                  <a:pt x="3315" y="929"/>
                </a:cubicBezTo>
                <a:cubicBezTo>
                  <a:pt x="3332" y="941"/>
                  <a:pt x="3347" y="954"/>
                  <a:pt x="3361" y="964"/>
                </a:cubicBezTo>
                <a:cubicBezTo>
                  <a:pt x="3368" y="969"/>
                  <a:pt x="3375" y="975"/>
                  <a:pt x="3382" y="978"/>
                </a:cubicBezTo>
                <a:cubicBezTo>
                  <a:pt x="3389" y="982"/>
                  <a:pt x="3398" y="985"/>
                  <a:pt x="3406" y="985"/>
                </a:cubicBezTo>
                <a:cubicBezTo>
                  <a:pt x="3412" y="985"/>
                  <a:pt x="3419" y="983"/>
                  <a:pt x="3424" y="982"/>
                </a:cubicBezTo>
                <a:cubicBezTo>
                  <a:pt x="3429" y="980"/>
                  <a:pt x="3435" y="976"/>
                  <a:pt x="3440" y="971"/>
                </a:cubicBezTo>
                <a:cubicBezTo>
                  <a:pt x="3445" y="968"/>
                  <a:pt x="3449" y="962"/>
                  <a:pt x="3452" y="955"/>
                </a:cubicBezTo>
                <a:cubicBezTo>
                  <a:pt x="3454" y="950"/>
                  <a:pt x="3456" y="943"/>
                  <a:pt x="3456" y="938"/>
                </a:cubicBezTo>
                <a:cubicBezTo>
                  <a:pt x="3456" y="927"/>
                  <a:pt x="3452" y="916"/>
                  <a:pt x="3447" y="906"/>
                </a:cubicBezTo>
                <a:cubicBezTo>
                  <a:pt x="3438" y="888"/>
                  <a:pt x="3422" y="872"/>
                  <a:pt x="3403" y="855"/>
                </a:cubicBezTo>
                <a:cubicBezTo>
                  <a:pt x="3375" y="830"/>
                  <a:pt x="3337" y="805"/>
                  <a:pt x="3297" y="788"/>
                </a:cubicBezTo>
                <a:cubicBezTo>
                  <a:pt x="3256" y="770"/>
                  <a:pt x="3214" y="758"/>
                  <a:pt x="3174" y="758"/>
                </a:cubicBezTo>
                <a:cubicBezTo>
                  <a:pt x="3079" y="758"/>
                  <a:pt x="3001" y="779"/>
                  <a:pt x="2943" y="820"/>
                </a:cubicBezTo>
                <a:cubicBezTo>
                  <a:pt x="2913" y="841"/>
                  <a:pt x="2887" y="864"/>
                  <a:pt x="2869" y="894"/>
                </a:cubicBezTo>
                <a:cubicBezTo>
                  <a:pt x="2850" y="925"/>
                  <a:pt x="2839" y="964"/>
                  <a:pt x="2839" y="1013"/>
                </a:cubicBezTo>
                <a:cubicBezTo>
                  <a:pt x="2839" y="1015"/>
                  <a:pt x="2839" y="1019"/>
                  <a:pt x="2839" y="1020"/>
                </a:cubicBezTo>
                <a:cubicBezTo>
                  <a:pt x="2839" y="1070"/>
                  <a:pt x="2855" y="1109"/>
                  <a:pt x="2880" y="1140"/>
                </a:cubicBezTo>
                <a:cubicBezTo>
                  <a:pt x="2917" y="1188"/>
                  <a:pt x="2973" y="1215"/>
                  <a:pt x="3028" y="1235"/>
                </a:cubicBezTo>
                <a:cubicBezTo>
                  <a:pt x="3082" y="1254"/>
                  <a:pt x="3137" y="1266"/>
                  <a:pt x="3170" y="1279"/>
                </a:cubicBezTo>
                <a:cubicBezTo>
                  <a:pt x="3218" y="1294"/>
                  <a:pt x="3271" y="1312"/>
                  <a:pt x="3308" y="1335"/>
                </a:cubicBezTo>
                <a:cubicBezTo>
                  <a:pt x="3327" y="1347"/>
                  <a:pt x="3341" y="1360"/>
                  <a:pt x="3352" y="1374"/>
                </a:cubicBezTo>
                <a:cubicBezTo>
                  <a:pt x="3362" y="1388"/>
                  <a:pt x="3368" y="1404"/>
                  <a:pt x="3368" y="1421"/>
                </a:cubicBezTo>
                <a:lnTo>
                  <a:pt x="3368" y="1423"/>
                </a:lnTo>
                <a:cubicBezTo>
                  <a:pt x="3368" y="1449"/>
                  <a:pt x="3359" y="1471"/>
                  <a:pt x="3347" y="1490"/>
                </a:cubicBezTo>
                <a:cubicBezTo>
                  <a:pt x="3327" y="1516"/>
                  <a:pt x="3294" y="1538"/>
                  <a:pt x="3258" y="1550"/>
                </a:cubicBezTo>
                <a:cubicBezTo>
                  <a:pt x="3223" y="1562"/>
                  <a:pt x="3188" y="1568"/>
                  <a:pt x="3163" y="1568"/>
                </a:cubicBezTo>
                <a:cubicBezTo>
                  <a:pt x="3080" y="1568"/>
                  <a:pt x="3026" y="1548"/>
                  <a:pt x="2985" y="1527"/>
                </a:cubicBezTo>
                <a:cubicBezTo>
                  <a:pt x="2966" y="1516"/>
                  <a:pt x="2948" y="1508"/>
                  <a:pt x="2934" y="1499"/>
                </a:cubicBezTo>
                <a:cubicBezTo>
                  <a:pt x="2927" y="1495"/>
                  <a:pt x="2920" y="1492"/>
                  <a:pt x="2913" y="1488"/>
                </a:cubicBezTo>
                <a:cubicBezTo>
                  <a:pt x="2906" y="1485"/>
                  <a:pt x="2899" y="1483"/>
                  <a:pt x="2890" y="1483"/>
                </a:cubicBezTo>
                <a:cubicBezTo>
                  <a:pt x="2885" y="1483"/>
                  <a:pt x="2880" y="1483"/>
                  <a:pt x="2874" y="1486"/>
                </a:cubicBezTo>
                <a:cubicBezTo>
                  <a:pt x="2869" y="1488"/>
                  <a:pt x="2864" y="1492"/>
                  <a:pt x="2860" y="1495"/>
                </a:cubicBezTo>
                <a:cubicBezTo>
                  <a:pt x="2855" y="1501"/>
                  <a:pt x="2850" y="1506"/>
                  <a:pt x="2846" y="1513"/>
                </a:cubicBezTo>
                <a:cubicBezTo>
                  <a:pt x="2843" y="1520"/>
                  <a:pt x="2841" y="1527"/>
                  <a:pt x="2841" y="1534"/>
                </a:cubicBezTo>
                <a:cubicBezTo>
                  <a:pt x="2841" y="1546"/>
                  <a:pt x="2846" y="1559"/>
                  <a:pt x="2851" y="1568"/>
                </a:cubicBezTo>
                <a:cubicBezTo>
                  <a:pt x="2862" y="1582"/>
                  <a:pt x="2878" y="1596"/>
                  <a:pt x="2895" y="1610"/>
                </a:cubicBezTo>
                <a:cubicBezTo>
                  <a:pt x="2915" y="1622"/>
                  <a:pt x="2938" y="1636"/>
                  <a:pt x="2966" y="1649"/>
                </a:cubicBezTo>
                <a:cubicBezTo>
                  <a:pt x="3026" y="1677"/>
                  <a:pt x="3103" y="1691"/>
                  <a:pt x="3162" y="1693"/>
                </a:cubicBezTo>
                <a:lnTo>
                  <a:pt x="3162" y="1693"/>
                </a:lnTo>
                <a:cubicBezTo>
                  <a:pt x="3253" y="1693"/>
                  <a:pt x="3331" y="1671"/>
                  <a:pt x="3398" y="1622"/>
                </a:cubicBezTo>
                <a:lnTo>
                  <a:pt x="3398" y="1622"/>
                </a:lnTo>
                <a:lnTo>
                  <a:pt x="3398" y="1622"/>
                </a:lnTo>
                <a:cubicBezTo>
                  <a:pt x="3463" y="1573"/>
                  <a:pt x="3503" y="1501"/>
                  <a:pt x="3503" y="1419"/>
                </a:cubicBezTo>
                <a:cubicBezTo>
                  <a:pt x="3503" y="1375"/>
                  <a:pt x="3493" y="1337"/>
                  <a:pt x="3475" y="1305"/>
                </a:cubicBezTo>
                <a:cubicBezTo>
                  <a:pt x="3445" y="1261"/>
                  <a:pt x="3399" y="1232"/>
                  <a:pt x="3348" y="1207"/>
                </a:cubicBezTo>
                <a:close/>
                <a:moveTo>
                  <a:pt x="7513" y="377"/>
                </a:moveTo>
                <a:cubicBezTo>
                  <a:pt x="7496" y="377"/>
                  <a:pt x="7480" y="384"/>
                  <a:pt x="7469" y="397"/>
                </a:cubicBezTo>
                <a:cubicBezTo>
                  <a:pt x="7457" y="407"/>
                  <a:pt x="7450" y="425"/>
                  <a:pt x="7450" y="441"/>
                </a:cubicBezTo>
                <a:lnTo>
                  <a:pt x="7450" y="1634"/>
                </a:lnTo>
                <a:cubicBezTo>
                  <a:pt x="7450" y="1652"/>
                  <a:pt x="7457" y="1668"/>
                  <a:pt x="7469" y="1679"/>
                </a:cubicBezTo>
                <a:cubicBezTo>
                  <a:pt x="7481" y="1689"/>
                  <a:pt x="7497" y="1698"/>
                  <a:pt x="7513" y="1698"/>
                </a:cubicBezTo>
                <a:cubicBezTo>
                  <a:pt x="7550" y="1698"/>
                  <a:pt x="7578" y="1670"/>
                  <a:pt x="7578" y="1634"/>
                </a:cubicBezTo>
                <a:lnTo>
                  <a:pt x="7578" y="441"/>
                </a:lnTo>
                <a:cubicBezTo>
                  <a:pt x="7578" y="405"/>
                  <a:pt x="7548" y="377"/>
                  <a:pt x="7513" y="377"/>
                </a:cubicBezTo>
                <a:close/>
                <a:moveTo>
                  <a:pt x="10445" y="1200"/>
                </a:moveTo>
                <a:lnTo>
                  <a:pt x="10445" y="1207"/>
                </a:lnTo>
                <a:cubicBezTo>
                  <a:pt x="10445" y="1225"/>
                  <a:pt x="10438" y="1241"/>
                  <a:pt x="10426" y="1250"/>
                </a:cubicBezTo>
                <a:cubicBezTo>
                  <a:pt x="10414" y="1261"/>
                  <a:pt x="10398" y="1266"/>
                  <a:pt x="10382" y="1266"/>
                </a:cubicBezTo>
                <a:lnTo>
                  <a:pt x="9667" y="1266"/>
                </a:lnTo>
                <a:cubicBezTo>
                  <a:pt x="9684" y="1441"/>
                  <a:pt x="9823" y="1569"/>
                  <a:pt x="9991" y="1571"/>
                </a:cubicBezTo>
                <a:lnTo>
                  <a:pt x="10033" y="1571"/>
                </a:lnTo>
                <a:cubicBezTo>
                  <a:pt x="10088" y="1571"/>
                  <a:pt x="10142" y="1552"/>
                  <a:pt x="10188" y="1520"/>
                </a:cubicBezTo>
                <a:cubicBezTo>
                  <a:pt x="10236" y="1488"/>
                  <a:pt x="10276" y="1446"/>
                  <a:pt x="10305" y="1397"/>
                </a:cubicBezTo>
                <a:cubicBezTo>
                  <a:pt x="10310" y="1386"/>
                  <a:pt x="10319" y="1380"/>
                  <a:pt x="10327" y="1374"/>
                </a:cubicBezTo>
                <a:cubicBezTo>
                  <a:pt x="10336" y="1369"/>
                  <a:pt x="10347" y="1367"/>
                  <a:pt x="10357" y="1367"/>
                </a:cubicBezTo>
                <a:cubicBezTo>
                  <a:pt x="10368" y="1367"/>
                  <a:pt x="10380" y="1370"/>
                  <a:pt x="10389" y="1375"/>
                </a:cubicBezTo>
                <a:lnTo>
                  <a:pt x="10389" y="1375"/>
                </a:lnTo>
                <a:lnTo>
                  <a:pt x="10389" y="1375"/>
                </a:lnTo>
                <a:cubicBezTo>
                  <a:pt x="10407" y="1388"/>
                  <a:pt x="10419" y="1409"/>
                  <a:pt x="10419" y="1430"/>
                </a:cubicBezTo>
                <a:cubicBezTo>
                  <a:pt x="10419" y="1441"/>
                  <a:pt x="10416" y="1453"/>
                  <a:pt x="10410" y="1464"/>
                </a:cubicBezTo>
                <a:lnTo>
                  <a:pt x="10410" y="1464"/>
                </a:lnTo>
                <a:lnTo>
                  <a:pt x="10410" y="1464"/>
                </a:lnTo>
                <a:cubicBezTo>
                  <a:pt x="10370" y="1527"/>
                  <a:pt x="10315" y="1585"/>
                  <a:pt x="10252" y="1627"/>
                </a:cubicBezTo>
                <a:cubicBezTo>
                  <a:pt x="10186" y="1670"/>
                  <a:pt x="10112" y="1696"/>
                  <a:pt x="10031" y="1696"/>
                </a:cubicBezTo>
                <a:lnTo>
                  <a:pt x="9989" y="1696"/>
                </a:lnTo>
                <a:cubicBezTo>
                  <a:pt x="9864" y="1696"/>
                  <a:pt x="9749" y="1642"/>
                  <a:pt x="9668" y="1557"/>
                </a:cubicBezTo>
                <a:cubicBezTo>
                  <a:pt x="9587" y="1472"/>
                  <a:pt x="9536" y="1356"/>
                  <a:pt x="9536" y="1230"/>
                </a:cubicBezTo>
                <a:cubicBezTo>
                  <a:pt x="9536" y="1100"/>
                  <a:pt x="9587" y="983"/>
                  <a:pt x="9668" y="897"/>
                </a:cubicBezTo>
                <a:cubicBezTo>
                  <a:pt x="9751" y="813"/>
                  <a:pt x="9864" y="760"/>
                  <a:pt x="9991" y="760"/>
                </a:cubicBezTo>
                <a:cubicBezTo>
                  <a:pt x="10112" y="760"/>
                  <a:pt x="10220" y="807"/>
                  <a:pt x="10301" y="887"/>
                </a:cubicBezTo>
                <a:cubicBezTo>
                  <a:pt x="10382" y="966"/>
                  <a:pt x="10435" y="1075"/>
                  <a:pt x="10445" y="1200"/>
                </a:cubicBezTo>
                <a:close/>
                <a:moveTo>
                  <a:pt x="10305" y="1139"/>
                </a:moveTo>
                <a:cubicBezTo>
                  <a:pt x="10268" y="992"/>
                  <a:pt x="10139" y="887"/>
                  <a:pt x="9993" y="887"/>
                </a:cubicBezTo>
                <a:cubicBezTo>
                  <a:pt x="9841" y="887"/>
                  <a:pt x="9714" y="989"/>
                  <a:pt x="9675" y="1139"/>
                </a:cubicBezTo>
                <a:lnTo>
                  <a:pt x="10305" y="1139"/>
                </a:lnTo>
                <a:close/>
                <a:moveTo>
                  <a:pt x="4027" y="763"/>
                </a:moveTo>
                <a:cubicBezTo>
                  <a:pt x="3926" y="763"/>
                  <a:pt x="3836" y="802"/>
                  <a:pt x="3768" y="864"/>
                </a:cubicBezTo>
                <a:lnTo>
                  <a:pt x="3768" y="827"/>
                </a:lnTo>
                <a:cubicBezTo>
                  <a:pt x="3768" y="809"/>
                  <a:pt x="3761" y="793"/>
                  <a:pt x="3750" y="783"/>
                </a:cubicBezTo>
                <a:cubicBezTo>
                  <a:pt x="3740" y="770"/>
                  <a:pt x="3724" y="763"/>
                  <a:pt x="3706" y="763"/>
                </a:cubicBezTo>
                <a:cubicBezTo>
                  <a:pt x="3688" y="763"/>
                  <a:pt x="3670" y="770"/>
                  <a:pt x="3660" y="783"/>
                </a:cubicBezTo>
                <a:cubicBezTo>
                  <a:pt x="3649" y="795"/>
                  <a:pt x="3643" y="811"/>
                  <a:pt x="3643" y="827"/>
                </a:cubicBezTo>
                <a:lnTo>
                  <a:pt x="3643" y="1652"/>
                </a:lnTo>
                <a:lnTo>
                  <a:pt x="3644" y="1654"/>
                </a:lnTo>
                <a:lnTo>
                  <a:pt x="3644" y="1654"/>
                </a:lnTo>
                <a:cubicBezTo>
                  <a:pt x="3644" y="1657"/>
                  <a:pt x="3646" y="1659"/>
                  <a:pt x="3648" y="1663"/>
                </a:cubicBezTo>
                <a:cubicBezTo>
                  <a:pt x="3657" y="1679"/>
                  <a:pt x="3671" y="1689"/>
                  <a:pt x="3688" y="1694"/>
                </a:cubicBezTo>
                <a:lnTo>
                  <a:pt x="3690" y="1694"/>
                </a:lnTo>
                <a:lnTo>
                  <a:pt x="3704" y="1694"/>
                </a:lnTo>
                <a:cubicBezTo>
                  <a:pt x="3713" y="1694"/>
                  <a:pt x="3722" y="1693"/>
                  <a:pt x="3731" y="1689"/>
                </a:cubicBezTo>
                <a:cubicBezTo>
                  <a:pt x="3738" y="1686"/>
                  <a:pt x="3745" y="1680"/>
                  <a:pt x="3750" y="1673"/>
                </a:cubicBezTo>
                <a:lnTo>
                  <a:pt x="3750" y="1673"/>
                </a:lnTo>
                <a:cubicBezTo>
                  <a:pt x="3750" y="1673"/>
                  <a:pt x="3750" y="1671"/>
                  <a:pt x="3752" y="1671"/>
                </a:cubicBezTo>
                <a:lnTo>
                  <a:pt x="3752" y="1671"/>
                </a:lnTo>
                <a:cubicBezTo>
                  <a:pt x="3755" y="1668"/>
                  <a:pt x="3759" y="1663"/>
                  <a:pt x="3761" y="1659"/>
                </a:cubicBezTo>
                <a:cubicBezTo>
                  <a:pt x="3762" y="1654"/>
                  <a:pt x="3764" y="1650"/>
                  <a:pt x="3764" y="1645"/>
                </a:cubicBezTo>
                <a:lnTo>
                  <a:pt x="3764" y="1643"/>
                </a:lnTo>
                <a:lnTo>
                  <a:pt x="3764" y="1147"/>
                </a:lnTo>
                <a:cubicBezTo>
                  <a:pt x="3766" y="1077"/>
                  <a:pt x="3796" y="1012"/>
                  <a:pt x="3842" y="966"/>
                </a:cubicBezTo>
                <a:cubicBezTo>
                  <a:pt x="3888" y="920"/>
                  <a:pt x="3953" y="890"/>
                  <a:pt x="4023" y="890"/>
                </a:cubicBezTo>
                <a:cubicBezTo>
                  <a:pt x="4095" y="890"/>
                  <a:pt x="4159" y="918"/>
                  <a:pt x="4205" y="966"/>
                </a:cubicBezTo>
                <a:cubicBezTo>
                  <a:pt x="4251" y="1012"/>
                  <a:pt x="4279" y="1077"/>
                  <a:pt x="4279" y="1147"/>
                </a:cubicBezTo>
                <a:lnTo>
                  <a:pt x="4279" y="1634"/>
                </a:lnTo>
                <a:cubicBezTo>
                  <a:pt x="4279" y="1652"/>
                  <a:pt x="4286" y="1668"/>
                  <a:pt x="4298" y="1680"/>
                </a:cubicBezTo>
                <a:cubicBezTo>
                  <a:pt x="4310" y="1691"/>
                  <a:pt x="4326" y="1698"/>
                  <a:pt x="4342" y="1698"/>
                </a:cubicBezTo>
                <a:cubicBezTo>
                  <a:pt x="4360" y="1698"/>
                  <a:pt x="4376" y="1691"/>
                  <a:pt x="4386" y="1680"/>
                </a:cubicBezTo>
                <a:cubicBezTo>
                  <a:pt x="4399" y="1670"/>
                  <a:pt x="4406" y="1652"/>
                  <a:pt x="4406" y="1634"/>
                </a:cubicBezTo>
                <a:lnTo>
                  <a:pt x="4406" y="1147"/>
                </a:lnTo>
                <a:cubicBezTo>
                  <a:pt x="4413" y="936"/>
                  <a:pt x="4240" y="763"/>
                  <a:pt x="4027" y="763"/>
                </a:cubicBezTo>
                <a:close/>
                <a:moveTo>
                  <a:pt x="5294" y="901"/>
                </a:moveTo>
                <a:cubicBezTo>
                  <a:pt x="5375" y="985"/>
                  <a:pt x="5421" y="1103"/>
                  <a:pt x="5423" y="1230"/>
                </a:cubicBezTo>
                <a:cubicBezTo>
                  <a:pt x="5423" y="1356"/>
                  <a:pt x="5375" y="1472"/>
                  <a:pt x="5294" y="1559"/>
                </a:cubicBezTo>
                <a:cubicBezTo>
                  <a:pt x="5214" y="1643"/>
                  <a:pt x="5101" y="1698"/>
                  <a:pt x="4978" y="1698"/>
                </a:cubicBezTo>
                <a:cubicBezTo>
                  <a:pt x="4854" y="1698"/>
                  <a:pt x="4744" y="1644"/>
                  <a:pt x="4663" y="1559"/>
                </a:cubicBezTo>
                <a:cubicBezTo>
                  <a:pt x="4582" y="1475"/>
                  <a:pt x="4533" y="1356"/>
                  <a:pt x="4533" y="1230"/>
                </a:cubicBezTo>
                <a:cubicBezTo>
                  <a:pt x="4533" y="1103"/>
                  <a:pt x="4582" y="987"/>
                  <a:pt x="4663" y="901"/>
                </a:cubicBezTo>
                <a:cubicBezTo>
                  <a:pt x="4742" y="816"/>
                  <a:pt x="4855" y="761"/>
                  <a:pt x="4978" y="761"/>
                </a:cubicBezTo>
                <a:cubicBezTo>
                  <a:pt x="5103" y="761"/>
                  <a:pt x="5214" y="816"/>
                  <a:pt x="5294" y="901"/>
                </a:cubicBezTo>
                <a:close/>
                <a:moveTo>
                  <a:pt x="5296" y="1230"/>
                </a:moveTo>
                <a:cubicBezTo>
                  <a:pt x="5296" y="1135"/>
                  <a:pt x="5258" y="1049"/>
                  <a:pt x="5200" y="987"/>
                </a:cubicBezTo>
                <a:cubicBezTo>
                  <a:pt x="5141" y="925"/>
                  <a:pt x="5063" y="887"/>
                  <a:pt x="4978" y="887"/>
                </a:cubicBezTo>
                <a:cubicBezTo>
                  <a:pt x="4892" y="887"/>
                  <a:pt x="4813" y="925"/>
                  <a:pt x="4755" y="987"/>
                </a:cubicBezTo>
                <a:cubicBezTo>
                  <a:pt x="4696" y="1049"/>
                  <a:pt x="4659" y="1135"/>
                  <a:pt x="4659" y="1230"/>
                </a:cubicBezTo>
                <a:cubicBezTo>
                  <a:pt x="4659" y="1324"/>
                  <a:pt x="4696" y="1410"/>
                  <a:pt x="4755" y="1471"/>
                </a:cubicBezTo>
                <a:cubicBezTo>
                  <a:pt x="4813" y="1533"/>
                  <a:pt x="4892" y="1569"/>
                  <a:pt x="4978" y="1569"/>
                </a:cubicBezTo>
                <a:cubicBezTo>
                  <a:pt x="5065" y="1569"/>
                  <a:pt x="5144" y="1532"/>
                  <a:pt x="5200" y="1471"/>
                </a:cubicBezTo>
                <a:cubicBezTo>
                  <a:pt x="5259" y="1409"/>
                  <a:pt x="5296" y="1324"/>
                  <a:pt x="5296" y="1230"/>
                </a:cubicBezTo>
                <a:close/>
                <a:moveTo>
                  <a:pt x="6671" y="768"/>
                </a:moveTo>
                <a:lnTo>
                  <a:pt x="6671" y="768"/>
                </a:lnTo>
                <a:cubicBezTo>
                  <a:pt x="6669" y="768"/>
                  <a:pt x="6669" y="768"/>
                  <a:pt x="6671" y="768"/>
                </a:cubicBezTo>
                <a:cubicBezTo>
                  <a:pt x="6662" y="765"/>
                  <a:pt x="6655" y="763"/>
                  <a:pt x="6648" y="763"/>
                </a:cubicBezTo>
                <a:cubicBezTo>
                  <a:pt x="6636" y="763"/>
                  <a:pt x="6624" y="767"/>
                  <a:pt x="6613" y="774"/>
                </a:cubicBezTo>
                <a:cubicBezTo>
                  <a:pt x="6603" y="781"/>
                  <a:pt x="6593" y="790"/>
                  <a:pt x="6588" y="802"/>
                </a:cubicBezTo>
                <a:lnTo>
                  <a:pt x="6588" y="802"/>
                </a:lnTo>
                <a:lnTo>
                  <a:pt x="6345" y="1467"/>
                </a:lnTo>
                <a:lnTo>
                  <a:pt x="6158" y="1022"/>
                </a:lnTo>
                <a:lnTo>
                  <a:pt x="6158" y="1022"/>
                </a:lnTo>
                <a:cubicBezTo>
                  <a:pt x="6153" y="1010"/>
                  <a:pt x="6144" y="999"/>
                  <a:pt x="6133" y="994"/>
                </a:cubicBezTo>
                <a:cubicBezTo>
                  <a:pt x="6123" y="987"/>
                  <a:pt x="6110" y="983"/>
                  <a:pt x="6096" y="983"/>
                </a:cubicBezTo>
                <a:cubicBezTo>
                  <a:pt x="6084" y="983"/>
                  <a:pt x="6072" y="987"/>
                  <a:pt x="6061" y="994"/>
                </a:cubicBezTo>
                <a:cubicBezTo>
                  <a:pt x="6051" y="1001"/>
                  <a:pt x="6042" y="1010"/>
                  <a:pt x="6036" y="1022"/>
                </a:cubicBezTo>
                <a:lnTo>
                  <a:pt x="6036" y="1022"/>
                </a:lnTo>
                <a:lnTo>
                  <a:pt x="5848" y="1467"/>
                </a:lnTo>
                <a:lnTo>
                  <a:pt x="5603" y="802"/>
                </a:lnTo>
                <a:lnTo>
                  <a:pt x="5603" y="802"/>
                </a:lnTo>
                <a:cubicBezTo>
                  <a:pt x="5599" y="790"/>
                  <a:pt x="5591" y="779"/>
                  <a:pt x="5580" y="772"/>
                </a:cubicBezTo>
                <a:cubicBezTo>
                  <a:pt x="5569" y="765"/>
                  <a:pt x="5557" y="761"/>
                  <a:pt x="5545" y="761"/>
                </a:cubicBezTo>
                <a:cubicBezTo>
                  <a:pt x="5536" y="761"/>
                  <a:pt x="5529" y="763"/>
                  <a:pt x="5520" y="767"/>
                </a:cubicBezTo>
                <a:lnTo>
                  <a:pt x="5520" y="767"/>
                </a:lnTo>
                <a:lnTo>
                  <a:pt x="5520" y="767"/>
                </a:lnTo>
                <a:cubicBezTo>
                  <a:pt x="5497" y="777"/>
                  <a:pt x="5483" y="800"/>
                  <a:pt x="5483" y="825"/>
                </a:cubicBezTo>
                <a:cubicBezTo>
                  <a:pt x="5483" y="832"/>
                  <a:pt x="5485" y="841"/>
                  <a:pt x="5488" y="848"/>
                </a:cubicBezTo>
                <a:lnTo>
                  <a:pt x="5488" y="848"/>
                </a:lnTo>
                <a:lnTo>
                  <a:pt x="5790" y="1654"/>
                </a:lnTo>
                <a:lnTo>
                  <a:pt x="5790" y="1654"/>
                </a:lnTo>
                <a:cubicBezTo>
                  <a:pt x="5791" y="1659"/>
                  <a:pt x="5795" y="1666"/>
                  <a:pt x="5800" y="1671"/>
                </a:cubicBezTo>
                <a:cubicBezTo>
                  <a:pt x="5804" y="1675"/>
                  <a:pt x="5809" y="1679"/>
                  <a:pt x="5814" y="1682"/>
                </a:cubicBezTo>
                <a:cubicBezTo>
                  <a:pt x="5816" y="1684"/>
                  <a:pt x="5816" y="1684"/>
                  <a:pt x="5820" y="1686"/>
                </a:cubicBezTo>
                <a:cubicBezTo>
                  <a:pt x="5821" y="1687"/>
                  <a:pt x="5825" y="1687"/>
                  <a:pt x="5829" y="1689"/>
                </a:cubicBezTo>
                <a:cubicBezTo>
                  <a:pt x="5834" y="1691"/>
                  <a:pt x="5841" y="1693"/>
                  <a:pt x="5850" y="1693"/>
                </a:cubicBezTo>
                <a:cubicBezTo>
                  <a:pt x="5862" y="1693"/>
                  <a:pt x="5873" y="1689"/>
                  <a:pt x="5883" y="1682"/>
                </a:cubicBezTo>
                <a:cubicBezTo>
                  <a:pt x="5892" y="1675"/>
                  <a:pt x="5901" y="1666"/>
                  <a:pt x="5906" y="1654"/>
                </a:cubicBezTo>
                <a:lnTo>
                  <a:pt x="5906" y="1654"/>
                </a:lnTo>
                <a:lnTo>
                  <a:pt x="6096" y="1200"/>
                </a:lnTo>
                <a:lnTo>
                  <a:pt x="6287" y="1652"/>
                </a:lnTo>
                <a:lnTo>
                  <a:pt x="6287" y="1652"/>
                </a:lnTo>
                <a:cubicBezTo>
                  <a:pt x="6290" y="1664"/>
                  <a:pt x="6299" y="1673"/>
                  <a:pt x="6308" y="1680"/>
                </a:cubicBezTo>
                <a:cubicBezTo>
                  <a:pt x="6317" y="1687"/>
                  <a:pt x="6327" y="1693"/>
                  <a:pt x="6340" y="1693"/>
                </a:cubicBezTo>
                <a:lnTo>
                  <a:pt x="6348" y="1693"/>
                </a:lnTo>
                <a:cubicBezTo>
                  <a:pt x="6355" y="1693"/>
                  <a:pt x="6364" y="1691"/>
                  <a:pt x="6370" y="1689"/>
                </a:cubicBezTo>
                <a:cubicBezTo>
                  <a:pt x="6377" y="1687"/>
                  <a:pt x="6382" y="1684"/>
                  <a:pt x="6385" y="1680"/>
                </a:cubicBezTo>
                <a:cubicBezTo>
                  <a:pt x="6396" y="1673"/>
                  <a:pt x="6403" y="1661"/>
                  <a:pt x="6408" y="1650"/>
                </a:cubicBezTo>
                <a:lnTo>
                  <a:pt x="6408" y="1650"/>
                </a:lnTo>
                <a:lnTo>
                  <a:pt x="6708" y="848"/>
                </a:lnTo>
                <a:cubicBezTo>
                  <a:pt x="6711" y="841"/>
                  <a:pt x="6713" y="832"/>
                  <a:pt x="6713" y="825"/>
                </a:cubicBezTo>
                <a:cubicBezTo>
                  <a:pt x="6708" y="802"/>
                  <a:pt x="6694" y="779"/>
                  <a:pt x="6671" y="76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13"/>
              <a:buFont typeface="Arial"/>
              <a:buNone/>
            </a:pPr>
            <a:r>
              <a:t/>
            </a:r>
            <a:endParaRPr b="0" i="0" sz="1013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6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4">
  <p:cSld name="Data Cloud_1_1_2">
    <p:bg>
      <p:bgPr>
        <a:solidFill>
          <a:schemeClr val="accent1"/>
        </a:solidFill>
      </p:bgPr>
    </p:bg>
    <p:spTree>
      <p:nvGrpSpPr>
        <p:cNvPr id="318" name="Shape 3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9" name="Google Shape;319;p80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20" name="Google Shape;320;p80"/>
          <p:cNvSpPr/>
          <p:nvPr/>
        </p:nvSpPr>
        <p:spPr>
          <a:xfrm>
            <a:off x="456932" y="4898925"/>
            <a:ext cx="16359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1" name="Google Shape;321;p80"/>
          <p:cNvSpPr txBox="1"/>
          <p:nvPr>
            <p:ph type="title"/>
          </p:nvPr>
        </p:nvSpPr>
        <p:spPr>
          <a:xfrm>
            <a:off x="366600" y="1188720"/>
            <a:ext cx="5394900" cy="1920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algn="l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None/>
              <a:defRPr b="1" i="0" sz="4400" u="none" cap="none" strike="noStrike">
                <a:solidFill>
                  <a:schemeClr val="dk1"/>
                </a:solidFill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322" name="Google Shape;322;p80"/>
          <p:cNvSpPr txBox="1"/>
          <p:nvPr>
            <p:ph idx="2" type="title"/>
          </p:nvPr>
        </p:nvSpPr>
        <p:spPr>
          <a:xfrm>
            <a:off x="366600" y="3160438"/>
            <a:ext cx="5394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0" i="0" sz="1800" u="none" cap="none" strike="noStrike">
                <a:solidFill>
                  <a:schemeClr val="dk1"/>
                </a:solidFill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323" name="Google Shape;323;p80"/>
          <p:cNvSpPr txBox="1"/>
          <p:nvPr>
            <p:ph idx="3" type="title"/>
          </p:nvPr>
        </p:nvSpPr>
        <p:spPr>
          <a:xfrm>
            <a:off x="366600" y="4359693"/>
            <a:ext cx="4205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 u="none" cap="none" strike="noStrike">
                <a:solidFill>
                  <a:schemeClr val="dk1"/>
                </a:solidFill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324" name="Google Shape;324;p80"/>
          <p:cNvSpPr/>
          <p:nvPr/>
        </p:nvSpPr>
        <p:spPr>
          <a:xfrm>
            <a:off x="457200" y="548640"/>
            <a:ext cx="1828808" cy="418012"/>
          </a:xfrm>
          <a:custGeom>
            <a:rect b="b" l="l" r="r" t="t"/>
            <a:pathLst>
              <a:path extrusionOk="0" h="2451" w="10771">
                <a:moveTo>
                  <a:pt x="10625" y="726"/>
                </a:moveTo>
                <a:lnTo>
                  <a:pt x="10597" y="726"/>
                </a:lnTo>
                <a:lnTo>
                  <a:pt x="10597" y="761"/>
                </a:lnTo>
                <a:lnTo>
                  <a:pt x="10625" y="761"/>
                </a:lnTo>
                <a:cubicBezTo>
                  <a:pt x="10638" y="761"/>
                  <a:pt x="10646" y="756"/>
                  <a:pt x="10646" y="744"/>
                </a:cubicBezTo>
                <a:cubicBezTo>
                  <a:pt x="10646" y="731"/>
                  <a:pt x="10639" y="726"/>
                  <a:pt x="10625" y="726"/>
                </a:cubicBezTo>
                <a:close/>
                <a:moveTo>
                  <a:pt x="10562" y="693"/>
                </a:moveTo>
                <a:lnTo>
                  <a:pt x="10625" y="693"/>
                </a:lnTo>
                <a:cubicBezTo>
                  <a:pt x="10660" y="693"/>
                  <a:pt x="10683" y="712"/>
                  <a:pt x="10683" y="742"/>
                </a:cubicBezTo>
                <a:cubicBezTo>
                  <a:pt x="10683" y="760"/>
                  <a:pt x="10675" y="774"/>
                  <a:pt x="10660" y="783"/>
                </a:cubicBezTo>
                <a:lnTo>
                  <a:pt x="10685" y="820"/>
                </a:lnTo>
                <a:lnTo>
                  <a:pt x="10685" y="827"/>
                </a:lnTo>
                <a:lnTo>
                  <a:pt x="10648" y="827"/>
                </a:lnTo>
                <a:lnTo>
                  <a:pt x="10623" y="791"/>
                </a:lnTo>
                <a:lnTo>
                  <a:pt x="10595" y="791"/>
                </a:lnTo>
                <a:lnTo>
                  <a:pt x="10595" y="827"/>
                </a:lnTo>
                <a:lnTo>
                  <a:pt x="10560" y="827"/>
                </a:lnTo>
                <a:lnTo>
                  <a:pt x="10560" y="693"/>
                </a:lnTo>
                <a:lnTo>
                  <a:pt x="10562" y="693"/>
                </a:lnTo>
                <a:close/>
                <a:moveTo>
                  <a:pt x="10742" y="761"/>
                </a:moveTo>
                <a:cubicBezTo>
                  <a:pt x="10742" y="691"/>
                  <a:pt x="10694" y="636"/>
                  <a:pt x="10622" y="636"/>
                </a:cubicBezTo>
                <a:cubicBezTo>
                  <a:pt x="10551" y="636"/>
                  <a:pt x="10504" y="687"/>
                  <a:pt x="10504" y="761"/>
                </a:cubicBezTo>
                <a:cubicBezTo>
                  <a:pt x="10504" y="832"/>
                  <a:pt x="10551" y="887"/>
                  <a:pt x="10622" y="887"/>
                </a:cubicBezTo>
                <a:cubicBezTo>
                  <a:pt x="10694" y="888"/>
                  <a:pt x="10742" y="834"/>
                  <a:pt x="10742" y="761"/>
                </a:cubicBezTo>
                <a:close/>
                <a:moveTo>
                  <a:pt x="10770" y="761"/>
                </a:moveTo>
                <a:cubicBezTo>
                  <a:pt x="10770" y="846"/>
                  <a:pt x="10713" y="915"/>
                  <a:pt x="10620" y="915"/>
                </a:cubicBezTo>
                <a:cubicBezTo>
                  <a:pt x="10527" y="915"/>
                  <a:pt x="10472" y="844"/>
                  <a:pt x="10472" y="761"/>
                </a:cubicBezTo>
                <a:cubicBezTo>
                  <a:pt x="10472" y="677"/>
                  <a:pt x="10527" y="608"/>
                  <a:pt x="10620" y="608"/>
                </a:cubicBezTo>
                <a:cubicBezTo>
                  <a:pt x="10715" y="608"/>
                  <a:pt x="10770" y="679"/>
                  <a:pt x="10770" y="761"/>
                </a:cubicBezTo>
                <a:close/>
                <a:moveTo>
                  <a:pt x="2384" y="1061"/>
                </a:moveTo>
                <a:lnTo>
                  <a:pt x="2095" y="1228"/>
                </a:lnTo>
                <a:lnTo>
                  <a:pt x="2384" y="1395"/>
                </a:lnTo>
                <a:cubicBezTo>
                  <a:pt x="2457" y="1437"/>
                  <a:pt x="2483" y="1530"/>
                  <a:pt x="2441" y="1603"/>
                </a:cubicBezTo>
                <a:cubicBezTo>
                  <a:pt x="2398" y="1675"/>
                  <a:pt x="2305" y="1700"/>
                  <a:pt x="2233" y="1659"/>
                </a:cubicBezTo>
                <a:lnTo>
                  <a:pt x="1717" y="1361"/>
                </a:lnTo>
                <a:cubicBezTo>
                  <a:pt x="1681" y="1342"/>
                  <a:pt x="1658" y="1310"/>
                  <a:pt x="1648" y="1275"/>
                </a:cubicBezTo>
                <a:cubicBezTo>
                  <a:pt x="1642" y="1259"/>
                  <a:pt x="1641" y="1242"/>
                  <a:pt x="1641" y="1227"/>
                </a:cubicBezTo>
                <a:cubicBezTo>
                  <a:pt x="1641" y="1214"/>
                  <a:pt x="1642" y="1202"/>
                  <a:pt x="1646" y="1191"/>
                </a:cubicBezTo>
                <a:cubicBezTo>
                  <a:pt x="1657" y="1154"/>
                  <a:pt x="1681" y="1121"/>
                  <a:pt x="1717" y="1100"/>
                </a:cubicBezTo>
                <a:lnTo>
                  <a:pt x="2233" y="802"/>
                </a:lnTo>
                <a:cubicBezTo>
                  <a:pt x="2305" y="760"/>
                  <a:pt x="2398" y="784"/>
                  <a:pt x="2441" y="858"/>
                </a:cubicBezTo>
                <a:cubicBezTo>
                  <a:pt x="2483" y="925"/>
                  <a:pt x="2457" y="1019"/>
                  <a:pt x="2384" y="1061"/>
                </a:cubicBezTo>
                <a:close/>
                <a:moveTo>
                  <a:pt x="2111" y="1869"/>
                </a:moveTo>
                <a:lnTo>
                  <a:pt x="1595" y="1571"/>
                </a:lnTo>
                <a:cubicBezTo>
                  <a:pt x="1567" y="1555"/>
                  <a:pt x="1537" y="1548"/>
                  <a:pt x="1507" y="1552"/>
                </a:cubicBezTo>
                <a:cubicBezTo>
                  <a:pt x="1428" y="1557"/>
                  <a:pt x="1366" y="1624"/>
                  <a:pt x="1366" y="1703"/>
                </a:cubicBezTo>
                <a:lnTo>
                  <a:pt x="1366" y="2299"/>
                </a:lnTo>
                <a:cubicBezTo>
                  <a:pt x="1366" y="2383"/>
                  <a:pt x="1435" y="2450"/>
                  <a:pt x="1517" y="2450"/>
                </a:cubicBezTo>
                <a:cubicBezTo>
                  <a:pt x="1602" y="2450"/>
                  <a:pt x="1669" y="2382"/>
                  <a:pt x="1669" y="2299"/>
                </a:cubicBezTo>
                <a:lnTo>
                  <a:pt x="1669" y="1964"/>
                </a:lnTo>
                <a:lnTo>
                  <a:pt x="1958" y="2131"/>
                </a:lnTo>
                <a:cubicBezTo>
                  <a:pt x="2030" y="2174"/>
                  <a:pt x="2124" y="2149"/>
                  <a:pt x="2166" y="2077"/>
                </a:cubicBezTo>
                <a:cubicBezTo>
                  <a:pt x="2208" y="2005"/>
                  <a:pt x="2183" y="1911"/>
                  <a:pt x="2111" y="1869"/>
                </a:cubicBezTo>
                <a:close/>
                <a:moveTo>
                  <a:pt x="1514" y="1284"/>
                </a:moveTo>
                <a:lnTo>
                  <a:pt x="1299" y="1499"/>
                </a:lnTo>
                <a:cubicBezTo>
                  <a:pt x="1294" y="1506"/>
                  <a:pt x="1281" y="1511"/>
                  <a:pt x="1272" y="1511"/>
                </a:cubicBezTo>
                <a:lnTo>
                  <a:pt x="1257" y="1511"/>
                </a:lnTo>
                <a:lnTo>
                  <a:pt x="1225" y="1511"/>
                </a:lnTo>
                <a:lnTo>
                  <a:pt x="1209" y="1511"/>
                </a:lnTo>
                <a:cubicBezTo>
                  <a:pt x="1200" y="1511"/>
                  <a:pt x="1188" y="1506"/>
                  <a:pt x="1183" y="1499"/>
                </a:cubicBezTo>
                <a:lnTo>
                  <a:pt x="968" y="1284"/>
                </a:lnTo>
                <a:cubicBezTo>
                  <a:pt x="962" y="1279"/>
                  <a:pt x="957" y="1266"/>
                  <a:pt x="957" y="1257"/>
                </a:cubicBezTo>
                <a:lnTo>
                  <a:pt x="957" y="1243"/>
                </a:lnTo>
                <a:lnTo>
                  <a:pt x="957" y="1211"/>
                </a:lnTo>
                <a:lnTo>
                  <a:pt x="957" y="1195"/>
                </a:lnTo>
                <a:cubicBezTo>
                  <a:pt x="957" y="1186"/>
                  <a:pt x="962" y="1174"/>
                  <a:pt x="968" y="1168"/>
                </a:cubicBezTo>
                <a:lnTo>
                  <a:pt x="1183" y="954"/>
                </a:lnTo>
                <a:cubicBezTo>
                  <a:pt x="1190" y="946"/>
                  <a:pt x="1200" y="943"/>
                  <a:pt x="1209" y="943"/>
                </a:cubicBezTo>
                <a:lnTo>
                  <a:pt x="1225" y="943"/>
                </a:lnTo>
                <a:lnTo>
                  <a:pt x="1257" y="943"/>
                </a:lnTo>
                <a:lnTo>
                  <a:pt x="1272" y="943"/>
                </a:lnTo>
                <a:cubicBezTo>
                  <a:pt x="1281" y="943"/>
                  <a:pt x="1294" y="948"/>
                  <a:pt x="1299" y="954"/>
                </a:cubicBezTo>
                <a:lnTo>
                  <a:pt x="1514" y="1168"/>
                </a:lnTo>
                <a:cubicBezTo>
                  <a:pt x="1519" y="1174"/>
                  <a:pt x="1524" y="1186"/>
                  <a:pt x="1524" y="1195"/>
                </a:cubicBezTo>
                <a:lnTo>
                  <a:pt x="1524" y="1211"/>
                </a:lnTo>
                <a:lnTo>
                  <a:pt x="1524" y="1243"/>
                </a:lnTo>
                <a:lnTo>
                  <a:pt x="1524" y="1257"/>
                </a:lnTo>
                <a:cubicBezTo>
                  <a:pt x="1526" y="1266"/>
                  <a:pt x="1521" y="1279"/>
                  <a:pt x="1514" y="1284"/>
                </a:cubicBezTo>
                <a:close/>
                <a:moveTo>
                  <a:pt x="1343" y="1227"/>
                </a:moveTo>
                <a:cubicBezTo>
                  <a:pt x="1343" y="1218"/>
                  <a:pt x="1338" y="1205"/>
                  <a:pt x="1332" y="1200"/>
                </a:cubicBezTo>
                <a:lnTo>
                  <a:pt x="1271" y="1139"/>
                </a:lnTo>
                <a:cubicBezTo>
                  <a:pt x="1265" y="1133"/>
                  <a:pt x="1253" y="1128"/>
                  <a:pt x="1244" y="1128"/>
                </a:cubicBezTo>
                <a:lnTo>
                  <a:pt x="1242" y="1128"/>
                </a:lnTo>
                <a:cubicBezTo>
                  <a:pt x="1234" y="1128"/>
                  <a:pt x="1221" y="1133"/>
                  <a:pt x="1216" y="1139"/>
                </a:cubicBezTo>
                <a:lnTo>
                  <a:pt x="1154" y="1200"/>
                </a:lnTo>
                <a:cubicBezTo>
                  <a:pt x="1147" y="1207"/>
                  <a:pt x="1144" y="1220"/>
                  <a:pt x="1144" y="1227"/>
                </a:cubicBezTo>
                <a:lnTo>
                  <a:pt x="1144" y="1228"/>
                </a:lnTo>
                <a:cubicBezTo>
                  <a:pt x="1144" y="1237"/>
                  <a:pt x="1149" y="1249"/>
                  <a:pt x="1154" y="1254"/>
                </a:cubicBezTo>
                <a:lnTo>
                  <a:pt x="1216" y="1316"/>
                </a:lnTo>
                <a:cubicBezTo>
                  <a:pt x="1221" y="1321"/>
                  <a:pt x="1234" y="1326"/>
                  <a:pt x="1242" y="1326"/>
                </a:cubicBezTo>
                <a:lnTo>
                  <a:pt x="1244" y="1326"/>
                </a:lnTo>
                <a:cubicBezTo>
                  <a:pt x="1253" y="1326"/>
                  <a:pt x="1265" y="1321"/>
                  <a:pt x="1271" y="1316"/>
                </a:cubicBezTo>
                <a:lnTo>
                  <a:pt x="1332" y="1254"/>
                </a:lnTo>
                <a:cubicBezTo>
                  <a:pt x="1338" y="1247"/>
                  <a:pt x="1343" y="1237"/>
                  <a:pt x="1343" y="1228"/>
                </a:cubicBezTo>
                <a:lnTo>
                  <a:pt x="1343" y="1227"/>
                </a:lnTo>
                <a:close/>
                <a:moveTo>
                  <a:pt x="370" y="583"/>
                </a:moveTo>
                <a:lnTo>
                  <a:pt x="887" y="881"/>
                </a:lnTo>
                <a:cubicBezTo>
                  <a:pt x="915" y="897"/>
                  <a:pt x="945" y="904"/>
                  <a:pt x="975" y="901"/>
                </a:cubicBezTo>
                <a:cubicBezTo>
                  <a:pt x="1054" y="895"/>
                  <a:pt x="1116" y="828"/>
                  <a:pt x="1116" y="749"/>
                </a:cubicBezTo>
                <a:lnTo>
                  <a:pt x="1116" y="152"/>
                </a:lnTo>
                <a:cubicBezTo>
                  <a:pt x="1116" y="67"/>
                  <a:pt x="1047" y="0"/>
                  <a:pt x="964" y="0"/>
                </a:cubicBezTo>
                <a:cubicBezTo>
                  <a:pt x="879" y="0"/>
                  <a:pt x="812" y="69"/>
                  <a:pt x="812" y="152"/>
                </a:cubicBezTo>
                <a:lnTo>
                  <a:pt x="812" y="487"/>
                </a:lnTo>
                <a:lnTo>
                  <a:pt x="523" y="319"/>
                </a:lnTo>
                <a:cubicBezTo>
                  <a:pt x="451" y="277"/>
                  <a:pt x="358" y="302"/>
                  <a:pt x="316" y="376"/>
                </a:cubicBezTo>
                <a:cubicBezTo>
                  <a:pt x="273" y="450"/>
                  <a:pt x="298" y="543"/>
                  <a:pt x="370" y="583"/>
                </a:cubicBezTo>
                <a:close/>
                <a:moveTo>
                  <a:pt x="1505" y="902"/>
                </a:moveTo>
                <a:cubicBezTo>
                  <a:pt x="1535" y="904"/>
                  <a:pt x="1565" y="899"/>
                  <a:pt x="1593" y="883"/>
                </a:cubicBezTo>
                <a:lnTo>
                  <a:pt x="2109" y="585"/>
                </a:lnTo>
                <a:cubicBezTo>
                  <a:pt x="2182" y="543"/>
                  <a:pt x="2206" y="450"/>
                  <a:pt x="2166" y="377"/>
                </a:cubicBezTo>
                <a:cubicBezTo>
                  <a:pt x="2124" y="305"/>
                  <a:pt x="2030" y="280"/>
                  <a:pt x="1958" y="321"/>
                </a:cubicBezTo>
                <a:lnTo>
                  <a:pt x="1669" y="488"/>
                </a:lnTo>
                <a:lnTo>
                  <a:pt x="1669" y="153"/>
                </a:lnTo>
                <a:cubicBezTo>
                  <a:pt x="1669" y="69"/>
                  <a:pt x="1600" y="2"/>
                  <a:pt x="1517" y="2"/>
                </a:cubicBezTo>
                <a:cubicBezTo>
                  <a:pt x="1433" y="2"/>
                  <a:pt x="1366" y="71"/>
                  <a:pt x="1366" y="153"/>
                </a:cubicBezTo>
                <a:lnTo>
                  <a:pt x="1366" y="751"/>
                </a:lnTo>
                <a:cubicBezTo>
                  <a:pt x="1366" y="830"/>
                  <a:pt x="1428" y="897"/>
                  <a:pt x="1505" y="902"/>
                </a:cubicBezTo>
                <a:close/>
                <a:moveTo>
                  <a:pt x="976" y="1550"/>
                </a:moveTo>
                <a:cubicBezTo>
                  <a:pt x="946" y="1548"/>
                  <a:pt x="916" y="1553"/>
                  <a:pt x="888" y="1569"/>
                </a:cubicBezTo>
                <a:lnTo>
                  <a:pt x="372" y="1867"/>
                </a:lnTo>
                <a:cubicBezTo>
                  <a:pt x="300" y="1909"/>
                  <a:pt x="275" y="2003"/>
                  <a:pt x="316" y="2075"/>
                </a:cubicBezTo>
                <a:cubicBezTo>
                  <a:pt x="358" y="2147"/>
                  <a:pt x="451" y="2172"/>
                  <a:pt x="523" y="2130"/>
                </a:cubicBezTo>
                <a:lnTo>
                  <a:pt x="812" y="1962"/>
                </a:lnTo>
                <a:lnTo>
                  <a:pt x="812" y="2297"/>
                </a:lnTo>
                <a:cubicBezTo>
                  <a:pt x="812" y="2382"/>
                  <a:pt x="881" y="2449"/>
                  <a:pt x="964" y="2449"/>
                </a:cubicBezTo>
                <a:cubicBezTo>
                  <a:pt x="1049" y="2449"/>
                  <a:pt x="1116" y="2380"/>
                  <a:pt x="1116" y="2297"/>
                </a:cubicBezTo>
                <a:lnTo>
                  <a:pt x="1116" y="1700"/>
                </a:lnTo>
                <a:cubicBezTo>
                  <a:pt x="1117" y="1622"/>
                  <a:pt x="1056" y="1557"/>
                  <a:pt x="976" y="1550"/>
                </a:cubicBezTo>
                <a:close/>
                <a:moveTo>
                  <a:pt x="835" y="1271"/>
                </a:moveTo>
                <a:cubicBezTo>
                  <a:pt x="841" y="1256"/>
                  <a:pt x="842" y="1239"/>
                  <a:pt x="842" y="1223"/>
                </a:cubicBezTo>
                <a:cubicBezTo>
                  <a:pt x="842" y="1211"/>
                  <a:pt x="841" y="1198"/>
                  <a:pt x="837" y="1188"/>
                </a:cubicBezTo>
                <a:cubicBezTo>
                  <a:pt x="827" y="1151"/>
                  <a:pt x="802" y="1117"/>
                  <a:pt x="767" y="1096"/>
                </a:cubicBezTo>
                <a:lnTo>
                  <a:pt x="250" y="797"/>
                </a:lnTo>
                <a:cubicBezTo>
                  <a:pt x="178" y="754"/>
                  <a:pt x="85" y="779"/>
                  <a:pt x="42" y="853"/>
                </a:cubicBezTo>
                <a:cubicBezTo>
                  <a:pt x="0" y="925"/>
                  <a:pt x="25" y="1019"/>
                  <a:pt x="99" y="1061"/>
                </a:cubicBezTo>
                <a:lnTo>
                  <a:pt x="388" y="1228"/>
                </a:lnTo>
                <a:lnTo>
                  <a:pt x="99" y="1395"/>
                </a:lnTo>
                <a:cubicBezTo>
                  <a:pt x="27" y="1437"/>
                  <a:pt x="2" y="1530"/>
                  <a:pt x="42" y="1603"/>
                </a:cubicBezTo>
                <a:cubicBezTo>
                  <a:pt x="85" y="1675"/>
                  <a:pt x="178" y="1700"/>
                  <a:pt x="250" y="1659"/>
                </a:cubicBezTo>
                <a:lnTo>
                  <a:pt x="767" y="1361"/>
                </a:lnTo>
                <a:cubicBezTo>
                  <a:pt x="802" y="1338"/>
                  <a:pt x="825" y="1307"/>
                  <a:pt x="835" y="1271"/>
                </a:cubicBezTo>
                <a:close/>
                <a:moveTo>
                  <a:pt x="7251" y="379"/>
                </a:moveTo>
                <a:lnTo>
                  <a:pt x="7237" y="379"/>
                </a:lnTo>
                <a:cubicBezTo>
                  <a:pt x="7235" y="379"/>
                  <a:pt x="7233" y="379"/>
                  <a:pt x="7231" y="379"/>
                </a:cubicBezTo>
                <a:cubicBezTo>
                  <a:pt x="7229" y="379"/>
                  <a:pt x="7228" y="379"/>
                  <a:pt x="7226" y="379"/>
                </a:cubicBezTo>
                <a:cubicBezTo>
                  <a:pt x="7189" y="379"/>
                  <a:pt x="7154" y="383"/>
                  <a:pt x="7120" y="395"/>
                </a:cubicBezTo>
                <a:cubicBezTo>
                  <a:pt x="7087" y="405"/>
                  <a:pt x="7057" y="423"/>
                  <a:pt x="7034" y="451"/>
                </a:cubicBezTo>
                <a:lnTo>
                  <a:pt x="7034" y="451"/>
                </a:lnTo>
                <a:lnTo>
                  <a:pt x="7034" y="451"/>
                </a:lnTo>
                <a:lnTo>
                  <a:pt x="7034" y="451"/>
                </a:lnTo>
                <a:cubicBezTo>
                  <a:pt x="7009" y="478"/>
                  <a:pt x="6993" y="511"/>
                  <a:pt x="6985" y="546"/>
                </a:cubicBezTo>
                <a:cubicBezTo>
                  <a:pt x="6974" y="583"/>
                  <a:pt x="6970" y="624"/>
                  <a:pt x="6970" y="672"/>
                </a:cubicBezTo>
                <a:lnTo>
                  <a:pt x="6970" y="763"/>
                </a:lnTo>
                <a:lnTo>
                  <a:pt x="6870" y="763"/>
                </a:lnTo>
                <a:cubicBezTo>
                  <a:pt x="6835" y="763"/>
                  <a:pt x="6807" y="791"/>
                  <a:pt x="6807" y="825"/>
                </a:cubicBezTo>
                <a:cubicBezTo>
                  <a:pt x="6807" y="842"/>
                  <a:pt x="6814" y="860"/>
                  <a:pt x="6824" y="872"/>
                </a:cubicBezTo>
                <a:cubicBezTo>
                  <a:pt x="6836" y="885"/>
                  <a:pt x="6852" y="892"/>
                  <a:pt x="6870" y="894"/>
                </a:cubicBezTo>
                <a:lnTo>
                  <a:pt x="6970" y="894"/>
                </a:lnTo>
                <a:lnTo>
                  <a:pt x="6970" y="1634"/>
                </a:lnTo>
                <a:lnTo>
                  <a:pt x="6970" y="1636"/>
                </a:lnTo>
                <a:cubicBezTo>
                  <a:pt x="6970" y="1654"/>
                  <a:pt x="6977" y="1670"/>
                  <a:pt x="6990" y="1682"/>
                </a:cubicBezTo>
                <a:cubicBezTo>
                  <a:pt x="7002" y="1693"/>
                  <a:pt x="7018" y="1700"/>
                  <a:pt x="7036" y="1700"/>
                </a:cubicBezTo>
                <a:cubicBezTo>
                  <a:pt x="7069" y="1700"/>
                  <a:pt x="7097" y="1671"/>
                  <a:pt x="7097" y="1636"/>
                </a:cubicBezTo>
                <a:lnTo>
                  <a:pt x="7097" y="894"/>
                </a:lnTo>
                <a:lnTo>
                  <a:pt x="7205" y="894"/>
                </a:lnTo>
                <a:cubicBezTo>
                  <a:pt x="7222" y="892"/>
                  <a:pt x="7238" y="885"/>
                  <a:pt x="7251" y="874"/>
                </a:cubicBezTo>
                <a:cubicBezTo>
                  <a:pt x="7263" y="862"/>
                  <a:pt x="7270" y="846"/>
                  <a:pt x="7270" y="828"/>
                </a:cubicBezTo>
                <a:lnTo>
                  <a:pt x="7270" y="827"/>
                </a:lnTo>
                <a:cubicBezTo>
                  <a:pt x="7270" y="793"/>
                  <a:pt x="7242" y="765"/>
                  <a:pt x="7207" y="765"/>
                </a:cubicBezTo>
                <a:lnTo>
                  <a:pt x="7097" y="765"/>
                </a:lnTo>
                <a:lnTo>
                  <a:pt x="7097" y="673"/>
                </a:lnTo>
                <a:cubicBezTo>
                  <a:pt x="7097" y="633"/>
                  <a:pt x="7103" y="603"/>
                  <a:pt x="7108" y="582"/>
                </a:cubicBezTo>
                <a:cubicBezTo>
                  <a:pt x="7113" y="561"/>
                  <a:pt x="7122" y="546"/>
                  <a:pt x="7129" y="538"/>
                </a:cubicBezTo>
                <a:cubicBezTo>
                  <a:pt x="7136" y="531"/>
                  <a:pt x="7145" y="524"/>
                  <a:pt x="7161" y="518"/>
                </a:cubicBezTo>
                <a:cubicBezTo>
                  <a:pt x="7177" y="513"/>
                  <a:pt x="7196" y="509"/>
                  <a:pt x="7224" y="509"/>
                </a:cubicBezTo>
                <a:lnTo>
                  <a:pt x="7228" y="509"/>
                </a:lnTo>
                <a:cubicBezTo>
                  <a:pt x="7229" y="509"/>
                  <a:pt x="7231" y="509"/>
                  <a:pt x="7233" y="509"/>
                </a:cubicBezTo>
                <a:cubicBezTo>
                  <a:pt x="7235" y="509"/>
                  <a:pt x="7237" y="509"/>
                  <a:pt x="7238" y="509"/>
                </a:cubicBezTo>
                <a:lnTo>
                  <a:pt x="7247" y="509"/>
                </a:lnTo>
                <a:lnTo>
                  <a:pt x="7252" y="509"/>
                </a:lnTo>
                <a:cubicBezTo>
                  <a:pt x="7288" y="509"/>
                  <a:pt x="7318" y="481"/>
                  <a:pt x="7318" y="444"/>
                </a:cubicBezTo>
                <a:cubicBezTo>
                  <a:pt x="7314" y="409"/>
                  <a:pt x="7286" y="379"/>
                  <a:pt x="7251" y="379"/>
                </a:cubicBezTo>
                <a:close/>
                <a:moveTo>
                  <a:pt x="9482" y="862"/>
                </a:moveTo>
                <a:cubicBezTo>
                  <a:pt x="9494" y="850"/>
                  <a:pt x="9501" y="832"/>
                  <a:pt x="9501" y="816"/>
                </a:cubicBezTo>
                <a:cubicBezTo>
                  <a:pt x="9501" y="800"/>
                  <a:pt x="9494" y="784"/>
                  <a:pt x="9482" y="772"/>
                </a:cubicBez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cubicBezTo>
                  <a:pt x="9469" y="760"/>
                  <a:pt x="9454" y="753"/>
                  <a:pt x="9438" y="753"/>
                </a:cubicBezTo>
                <a:cubicBezTo>
                  <a:pt x="9423" y="753"/>
                  <a:pt x="9406" y="760"/>
                  <a:pt x="9393" y="772"/>
                </a:cubicBezTo>
                <a:lnTo>
                  <a:pt x="8895" y="1256"/>
                </a:lnTo>
                <a:lnTo>
                  <a:pt x="8895" y="441"/>
                </a:lnTo>
                <a:cubicBezTo>
                  <a:pt x="8895" y="405"/>
                  <a:pt x="8865" y="377"/>
                  <a:pt x="8830" y="377"/>
                </a:cubicBezTo>
                <a:cubicBezTo>
                  <a:pt x="8812" y="377"/>
                  <a:pt x="8796" y="384"/>
                  <a:pt x="8785" y="397"/>
                </a:cubicBezTo>
                <a:cubicBezTo>
                  <a:pt x="8775" y="407"/>
                  <a:pt x="8766" y="425"/>
                  <a:pt x="8766" y="441"/>
                </a:cubicBezTo>
                <a:lnTo>
                  <a:pt x="8766" y="1634"/>
                </a:lnTo>
                <a:cubicBezTo>
                  <a:pt x="8766" y="1652"/>
                  <a:pt x="8773" y="1668"/>
                  <a:pt x="8785" y="1679"/>
                </a:cubicBezTo>
                <a:cubicBezTo>
                  <a:pt x="8796" y="1689"/>
                  <a:pt x="8814" y="1698"/>
                  <a:pt x="8830" y="1698"/>
                </a:cubicBezTo>
                <a:cubicBezTo>
                  <a:pt x="8867" y="1698"/>
                  <a:pt x="8895" y="1670"/>
                  <a:pt x="8895" y="1634"/>
                </a:cubicBezTo>
                <a:lnTo>
                  <a:pt x="8895" y="1437"/>
                </a:lnTo>
                <a:lnTo>
                  <a:pt x="9057" y="1275"/>
                </a:lnTo>
                <a:lnTo>
                  <a:pt x="9388" y="1673"/>
                </a:lnTo>
                <a:cubicBezTo>
                  <a:pt x="9395" y="1682"/>
                  <a:pt x="9402" y="1690"/>
                  <a:pt x="9411" y="1693"/>
                </a:cubicBezTo>
                <a:cubicBezTo>
                  <a:pt x="9420" y="1697"/>
                  <a:pt x="9430" y="1698"/>
                  <a:pt x="9438" y="1698"/>
                </a:cubicBezTo>
                <a:cubicBezTo>
                  <a:pt x="9448" y="1698"/>
                  <a:pt x="9466" y="1696"/>
                  <a:pt x="9480" y="1684"/>
                </a:cubicBezTo>
                <a:lnTo>
                  <a:pt x="9480" y="1684"/>
                </a:lnTo>
                <a:lnTo>
                  <a:pt x="9480" y="1684"/>
                </a:lnTo>
                <a:cubicBezTo>
                  <a:pt x="9494" y="1671"/>
                  <a:pt x="9501" y="1654"/>
                  <a:pt x="9501" y="1636"/>
                </a:cubicBezTo>
                <a:cubicBezTo>
                  <a:pt x="9501" y="1622"/>
                  <a:pt x="9496" y="1606"/>
                  <a:pt x="9485" y="1594"/>
                </a:cubicBezTo>
                <a:lnTo>
                  <a:pt x="9485" y="1594"/>
                </a:lnTo>
                <a:lnTo>
                  <a:pt x="9149" y="1186"/>
                </a:lnTo>
                <a:lnTo>
                  <a:pt x="9482" y="862"/>
                </a:lnTo>
                <a:close/>
                <a:moveTo>
                  <a:pt x="8581" y="779"/>
                </a:moveTo>
                <a:cubicBezTo>
                  <a:pt x="8593" y="790"/>
                  <a:pt x="8600" y="807"/>
                  <a:pt x="8600" y="825"/>
                </a:cubicBezTo>
                <a:lnTo>
                  <a:pt x="8600" y="1633"/>
                </a:lnTo>
                <a:cubicBezTo>
                  <a:pt x="8600" y="1650"/>
                  <a:pt x="8593" y="1666"/>
                  <a:pt x="8581" y="1677"/>
                </a:cubicBezTo>
                <a:cubicBezTo>
                  <a:pt x="8569" y="1687"/>
                  <a:pt x="8553" y="1696"/>
                  <a:pt x="8537" y="1696"/>
                </a:cubicBezTo>
                <a:cubicBezTo>
                  <a:pt x="8519" y="1696"/>
                  <a:pt x="8504" y="1689"/>
                  <a:pt x="8493" y="1677"/>
                </a:cubicBezTo>
                <a:cubicBezTo>
                  <a:pt x="8481" y="1666"/>
                  <a:pt x="8474" y="1650"/>
                  <a:pt x="8474" y="1633"/>
                </a:cubicBezTo>
                <a:lnTo>
                  <a:pt x="8474" y="1553"/>
                </a:lnTo>
                <a:cubicBezTo>
                  <a:pt x="8394" y="1640"/>
                  <a:pt x="8281" y="1696"/>
                  <a:pt x="8156" y="1696"/>
                </a:cubicBezTo>
                <a:cubicBezTo>
                  <a:pt x="8033" y="1696"/>
                  <a:pt x="7920" y="1643"/>
                  <a:pt x="7841" y="1557"/>
                </a:cubicBezTo>
                <a:cubicBezTo>
                  <a:pt x="7760" y="1472"/>
                  <a:pt x="7712" y="1354"/>
                  <a:pt x="7712" y="1228"/>
                </a:cubicBezTo>
                <a:cubicBezTo>
                  <a:pt x="7712" y="1100"/>
                  <a:pt x="7762" y="983"/>
                  <a:pt x="7841" y="899"/>
                </a:cubicBezTo>
                <a:cubicBezTo>
                  <a:pt x="7920" y="814"/>
                  <a:pt x="8033" y="760"/>
                  <a:pt x="8156" y="760"/>
                </a:cubicBezTo>
                <a:cubicBezTo>
                  <a:pt x="8281" y="760"/>
                  <a:pt x="8394" y="814"/>
                  <a:pt x="8474" y="901"/>
                </a:cubicBezTo>
                <a:lnTo>
                  <a:pt x="8474" y="823"/>
                </a:lnTo>
                <a:cubicBezTo>
                  <a:pt x="8474" y="805"/>
                  <a:pt x="8481" y="790"/>
                  <a:pt x="8493" y="777"/>
                </a:cubicBezTo>
                <a:cubicBezTo>
                  <a:pt x="8505" y="767"/>
                  <a:pt x="8521" y="760"/>
                  <a:pt x="8537" y="760"/>
                </a:cubicBezTo>
                <a:cubicBezTo>
                  <a:pt x="8555" y="761"/>
                  <a:pt x="8570" y="768"/>
                  <a:pt x="8581" y="779"/>
                </a:cubicBezTo>
                <a:close/>
                <a:moveTo>
                  <a:pt x="8474" y="1230"/>
                </a:moveTo>
                <a:cubicBezTo>
                  <a:pt x="8474" y="1135"/>
                  <a:pt x="8437" y="1049"/>
                  <a:pt x="8380" y="987"/>
                </a:cubicBezTo>
                <a:cubicBezTo>
                  <a:pt x="8322" y="925"/>
                  <a:pt x="8243" y="888"/>
                  <a:pt x="8156" y="888"/>
                </a:cubicBezTo>
                <a:cubicBezTo>
                  <a:pt x="8070" y="888"/>
                  <a:pt x="7992" y="925"/>
                  <a:pt x="7933" y="987"/>
                </a:cubicBezTo>
                <a:cubicBezTo>
                  <a:pt x="7875" y="1049"/>
                  <a:pt x="7837" y="1135"/>
                  <a:pt x="7837" y="1230"/>
                </a:cubicBezTo>
                <a:cubicBezTo>
                  <a:pt x="7837" y="1324"/>
                  <a:pt x="7874" y="1411"/>
                  <a:pt x="7933" y="1472"/>
                </a:cubicBezTo>
                <a:cubicBezTo>
                  <a:pt x="7991" y="1534"/>
                  <a:pt x="8070" y="1571"/>
                  <a:pt x="8156" y="1571"/>
                </a:cubicBezTo>
                <a:cubicBezTo>
                  <a:pt x="8243" y="1571"/>
                  <a:pt x="8322" y="1534"/>
                  <a:pt x="8380" y="1472"/>
                </a:cubicBezTo>
                <a:cubicBezTo>
                  <a:pt x="8437" y="1409"/>
                  <a:pt x="8474" y="1324"/>
                  <a:pt x="8474" y="1230"/>
                </a:cubicBezTo>
                <a:close/>
                <a:moveTo>
                  <a:pt x="3348" y="1207"/>
                </a:moveTo>
                <a:cubicBezTo>
                  <a:pt x="3297" y="1183"/>
                  <a:pt x="3239" y="1165"/>
                  <a:pt x="3181" y="1146"/>
                </a:cubicBezTo>
                <a:cubicBezTo>
                  <a:pt x="3128" y="1128"/>
                  <a:pt x="3073" y="1112"/>
                  <a:pt x="3035" y="1091"/>
                </a:cubicBezTo>
                <a:cubicBezTo>
                  <a:pt x="3015" y="1080"/>
                  <a:pt x="2999" y="1070"/>
                  <a:pt x="2991" y="1057"/>
                </a:cubicBezTo>
                <a:cubicBezTo>
                  <a:pt x="2980" y="1045"/>
                  <a:pt x="2976" y="1033"/>
                  <a:pt x="2975" y="1015"/>
                </a:cubicBezTo>
                <a:cubicBezTo>
                  <a:pt x="2975" y="992"/>
                  <a:pt x="2982" y="973"/>
                  <a:pt x="2992" y="955"/>
                </a:cubicBezTo>
                <a:cubicBezTo>
                  <a:pt x="3010" y="931"/>
                  <a:pt x="3038" y="911"/>
                  <a:pt x="3072" y="899"/>
                </a:cubicBezTo>
                <a:cubicBezTo>
                  <a:pt x="3103" y="887"/>
                  <a:pt x="3137" y="879"/>
                  <a:pt x="3162" y="879"/>
                </a:cubicBezTo>
                <a:cubicBezTo>
                  <a:pt x="3234" y="879"/>
                  <a:pt x="3280" y="904"/>
                  <a:pt x="3315" y="929"/>
                </a:cubicBezTo>
                <a:cubicBezTo>
                  <a:pt x="3332" y="941"/>
                  <a:pt x="3347" y="954"/>
                  <a:pt x="3361" y="964"/>
                </a:cubicBezTo>
                <a:cubicBezTo>
                  <a:pt x="3368" y="969"/>
                  <a:pt x="3375" y="975"/>
                  <a:pt x="3382" y="978"/>
                </a:cubicBezTo>
                <a:cubicBezTo>
                  <a:pt x="3389" y="982"/>
                  <a:pt x="3398" y="985"/>
                  <a:pt x="3406" y="985"/>
                </a:cubicBezTo>
                <a:cubicBezTo>
                  <a:pt x="3412" y="985"/>
                  <a:pt x="3419" y="983"/>
                  <a:pt x="3424" y="982"/>
                </a:cubicBezTo>
                <a:cubicBezTo>
                  <a:pt x="3429" y="980"/>
                  <a:pt x="3435" y="976"/>
                  <a:pt x="3440" y="971"/>
                </a:cubicBezTo>
                <a:cubicBezTo>
                  <a:pt x="3445" y="968"/>
                  <a:pt x="3449" y="962"/>
                  <a:pt x="3452" y="955"/>
                </a:cubicBezTo>
                <a:cubicBezTo>
                  <a:pt x="3454" y="950"/>
                  <a:pt x="3456" y="943"/>
                  <a:pt x="3456" y="938"/>
                </a:cubicBezTo>
                <a:cubicBezTo>
                  <a:pt x="3456" y="927"/>
                  <a:pt x="3452" y="916"/>
                  <a:pt x="3447" y="906"/>
                </a:cubicBezTo>
                <a:cubicBezTo>
                  <a:pt x="3438" y="888"/>
                  <a:pt x="3422" y="872"/>
                  <a:pt x="3403" y="855"/>
                </a:cubicBezTo>
                <a:cubicBezTo>
                  <a:pt x="3375" y="830"/>
                  <a:pt x="3337" y="805"/>
                  <a:pt x="3297" y="788"/>
                </a:cubicBezTo>
                <a:cubicBezTo>
                  <a:pt x="3256" y="770"/>
                  <a:pt x="3214" y="758"/>
                  <a:pt x="3174" y="758"/>
                </a:cubicBezTo>
                <a:cubicBezTo>
                  <a:pt x="3079" y="758"/>
                  <a:pt x="3001" y="779"/>
                  <a:pt x="2943" y="820"/>
                </a:cubicBezTo>
                <a:cubicBezTo>
                  <a:pt x="2913" y="841"/>
                  <a:pt x="2887" y="864"/>
                  <a:pt x="2869" y="894"/>
                </a:cubicBezTo>
                <a:cubicBezTo>
                  <a:pt x="2850" y="925"/>
                  <a:pt x="2839" y="964"/>
                  <a:pt x="2839" y="1013"/>
                </a:cubicBezTo>
                <a:cubicBezTo>
                  <a:pt x="2839" y="1015"/>
                  <a:pt x="2839" y="1019"/>
                  <a:pt x="2839" y="1020"/>
                </a:cubicBezTo>
                <a:cubicBezTo>
                  <a:pt x="2839" y="1070"/>
                  <a:pt x="2855" y="1109"/>
                  <a:pt x="2880" y="1140"/>
                </a:cubicBezTo>
                <a:cubicBezTo>
                  <a:pt x="2917" y="1188"/>
                  <a:pt x="2973" y="1215"/>
                  <a:pt x="3028" y="1235"/>
                </a:cubicBezTo>
                <a:cubicBezTo>
                  <a:pt x="3082" y="1254"/>
                  <a:pt x="3137" y="1266"/>
                  <a:pt x="3170" y="1279"/>
                </a:cubicBezTo>
                <a:cubicBezTo>
                  <a:pt x="3218" y="1294"/>
                  <a:pt x="3271" y="1312"/>
                  <a:pt x="3308" y="1335"/>
                </a:cubicBezTo>
                <a:cubicBezTo>
                  <a:pt x="3327" y="1347"/>
                  <a:pt x="3341" y="1360"/>
                  <a:pt x="3352" y="1374"/>
                </a:cubicBezTo>
                <a:cubicBezTo>
                  <a:pt x="3362" y="1388"/>
                  <a:pt x="3368" y="1404"/>
                  <a:pt x="3368" y="1421"/>
                </a:cubicBezTo>
                <a:lnTo>
                  <a:pt x="3368" y="1423"/>
                </a:lnTo>
                <a:cubicBezTo>
                  <a:pt x="3368" y="1449"/>
                  <a:pt x="3359" y="1471"/>
                  <a:pt x="3347" y="1490"/>
                </a:cubicBezTo>
                <a:cubicBezTo>
                  <a:pt x="3327" y="1516"/>
                  <a:pt x="3294" y="1538"/>
                  <a:pt x="3258" y="1550"/>
                </a:cubicBezTo>
                <a:cubicBezTo>
                  <a:pt x="3223" y="1562"/>
                  <a:pt x="3188" y="1568"/>
                  <a:pt x="3163" y="1568"/>
                </a:cubicBezTo>
                <a:cubicBezTo>
                  <a:pt x="3080" y="1568"/>
                  <a:pt x="3026" y="1548"/>
                  <a:pt x="2985" y="1527"/>
                </a:cubicBezTo>
                <a:cubicBezTo>
                  <a:pt x="2966" y="1516"/>
                  <a:pt x="2948" y="1508"/>
                  <a:pt x="2934" y="1499"/>
                </a:cubicBezTo>
                <a:cubicBezTo>
                  <a:pt x="2927" y="1495"/>
                  <a:pt x="2920" y="1492"/>
                  <a:pt x="2913" y="1488"/>
                </a:cubicBezTo>
                <a:cubicBezTo>
                  <a:pt x="2906" y="1485"/>
                  <a:pt x="2899" y="1483"/>
                  <a:pt x="2890" y="1483"/>
                </a:cubicBezTo>
                <a:cubicBezTo>
                  <a:pt x="2885" y="1483"/>
                  <a:pt x="2880" y="1483"/>
                  <a:pt x="2874" y="1486"/>
                </a:cubicBezTo>
                <a:cubicBezTo>
                  <a:pt x="2869" y="1488"/>
                  <a:pt x="2864" y="1492"/>
                  <a:pt x="2860" y="1495"/>
                </a:cubicBezTo>
                <a:cubicBezTo>
                  <a:pt x="2855" y="1501"/>
                  <a:pt x="2850" y="1506"/>
                  <a:pt x="2846" y="1513"/>
                </a:cubicBezTo>
                <a:cubicBezTo>
                  <a:pt x="2843" y="1520"/>
                  <a:pt x="2841" y="1527"/>
                  <a:pt x="2841" y="1534"/>
                </a:cubicBezTo>
                <a:cubicBezTo>
                  <a:pt x="2841" y="1546"/>
                  <a:pt x="2846" y="1559"/>
                  <a:pt x="2851" y="1568"/>
                </a:cubicBezTo>
                <a:cubicBezTo>
                  <a:pt x="2862" y="1582"/>
                  <a:pt x="2878" y="1596"/>
                  <a:pt x="2895" y="1610"/>
                </a:cubicBezTo>
                <a:cubicBezTo>
                  <a:pt x="2915" y="1622"/>
                  <a:pt x="2938" y="1636"/>
                  <a:pt x="2966" y="1649"/>
                </a:cubicBezTo>
                <a:cubicBezTo>
                  <a:pt x="3026" y="1677"/>
                  <a:pt x="3103" y="1691"/>
                  <a:pt x="3162" y="1693"/>
                </a:cubicBezTo>
                <a:lnTo>
                  <a:pt x="3162" y="1693"/>
                </a:lnTo>
                <a:cubicBezTo>
                  <a:pt x="3253" y="1693"/>
                  <a:pt x="3331" y="1671"/>
                  <a:pt x="3398" y="1622"/>
                </a:cubicBezTo>
                <a:lnTo>
                  <a:pt x="3398" y="1622"/>
                </a:lnTo>
                <a:lnTo>
                  <a:pt x="3398" y="1622"/>
                </a:lnTo>
                <a:cubicBezTo>
                  <a:pt x="3463" y="1573"/>
                  <a:pt x="3503" y="1501"/>
                  <a:pt x="3503" y="1419"/>
                </a:cubicBezTo>
                <a:cubicBezTo>
                  <a:pt x="3503" y="1375"/>
                  <a:pt x="3493" y="1337"/>
                  <a:pt x="3475" y="1305"/>
                </a:cubicBezTo>
                <a:cubicBezTo>
                  <a:pt x="3445" y="1261"/>
                  <a:pt x="3399" y="1232"/>
                  <a:pt x="3348" y="1207"/>
                </a:cubicBezTo>
                <a:close/>
                <a:moveTo>
                  <a:pt x="7513" y="377"/>
                </a:moveTo>
                <a:cubicBezTo>
                  <a:pt x="7496" y="377"/>
                  <a:pt x="7480" y="384"/>
                  <a:pt x="7469" y="397"/>
                </a:cubicBezTo>
                <a:cubicBezTo>
                  <a:pt x="7457" y="407"/>
                  <a:pt x="7450" y="425"/>
                  <a:pt x="7450" y="441"/>
                </a:cubicBezTo>
                <a:lnTo>
                  <a:pt x="7450" y="1634"/>
                </a:lnTo>
                <a:cubicBezTo>
                  <a:pt x="7450" y="1652"/>
                  <a:pt x="7457" y="1668"/>
                  <a:pt x="7469" y="1679"/>
                </a:cubicBezTo>
                <a:cubicBezTo>
                  <a:pt x="7481" y="1689"/>
                  <a:pt x="7497" y="1698"/>
                  <a:pt x="7513" y="1698"/>
                </a:cubicBezTo>
                <a:cubicBezTo>
                  <a:pt x="7550" y="1698"/>
                  <a:pt x="7578" y="1670"/>
                  <a:pt x="7578" y="1634"/>
                </a:cubicBezTo>
                <a:lnTo>
                  <a:pt x="7578" y="441"/>
                </a:lnTo>
                <a:cubicBezTo>
                  <a:pt x="7578" y="405"/>
                  <a:pt x="7548" y="377"/>
                  <a:pt x="7513" y="377"/>
                </a:cubicBezTo>
                <a:close/>
                <a:moveTo>
                  <a:pt x="10445" y="1200"/>
                </a:moveTo>
                <a:lnTo>
                  <a:pt x="10445" y="1207"/>
                </a:lnTo>
                <a:cubicBezTo>
                  <a:pt x="10445" y="1225"/>
                  <a:pt x="10438" y="1241"/>
                  <a:pt x="10426" y="1250"/>
                </a:cubicBezTo>
                <a:cubicBezTo>
                  <a:pt x="10414" y="1261"/>
                  <a:pt x="10398" y="1266"/>
                  <a:pt x="10382" y="1266"/>
                </a:cubicBezTo>
                <a:lnTo>
                  <a:pt x="9667" y="1266"/>
                </a:lnTo>
                <a:cubicBezTo>
                  <a:pt x="9684" y="1441"/>
                  <a:pt x="9823" y="1569"/>
                  <a:pt x="9991" y="1571"/>
                </a:cubicBezTo>
                <a:lnTo>
                  <a:pt x="10033" y="1571"/>
                </a:lnTo>
                <a:cubicBezTo>
                  <a:pt x="10088" y="1571"/>
                  <a:pt x="10142" y="1552"/>
                  <a:pt x="10188" y="1520"/>
                </a:cubicBezTo>
                <a:cubicBezTo>
                  <a:pt x="10236" y="1488"/>
                  <a:pt x="10276" y="1446"/>
                  <a:pt x="10305" y="1397"/>
                </a:cubicBezTo>
                <a:cubicBezTo>
                  <a:pt x="10310" y="1386"/>
                  <a:pt x="10319" y="1380"/>
                  <a:pt x="10327" y="1374"/>
                </a:cubicBezTo>
                <a:cubicBezTo>
                  <a:pt x="10336" y="1369"/>
                  <a:pt x="10347" y="1367"/>
                  <a:pt x="10357" y="1367"/>
                </a:cubicBezTo>
                <a:cubicBezTo>
                  <a:pt x="10368" y="1367"/>
                  <a:pt x="10380" y="1370"/>
                  <a:pt x="10389" y="1375"/>
                </a:cubicBezTo>
                <a:lnTo>
                  <a:pt x="10389" y="1375"/>
                </a:lnTo>
                <a:lnTo>
                  <a:pt x="10389" y="1375"/>
                </a:lnTo>
                <a:cubicBezTo>
                  <a:pt x="10407" y="1388"/>
                  <a:pt x="10419" y="1409"/>
                  <a:pt x="10419" y="1430"/>
                </a:cubicBezTo>
                <a:cubicBezTo>
                  <a:pt x="10419" y="1441"/>
                  <a:pt x="10416" y="1453"/>
                  <a:pt x="10410" y="1464"/>
                </a:cubicBezTo>
                <a:lnTo>
                  <a:pt x="10410" y="1464"/>
                </a:lnTo>
                <a:lnTo>
                  <a:pt x="10410" y="1464"/>
                </a:lnTo>
                <a:cubicBezTo>
                  <a:pt x="10370" y="1527"/>
                  <a:pt x="10315" y="1585"/>
                  <a:pt x="10252" y="1627"/>
                </a:cubicBezTo>
                <a:cubicBezTo>
                  <a:pt x="10186" y="1670"/>
                  <a:pt x="10112" y="1696"/>
                  <a:pt x="10031" y="1696"/>
                </a:cubicBezTo>
                <a:lnTo>
                  <a:pt x="9989" y="1696"/>
                </a:lnTo>
                <a:cubicBezTo>
                  <a:pt x="9864" y="1696"/>
                  <a:pt x="9749" y="1642"/>
                  <a:pt x="9668" y="1557"/>
                </a:cubicBezTo>
                <a:cubicBezTo>
                  <a:pt x="9587" y="1472"/>
                  <a:pt x="9536" y="1356"/>
                  <a:pt x="9536" y="1230"/>
                </a:cubicBezTo>
                <a:cubicBezTo>
                  <a:pt x="9536" y="1100"/>
                  <a:pt x="9587" y="983"/>
                  <a:pt x="9668" y="897"/>
                </a:cubicBezTo>
                <a:cubicBezTo>
                  <a:pt x="9751" y="813"/>
                  <a:pt x="9864" y="760"/>
                  <a:pt x="9991" y="760"/>
                </a:cubicBezTo>
                <a:cubicBezTo>
                  <a:pt x="10112" y="760"/>
                  <a:pt x="10220" y="807"/>
                  <a:pt x="10301" y="887"/>
                </a:cubicBezTo>
                <a:cubicBezTo>
                  <a:pt x="10382" y="966"/>
                  <a:pt x="10435" y="1075"/>
                  <a:pt x="10445" y="1200"/>
                </a:cubicBezTo>
                <a:close/>
                <a:moveTo>
                  <a:pt x="10305" y="1139"/>
                </a:moveTo>
                <a:cubicBezTo>
                  <a:pt x="10268" y="992"/>
                  <a:pt x="10139" y="887"/>
                  <a:pt x="9993" y="887"/>
                </a:cubicBezTo>
                <a:cubicBezTo>
                  <a:pt x="9841" y="887"/>
                  <a:pt x="9714" y="989"/>
                  <a:pt x="9675" y="1139"/>
                </a:cubicBezTo>
                <a:lnTo>
                  <a:pt x="10305" y="1139"/>
                </a:lnTo>
                <a:close/>
                <a:moveTo>
                  <a:pt x="4027" y="763"/>
                </a:moveTo>
                <a:cubicBezTo>
                  <a:pt x="3926" y="763"/>
                  <a:pt x="3836" y="802"/>
                  <a:pt x="3768" y="864"/>
                </a:cubicBezTo>
                <a:lnTo>
                  <a:pt x="3768" y="827"/>
                </a:lnTo>
                <a:cubicBezTo>
                  <a:pt x="3768" y="809"/>
                  <a:pt x="3761" y="793"/>
                  <a:pt x="3750" y="783"/>
                </a:cubicBezTo>
                <a:cubicBezTo>
                  <a:pt x="3740" y="770"/>
                  <a:pt x="3724" y="763"/>
                  <a:pt x="3706" y="763"/>
                </a:cubicBezTo>
                <a:cubicBezTo>
                  <a:pt x="3688" y="763"/>
                  <a:pt x="3670" y="770"/>
                  <a:pt x="3660" y="783"/>
                </a:cubicBezTo>
                <a:cubicBezTo>
                  <a:pt x="3649" y="795"/>
                  <a:pt x="3643" y="811"/>
                  <a:pt x="3643" y="827"/>
                </a:cubicBezTo>
                <a:lnTo>
                  <a:pt x="3643" y="1652"/>
                </a:lnTo>
                <a:lnTo>
                  <a:pt x="3644" y="1654"/>
                </a:lnTo>
                <a:lnTo>
                  <a:pt x="3644" y="1654"/>
                </a:lnTo>
                <a:cubicBezTo>
                  <a:pt x="3644" y="1657"/>
                  <a:pt x="3646" y="1659"/>
                  <a:pt x="3648" y="1663"/>
                </a:cubicBezTo>
                <a:cubicBezTo>
                  <a:pt x="3657" y="1679"/>
                  <a:pt x="3671" y="1689"/>
                  <a:pt x="3688" y="1694"/>
                </a:cubicBezTo>
                <a:lnTo>
                  <a:pt x="3690" y="1694"/>
                </a:lnTo>
                <a:lnTo>
                  <a:pt x="3704" y="1694"/>
                </a:lnTo>
                <a:cubicBezTo>
                  <a:pt x="3713" y="1694"/>
                  <a:pt x="3722" y="1693"/>
                  <a:pt x="3731" y="1689"/>
                </a:cubicBezTo>
                <a:cubicBezTo>
                  <a:pt x="3738" y="1686"/>
                  <a:pt x="3745" y="1680"/>
                  <a:pt x="3750" y="1673"/>
                </a:cubicBezTo>
                <a:lnTo>
                  <a:pt x="3750" y="1673"/>
                </a:lnTo>
                <a:cubicBezTo>
                  <a:pt x="3750" y="1673"/>
                  <a:pt x="3750" y="1671"/>
                  <a:pt x="3752" y="1671"/>
                </a:cubicBezTo>
                <a:lnTo>
                  <a:pt x="3752" y="1671"/>
                </a:lnTo>
                <a:cubicBezTo>
                  <a:pt x="3755" y="1668"/>
                  <a:pt x="3759" y="1663"/>
                  <a:pt x="3761" y="1659"/>
                </a:cubicBezTo>
                <a:cubicBezTo>
                  <a:pt x="3762" y="1654"/>
                  <a:pt x="3764" y="1650"/>
                  <a:pt x="3764" y="1645"/>
                </a:cubicBezTo>
                <a:lnTo>
                  <a:pt x="3764" y="1643"/>
                </a:lnTo>
                <a:lnTo>
                  <a:pt x="3764" y="1147"/>
                </a:lnTo>
                <a:cubicBezTo>
                  <a:pt x="3766" y="1077"/>
                  <a:pt x="3796" y="1012"/>
                  <a:pt x="3842" y="966"/>
                </a:cubicBezTo>
                <a:cubicBezTo>
                  <a:pt x="3888" y="920"/>
                  <a:pt x="3953" y="890"/>
                  <a:pt x="4023" y="890"/>
                </a:cubicBezTo>
                <a:cubicBezTo>
                  <a:pt x="4095" y="890"/>
                  <a:pt x="4159" y="918"/>
                  <a:pt x="4205" y="966"/>
                </a:cubicBezTo>
                <a:cubicBezTo>
                  <a:pt x="4251" y="1012"/>
                  <a:pt x="4279" y="1077"/>
                  <a:pt x="4279" y="1147"/>
                </a:cubicBezTo>
                <a:lnTo>
                  <a:pt x="4279" y="1634"/>
                </a:lnTo>
                <a:cubicBezTo>
                  <a:pt x="4279" y="1652"/>
                  <a:pt x="4286" y="1668"/>
                  <a:pt x="4298" y="1680"/>
                </a:cubicBezTo>
                <a:cubicBezTo>
                  <a:pt x="4310" y="1691"/>
                  <a:pt x="4326" y="1698"/>
                  <a:pt x="4342" y="1698"/>
                </a:cubicBezTo>
                <a:cubicBezTo>
                  <a:pt x="4360" y="1698"/>
                  <a:pt x="4376" y="1691"/>
                  <a:pt x="4386" y="1680"/>
                </a:cubicBezTo>
                <a:cubicBezTo>
                  <a:pt x="4399" y="1670"/>
                  <a:pt x="4406" y="1652"/>
                  <a:pt x="4406" y="1634"/>
                </a:cubicBezTo>
                <a:lnTo>
                  <a:pt x="4406" y="1147"/>
                </a:lnTo>
                <a:cubicBezTo>
                  <a:pt x="4413" y="936"/>
                  <a:pt x="4240" y="763"/>
                  <a:pt x="4027" y="763"/>
                </a:cubicBezTo>
                <a:close/>
                <a:moveTo>
                  <a:pt x="5294" y="901"/>
                </a:moveTo>
                <a:cubicBezTo>
                  <a:pt x="5375" y="985"/>
                  <a:pt x="5421" y="1103"/>
                  <a:pt x="5423" y="1230"/>
                </a:cubicBezTo>
                <a:cubicBezTo>
                  <a:pt x="5423" y="1356"/>
                  <a:pt x="5375" y="1472"/>
                  <a:pt x="5294" y="1559"/>
                </a:cubicBezTo>
                <a:cubicBezTo>
                  <a:pt x="5214" y="1643"/>
                  <a:pt x="5101" y="1698"/>
                  <a:pt x="4978" y="1698"/>
                </a:cubicBezTo>
                <a:cubicBezTo>
                  <a:pt x="4854" y="1698"/>
                  <a:pt x="4744" y="1644"/>
                  <a:pt x="4663" y="1559"/>
                </a:cubicBezTo>
                <a:cubicBezTo>
                  <a:pt x="4582" y="1475"/>
                  <a:pt x="4533" y="1356"/>
                  <a:pt x="4533" y="1230"/>
                </a:cubicBezTo>
                <a:cubicBezTo>
                  <a:pt x="4533" y="1103"/>
                  <a:pt x="4582" y="987"/>
                  <a:pt x="4663" y="901"/>
                </a:cubicBezTo>
                <a:cubicBezTo>
                  <a:pt x="4742" y="816"/>
                  <a:pt x="4855" y="761"/>
                  <a:pt x="4978" y="761"/>
                </a:cubicBezTo>
                <a:cubicBezTo>
                  <a:pt x="5103" y="761"/>
                  <a:pt x="5214" y="816"/>
                  <a:pt x="5294" y="901"/>
                </a:cubicBezTo>
                <a:close/>
                <a:moveTo>
                  <a:pt x="5296" y="1230"/>
                </a:moveTo>
                <a:cubicBezTo>
                  <a:pt x="5296" y="1135"/>
                  <a:pt x="5258" y="1049"/>
                  <a:pt x="5200" y="987"/>
                </a:cubicBezTo>
                <a:cubicBezTo>
                  <a:pt x="5141" y="925"/>
                  <a:pt x="5063" y="887"/>
                  <a:pt x="4978" y="887"/>
                </a:cubicBezTo>
                <a:cubicBezTo>
                  <a:pt x="4892" y="887"/>
                  <a:pt x="4813" y="925"/>
                  <a:pt x="4755" y="987"/>
                </a:cubicBezTo>
                <a:cubicBezTo>
                  <a:pt x="4696" y="1049"/>
                  <a:pt x="4659" y="1135"/>
                  <a:pt x="4659" y="1230"/>
                </a:cubicBezTo>
                <a:cubicBezTo>
                  <a:pt x="4659" y="1324"/>
                  <a:pt x="4696" y="1410"/>
                  <a:pt x="4755" y="1471"/>
                </a:cubicBezTo>
                <a:cubicBezTo>
                  <a:pt x="4813" y="1533"/>
                  <a:pt x="4892" y="1569"/>
                  <a:pt x="4978" y="1569"/>
                </a:cubicBezTo>
                <a:cubicBezTo>
                  <a:pt x="5065" y="1569"/>
                  <a:pt x="5144" y="1532"/>
                  <a:pt x="5200" y="1471"/>
                </a:cubicBezTo>
                <a:cubicBezTo>
                  <a:pt x="5259" y="1409"/>
                  <a:pt x="5296" y="1324"/>
                  <a:pt x="5296" y="1230"/>
                </a:cubicBezTo>
                <a:close/>
                <a:moveTo>
                  <a:pt x="6671" y="768"/>
                </a:moveTo>
                <a:lnTo>
                  <a:pt x="6671" y="768"/>
                </a:lnTo>
                <a:cubicBezTo>
                  <a:pt x="6669" y="768"/>
                  <a:pt x="6669" y="768"/>
                  <a:pt x="6671" y="768"/>
                </a:cubicBezTo>
                <a:cubicBezTo>
                  <a:pt x="6662" y="765"/>
                  <a:pt x="6655" y="763"/>
                  <a:pt x="6648" y="763"/>
                </a:cubicBezTo>
                <a:cubicBezTo>
                  <a:pt x="6636" y="763"/>
                  <a:pt x="6624" y="767"/>
                  <a:pt x="6613" y="774"/>
                </a:cubicBezTo>
                <a:cubicBezTo>
                  <a:pt x="6603" y="781"/>
                  <a:pt x="6593" y="790"/>
                  <a:pt x="6588" y="802"/>
                </a:cubicBezTo>
                <a:lnTo>
                  <a:pt x="6588" y="802"/>
                </a:lnTo>
                <a:lnTo>
                  <a:pt x="6345" y="1467"/>
                </a:lnTo>
                <a:lnTo>
                  <a:pt x="6158" y="1022"/>
                </a:lnTo>
                <a:lnTo>
                  <a:pt x="6158" y="1022"/>
                </a:lnTo>
                <a:cubicBezTo>
                  <a:pt x="6153" y="1010"/>
                  <a:pt x="6144" y="999"/>
                  <a:pt x="6133" y="994"/>
                </a:cubicBezTo>
                <a:cubicBezTo>
                  <a:pt x="6123" y="987"/>
                  <a:pt x="6110" y="983"/>
                  <a:pt x="6096" y="983"/>
                </a:cubicBezTo>
                <a:cubicBezTo>
                  <a:pt x="6084" y="983"/>
                  <a:pt x="6072" y="987"/>
                  <a:pt x="6061" y="994"/>
                </a:cubicBezTo>
                <a:cubicBezTo>
                  <a:pt x="6051" y="1001"/>
                  <a:pt x="6042" y="1010"/>
                  <a:pt x="6036" y="1022"/>
                </a:cubicBezTo>
                <a:lnTo>
                  <a:pt x="6036" y="1022"/>
                </a:lnTo>
                <a:lnTo>
                  <a:pt x="5848" y="1467"/>
                </a:lnTo>
                <a:lnTo>
                  <a:pt x="5603" y="802"/>
                </a:lnTo>
                <a:lnTo>
                  <a:pt x="5603" y="802"/>
                </a:lnTo>
                <a:cubicBezTo>
                  <a:pt x="5599" y="790"/>
                  <a:pt x="5591" y="779"/>
                  <a:pt x="5580" y="772"/>
                </a:cubicBezTo>
                <a:cubicBezTo>
                  <a:pt x="5569" y="765"/>
                  <a:pt x="5557" y="761"/>
                  <a:pt x="5545" y="761"/>
                </a:cubicBezTo>
                <a:cubicBezTo>
                  <a:pt x="5536" y="761"/>
                  <a:pt x="5529" y="763"/>
                  <a:pt x="5520" y="767"/>
                </a:cubicBezTo>
                <a:lnTo>
                  <a:pt x="5520" y="767"/>
                </a:lnTo>
                <a:lnTo>
                  <a:pt x="5520" y="767"/>
                </a:lnTo>
                <a:cubicBezTo>
                  <a:pt x="5497" y="777"/>
                  <a:pt x="5483" y="800"/>
                  <a:pt x="5483" y="825"/>
                </a:cubicBezTo>
                <a:cubicBezTo>
                  <a:pt x="5483" y="832"/>
                  <a:pt x="5485" y="841"/>
                  <a:pt x="5488" y="848"/>
                </a:cubicBezTo>
                <a:lnTo>
                  <a:pt x="5488" y="848"/>
                </a:lnTo>
                <a:lnTo>
                  <a:pt x="5790" y="1654"/>
                </a:lnTo>
                <a:lnTo>
                  <a:pt x="5790" y="1654"/>
                </a:lnTo>
                <a:cubicBezTo>
                  <a:pt x="5791" y="1659"/>
                  <a:pt x="5795" y="1666"/>
                  <a:pt x="5800" y="1671"/>
                </a:cubicBezTo>
                <a:cubicBezTo>
                  <a:pt x="5804" y="1675"/>
                  <a:pt x="5809" y="1679"/>
                  <a:pt x="5814" y="1682"/>
                </a:cubicBezTo>
                <a:cubicBezTo>
                  <a:pt x="5816" y="1684"/>
                  <a:pt x="5816" y="1684"/>
                  <a:pt x="5820" y="1686"/>
                </a:cubicBezTo>
                <a:cubicBezTo>
                  <a:pt x="5821" y="1687"/>
                  <a:pt x="5825" y="1687"/>
                  <a:pt x="5829" y="1689"/>
                </a:cubicBezTo>
                <a:cubicBezTo>
                  <a:pt x="5834" y="1691"/>
                  <a:pt x="5841" y="1693"/>
                  <a:pt x="5850" y="1693"/>
                </a:cubicBezTo>
                <a:cubicBezTo>
                  <a:pt x="5862" y="1693"/>
                  <a:pt x="5873" y="1689"/>
                  <a:pt x="5883" y="1682"/>
                </a:cubicBezTo>
                <a:cubicBezTo>
                  <a:pt x="5892" y="1675"/>
                  <a:pt x="5901" y="1666"/>
                  <a:pt x="5906" y="1654"/>
                </a:cubicBezTo>
                <a:lnTo>
                  <a:pt x="5906" y="1654"/>
                </a:lnTo>
                <a:lnTo>
                  <a:pt x="6096" y="1200"/>
                </a:lnTo>
                <a:lnTo>
                  <a:pt x="6287" y="1652"/>
                </a:lnTo>
                <a:lnTo>
                  <a:pt x="6287" y="1652"/>
                </a:lnTo>
                <a:cubicBezTo>
                  <a:pt x="6290" y="1664"/>
                  <a:pt x="6299" y="1673"/>
                  <a:pt x="6308" y="1680"/>
                </a:cubicBezTo>
                <a:cubicBezTo>
                  <a:pt x="6317" y="1687"/>
                  <a:pt x="6327" y="1693"/>
                  <a:pt x="6340" y="1693"/>
                </a:cubicBezTo>
                <a:lnTo>
                  <a:pt x="6348" y="1693"/>
                </a:lnTo>
                <a:cubicBezTo>
                  <a:pt x="6355" y="1693"/>
                  <a:pt x="6364" y="1691"/>
                  <a:pt x="6370" y="1689"/>
                </a:cubicBezTo>
                <a:cubicBezTo>
                  <a:pt x="6377" y="1687"/>
                  <a:pt x="6382" y="1684"/>
                  <a:pt x="6385" y="1680"/>
                </a:cubicBezTo>
                <a:cubicBezTo>
                  <a:pt x="6396" y="1673"/>
                  <a:pt x="6403" y="1661"/>
                  <a:pt x="6408" y="1650"/>
                </a:cubicBezTo>
                <a:lnTo>
                  <a:pt x="6408" y="1650"/>
                </a:lnTo>
                <a:lnTo>
                  <a:pt x="6708" y="848"/>
                </a:lnTo>
                <a:cubicBezTo>
                  <a:pt x="6711" y="841"/>
                  <a:pt x="6713" y="832"/>
                  <a:pt x="6713" y="825"/>
                </a:cubicBezTo>
                <a:cubicBezTo>
                  <a:pt x="6708" y="802"/>
                  <a:pt x="6694" y="779"/>
                  <a:pt x="6671" y="76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13"/>
              <a:buFont typeface="Arial"/>
              <a:buNone/>
            </a:pPr>
            <a:r>
              <a:t/>
            </a:r>
            <a:endParaRPr b="0" i="0" sz="1013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5" name="Google Shape;325;p80"/>
          <p:cNvSpPr/>
          <p:nvPr/>
        </p:nvSpPr>
        <p:spPr>
          <a:xfrm>
            <a:off x="5917776" y="1776875"/>
            <a:ext cx="4395610" cy="4179094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>
              <a:alpha val="11764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6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 You 01">
  <p:cSld name="Thank You">
    <p:bg>
      <p:bgPr>
        <a:solidFill>
          <a:schemeClr val="accent1"/>
        </a:solidFill>
      </p:bgPr>
    </p:bg>
    <p:spTree>
      <p:nvGrpSpPr>
        <p:cNvPr id="326" name="Shape 3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7" name="Google Shape;327;p81"/>
          <p:cNvSpPr/>
          <p:nvPr/>
        </p:nvSpPr>
        <p:spPr>
          <a:xfrm>
            <a:off x="457200" y="4444162"/>
            <a:ext cx="1444930" cy="330450"/>
          </a:xfrm>
          <a:custGeom>
            <a:rect b="b" l="l" r="r" t="t"/>
            <a:pathLst>
              <a:path extrusionOk="0" h="2451" w="10771">
                <a:moveTo>
                  <a:pt x="10625" y="726"/>
                </a:moveTo>
                <a:lnTo>
                  <a:pt x="10597" y="726"/>
                </a:lnTo>
                <a:lnTo>
                  <a:pt x="10597" y="761"/>
                </a:lnTo>
                <a:lnTo>
                  <a:pt x="10625" y="761"/>
                </a:lnTo>
                <a:cubicBezTo>
                  <a:pt x="10638" y="761"/>
                  <a:pt x="10646" y="756"/>
                  <a:pt x="10646" y="744"/>
                </a:cubicBezTo>
                <a:cubicBezTo>
                  <a:pt x="10646" y="731"/>
                  <a:pt x="10639" y="726"/>
                  <a:pt x="10625" y="726"/>
                </a:cubicBezTo>
                <a:close/>
                <a:moveTo>
                  <a:pt x="10562" y="693"/>
                </a:moveTo>
                <a:lnTo>
                  <a:pt x="10625" y="693"/>
                </a:lnTo>
                <a:cubicBezTo>
                  <a:pt x="10660" y="693"/>
                  <a:pt x="10683" y="712"/>
                  <a:pt x="10683" y="742"/>
                </a:cubicBezTo>
                <a:cubicBezTo>
                  <a:pt x="10683" y="760"/>
                  <a:pt x="10675" y="774"/>
                  <a:pt x="10660" y="783"/>
                </a:cubicBezTo>
                <a:lnTo>
                  <a:pt x="10685" y="820"/>
                </a:lnTo>
                <a:lnTo>
                  <a:pt x="10685" y="827"/>
                </a:lnTo>
                <a:lnTo>
                  <a:pt x="10648" y="827"/>
                </a:lnTo>
                <a:lnTo>
                  <a:pt x="10623" y="791"/>
                </a:lnTo>
                <a:lnTo>
                  <a:pt x="10595" y="791"/>
                </a:lnTo>
                <a:lnTo>
                  <a:pt x="10595" y="827"/>
                </a:lnTo>
                <a:lnTo>
                  <a:pt x="10560" y="827"/>
                </a:lnTo>
                <a:lnTo>
                  <a:pt x="10560" y="693"/>
                </a:lnTo>
                <a:lnTo>
                  <a:pt x="10562" y="693"/>
                </a:lnTo>
                <a:close/>
                <a:moveTo>
                  <a:pt x="10742" y="761"/>
                </a:moveTo>
                <a:cubicBezTo>
                  <a:pt x="10742" y="691"/>
                  <a:pt x="10694" y="636"/>
                  <a:pt x="10622" y="636"/>
                </a:cubicBezTo>
                <a:cubicBezTo>
                  <a:pt x="10551" y="636"/>
                  <a:pt x="10504" y="687"/>
                  <a:pt x="10504" y="761"/>
                </a:cubicBezTo>
                <a:cubicBezTo>
                  <a:pt x="10504" y="832"/>
                  <a:pt x="10551" y="887"/>
                  <a:pt x="10622" y="887"/>
                </a:cubicBezTo>
                <a:cubicBezTo>
                  <a:pt x="10694" y="888"/>
                  <a:pt x="10742" y="834"/>
                  <a:pt x="10742" y="761"/>
                </a:cubicBezTo>
                <a:close/>
                <a:moveTo>
                  <a:pt x="10770" y="761"/>
                </a:moveTo>
                <a:cubicBezTo>
                  <a:pt x="10770" y="846"/>
                  <a:pt x="10713" y="915"/>
                  <a:pt x="10620" y="915"/>
                </a:cubicBezTo>
                <a:cubicBezTo>
                  <a:pt x="10527" y="915"/>
                  <a:pt x="10472" y="844"/>
                  <a:pt x="10472" y="761"/>
                </a:cubicBezTo>
                <a:cubicBezTo>
                  <a:pt x="10472" y="677"/>
                  <a:pt x="10527" y="608"/>
                  <a:pt x="10620" y="608"/>
                </a:cubicBezTo>
                <a:cubicBezTo>
                  <a:pt x="10715" y="608"/>
                  <a:pt x="10770" y="679"/>
                  <a:pt x="10770" y="761"/>
                </a:cubicBezTo>
                <a:close/>
                <a:moveTo>
                  <a:pt x="2384" y="1061"/>
                </a:moveTo>
                <a:lnTo>
                  <a:pt x="2095" y="1228"/>
                </a:lnTo>
                <a:lnTo>
                  <a:pt x="2384" y="1395"/>
                </a:lnTo>
                <a:cubicBezTo>
                  <a:pt x="2457" y="1437"/>
                  <a:pt x="2483" y="1530"/>
                  <a:pt x="2441" y="1603"/>
                </a:cubicBezTo>
                <a:cubicBezTo>
                  <a:pt x="2398" y="1675"/>
                  <a:pt x="2305" y="1700"/>
                  <a:pt x="2233" y="1659"/>
                </a:cubicBezTo>
                <a:lnTo>
                  <a:pt x="1717" y="1361"/>
                </a:lnTo>
                <a:cubicBezTo>
                  <a:pt x="1681" y="1342"/>
                  <a:pt x="1658" y="1310"/>
                  <a:pt x="1648" y="1275"/>
                </a:cubicBezTo>
                <a:cubicBezTo>
                  <a:pt x="1642" y="1259"/>
                  <a:pt x="1641" y="1242"/>
                  <a:pt x="1641" y="1227"/>
                </a:cubicBezTo>
                <a:cubicBezTo>
                  <a:pt x="1641" y="1214"/>
                  <a:pt x="1642" y="1202"/>
                  <a:pt x="1646" y="1191"/>
                </a:cubicBezTo>
                <a:cubicBezTo>
                  <a:pt x="1657" y="1154"/>
                  <a:pt x="1681" y="1121"/>
                  <a:pt x="1717" y="1100"/>
                </a:cubicBezTo>
                <a:lnTo>
                  <a:pt x="2233" y="802"/>
                </a:lnTo>
                <a:cubicBezTo>
                  <a:pt x="2305" y="760"/>
                  <a:pt x="2398" y="784"/>
                  <a:pt x="2441" y="858"/>
                </a:cubicBezTo>
                <a:cubicBezTo>
                  <a:pt x="2483" y="925"/>
                  <a:pt x="2457" y="1019"/>
                  <a:pt x="2384" y="1061"/>
                </a:cubicBezTo>
                <a:close/>
                <a:moveTo>
                  <a:pt x="2111" y="1869"/>
                </a:moveTo>
                <a:lnTo>
                  <a:pt x="1595" y="1571"/>
                </a:lnTo>
                <a:cubicBezTo>
                  <a:pt x="1567" y="1555"/>
                  <a:pt x="1537" y="1548"/>
                  <a:pt x="1507" y="1552"/>
                </a:cubicBezTo>
                <a:cubicBezTo>
                  <a:pt x="1428" y="1557"/>
                  <a:pt x="1366" y="1624"/>
                  <a:pt x="1366" y="1703"/>
                </a:cubicBezTo>
                <a:lnTo>
                  <a:pt x="1366" y="2299"/>
                </a:lnTo>
                <a:cubicBezTo>
                  <a:pt x="1366" y="2383"/>
                  <a:pt x="1435" y="2450"/>
                  <a:pt x="1517" y="2450"/>
                </a:cubicBezTo>
                <a:cubicBezTo>
                  <a:pt x="1602" y="2450"/>
                  <a:pt x="1669" y="2382"/>
                  <a:pt x="1669" y="2299"/>
                </a:cubicBezTo>
                <a:lnTo>
                  <a:pt x="1669" y="1964"/>
                </a:lnTo>
                <a:lnTo>
                  <a:pt x="1958" y="2131"/>
                </a:lnTo>
                <a:cubicBezTo>
                  <a:pt x="2030" y="2174"/>
                  <a:pt x="2124" y="2149"/>
                  <a:pt x="2166" y="2077"/>
                </a:cubicBezTo>
                <a:cubicBezTo>
                  <a:pt x="2208" y="2005"/>
                  <a:pt x="2183" y="1911"/>
                  <a:pt x="2111" y="1869"/>
                </a:cubicBezTo>
                <a:close/>
                <a:moveTo>
                  <a:pt x="1514" y="1284"/>
                </a:moveTo>
                <a:lnTo>
                  <a:pt x="1299" y="1499"/>
                </a:lnTo>
                <a:cubicBezTo>
                  <a:pt x="1294" y="1506"/>
                  <a:pt x="1281" y="1511"/>
                  <a:pt x="1272" y="1511"/>
                </a:cubicBezTo>
                <a:lnTo>
                  <a:pt x="1257" y="1511"/>
                </a:lnTo>
                <a:lnTo>
                  <a:pt x="1225" y="1511"/>
                </a:lnTo>
                <a:lnTo>
                  <a:pt x="1209" y="1511"/>
                </a:lnTo>
                <a:cubicBezTo>
                  <a:pt x="1200" y="1511"/>
                  <a:pt x="1188" y="1506"/>
                  <a:pt x="1183" y="1499"/>
                </a:cubicBezTo>
                <a:lnTo>
                  <a:pt x="968" y="1284"/>
                </a:lnTo>
                <a:cubicBezTo>
                  <a:pt x="962" y="1279"/>
                  <a:pt x="957" y="1266"/>
                  <a:pt x="957" y="1257"/>
                </a:cubicBezTo>
                <a:lnTo>
                  <a:pt x="957" y="1243"/>
                </a:lnTo>
                <a:lnTo>
                  <a:pt x="957" y="1211"/>
                </a:lnTo>
                <a:lnTo>
                  <a:pt x="957" y="1195"/>
                </a:lnTo>
                <a:cubicBezTo>
                  <a:pt x="957" y="1186"/>
                  <a:pt x="962" y="1174"/>
                  <a:pt x="968" y="1168"/>
                </a:cubicBezTo>
                <a:lnTo>
                  <a:pt x="1183" y="954"/>
                </a:lnTo>
                <a:cubicBezTo>
                  <a:pt x="1190" y="946"/>
                  <a:pt x="1200" y="943"/>
                  <a:pt x="1209" y="943"/>
                </a:cubicBezTo>
                <a:lnTo>
                  <a:pt x="1225" y="943"/>
                </a:lnTo>
                <a:lnTo>
                  <a:pt x="1257" y="943"/>
                </a:lnTo>
                <a:lnTo>
                  <a:pt x="1272" y="943"/>
                </a:lnTo>
                <a:cubicBezTo>
                  <a:pt x="1281" y="943"/>
                  <a:pt x="1294" y="948"/>
                  <a:pt x="1299" y="954"/>
                </a:cubicBezTo>
                <a:lnTo>
                  <a:pt x="1514" y="1168"/>
                </a:lnTo>
                <a:cubicBezTo>
                  <a:pt x="1519" y="1174"/>
                  <a:pt x="1524" y="1186"/>
                  <a:pt x="1524" y="1195"/>
                </a:cubicBezTo>
                <a:lnTo>
                  <a:pt x="1524" y="1211"/>
                </a:lnTo>
                <a:lnTo>
                  <a:pt x="1524" y="1243"/>
                </a:lnTo>
                <a:lnTo>
                  <a:pt x="1524" y="1257"/>
                </a:lnTo>
                <a:cubicBezTo>
                  <a:pt x="1526" y="1266"/>
                  <a:pt x="1521" y="1279"/>
                  <a:pt x="1514" y="1284"/>
                </a:cubicBezTo>
                <a:close/>
                <a:moveTo>
                  <a:pt x="1343" y="1227"/>
                </a:moveTo>
                <a:cubicBezTo>
                  <a:pt x="1343" y="1218"/>
                  <a:pt x="1338" y="1205"/>
                  <a:pt x="1332" y="1200"/>
                </a:cubicBezTo>
                <a:lnTo>
                  <a:pt x="1271" y="1139"/>
                </a:lnTo>
                <a:cubicBezTo>
                  <a:pt x="1265" y="1133"/>
                  <a:pt x="1253" y="1128"/>
                  <a:pt x="1244" y="1128"/>
                </a:cubicBezTo>
                <a:lnTo>
                  <a:pt x="1242" y="1128"/>
                </a:lnTo>
                <a:cubicBezTo>
                  <a:pt x="1234" y="1128"/>
                  <a:pt x="1221" y="1133"/>
                  <a:pt x="1216" y="1139"/>
                </a:cubicBezTo>
                <a:lnTo>
                  <a:pt x="1154" y="1200"/>
                </a:lnTo>
                <a:cubicBezTo>
                  <a:pt x="1147" y="1207"/>
                  <a:pt x="1144" y="1220"/>
                  <a:pt x="1144" y="1227"/>
                </a:cubicBezTo>
                <a:lnTo>
                  <a:pt x="1144" y="1228"/>
                </a:lnTo>
                <a:cubicBezTo>
                  <a:pt x="1144" y="1237"/>
                  <a:pt x="1149" y="1249"/>
                  <a:pt x="1154" y="1254"/>
                </a:cubicBezTo>
                <a:lnTo>
                  <a:pt x="1216" y="1316"/>
                </a:lnTo>
                <a:cubicBezTo>
                  <a:pt x="1221" y="1321"/>
                  <a:pt x="1234" y="1326"/>
                  <a:pt x="1242" y="1326"/>
                </a:cubicBezTo>
                <a:lnTo>
                  <a:pt x="1244" y="1326"/>
                </a:lnTo>
                <a:cubicBezTo>
                  <a:pt x="1253" y="1326"/>
                  <a:pt x="1265" y="1321"/>
                  <a:pt x="1271" y="1316"/>
                </a:cubicBezTo>
                <a:lnTo>
                  <a:pt x="1332" y="1254"/>
                </a:lnTo>
                <a:cubicBezTo>
                  <a:pt x="1338" y="1247"/>
                  <a:pt x="1343" y="1237"/>
                  <a:pt x="1343" y="1228"/>
                </a:cubicBezTo>
                <a:lnTo>
                  <a:pt x="1343" y="1227"/>
                </a:lnTo>
                <a:close/>
                <a:moveTo>
                  <a:pt x="370" y="583"/>
                </a:moveTo>
                <a:lnTo>
                  <a:pt x="887" y="881"/>
                </a:lnTo>
                <a:cubicBezTo>
                  <a:pt x="915" y="897"/>
                  <a:pt x="945" y="904"/>
                  <a:pt x="975" y="901"/>
                </a:cubicBezTo>
                <a:cubicBezTo>
                  <a:pt x="1054" y="895"/>
                  <a:pt x="1116" y="828"/>
                  <a:pt x="1116" y="749"/>
                </a:cubicBezTo>
                <a:lnTo>
                  <a:pt x="1116" y="152"/>
                </a:lnTo>
                <a:cubicBezTo>
                  <a:pt x="1116" y="67"/>
                  <a:pt x="1047" y="0"/>
                  <a:pt x="964" y="0"/>
                </a:cubicBezTo>
                <a:cubicBezTo>
                  <a:pt x="879" y="0"/>
                  <a:pt x="812" y="69"/>
                  <a:pt x="812" y="152"/>
                </a:cubicBezTo>
                <a:lnTo>
                  <a:pt x="812" y="487"/>
                </a:lnTo>
                <a:lnTo>
                  <a:pt x="523" y="319"/>
                </a:lnTo>
                <a:cubicBezTo>
                  <a:pt x="451" y="277"/>
                  <a:pt x="358" y="302"/>
                  <a:pt x="316" y="376"/>
                </a:cubicBezTo>
                <a:cubicBezTo>
                  <a:pt x="273" y="450"/>
                  <a:pt x="298" y="543"/>
                  <a:pt x="370" y="583"/>
                </a:cubicBezTo>
                <a:close/>
                <a:moveTo>
                  <a:pt x="1505" y="902"/>
                </a:moveTo>
                <a:cubicBezTo>
                  <a:pt x="1535" y="904"/>
                  <a:pt x="1565" y="899"/>
                  <a:pt x="1593" y="883"/>
                </a:cubicBezTo>
                <a:lnTo>
                  <a:pt x="2109" y="585"/>
                </a:lnTo>
                <a:cubicBezTo>
                  <a:pt x="2182" y="543"/>
                  <a:pt x="2206" y="450"/>
                  <a:pt x="2166" y="377"/>
                </a:cubicBezTo>
                <a:cubicBezTo>
                  <a:pt x="2124" y="305"/>
                  <a:pt x="2030" y="280"/>
                  <a:pt x="1958" y="321"/>
                </a:cubicBezTo>
                <a:lnTo>
                  <a:pt x="1669" y="488"/>
                </a:lnTo>
                <a:lnTo>
                  <a:pt x="1669" y="153"/>
                </a:lnTo>
                <a:cubicBezTo>
                  <a:pt x="1669" y="69"/>
                  <a:pt x="1600" y="2"/>
                  <a:pt x="1517" y="2"/>
                </a:cubicBezTo>
                <a:cubicBezTo>
                  <a:pt x="1433" y="2"/>
                  <a:pt x="1366" y="71"/>
                  <a:pt x="1366" y="153"/>
                </a:cubicBezTo>
                <a:lnTo>
                  <a:pt x="1366" y="751"/>
                </a:lnTo>
                <a:cubicBezTo>
                  <a:pt x="1366" y="830"/>
                  <a:pt x="1428" y="897"/>
                  <a:pt x="1505" y="902"/>
                </a:cubicBezTo>
                <a:close/>
                <a:moveTo>
                  <a:pt x="976" y="1550"/>
                </a:moveTo>
                <a:cubicBezTo>
                  <a:pt x="946" y="1548"/>
                  <a:pt x="916" y="1553"/>
                  <a:pt x="888" y="1569"/>
                </a:cubicBezTo>
                <a:lnTo>
                  <a:pt x="372" y="1867"/>
                </a:lnTo>
                <a:cubicBezTo>
                  <a:pt x="300" y="1909"/>
                  <a:pt x="275" y="2003"/>
                  <a:pt x="316" y="2075"/>
                </a:cubicBezTo>
                <a:cubicBezTo>
                  <a:pt x="358" y="2147"/>
                  <a:pt x="451" y="2172"/>
                  <a:pt x="523" y="2130"/>
                </a:cubicBezTo>
                <a:lnTo>
                  <a:pt x="812" y="1962"/>
                </a:lnTo>
                <a:lnTo>
                  <a:pt x="812" y="2297"/>
                </a:lnTo>
                <a:cubicBezTo>
                  <a:pt x="812" y="2382"/>
                  <a:pt x="881" y="2449"/>
                  <a:pt x="964" y="2449"/>
                </a:cubicBezTo>
                <a:cubicBezTo>
                  <a:pt x="1049" y="2449"/>
                  <a:pt x="1116" y="2380"/>
                  <a:pt x="1116" y="2297"/>
                </a:cubicBezTo>
                <a:lnTo>
                  <a:pt x="1116" y="1700"/>
                </a:lnTo>
                <a:cubicBezTo>
                  <a:pt x="1117" y="1622"/>
                  <a:pt x="1056" y="1557"/>
                  <a:pt x="976" y="1550"/>
                </a:cubicBezTo>
                <a:close/>
                <a:moveTo>
                  <a:pt x="835" y="1271"/>
                </a:moveTo>
                <a:cubicBezTo>
                  <a:pt x="841" y="1256"/>
                  <a:pt x="842" y="1239"/>
                  <a:pt x="842" y="1223"/>
                </a:cubicBezTo>
                <a:cubicBezTo>
                  <a:pt x="842" y="1211"/>
                  <a:pt x="841" y="1198"/>
                  <a:pt x="837" y="1188"/>
                </a:cubicBezTo>
                <a:cubicBezTo>
                  <a:pt x="827" y="1151"/>
                  <a:pt x="802" y="1117"/>
                  <a:pt x="767" y="1096"/>
                </a:cubicBezTo>
                <a:lnTo>
                  <a:pt x="250" y="797"/>
                </a:lnTo>
                <a:cubicBezTo>
                  <a:pt x="178" y="754"/>
                  <a:pt x="85" y="779"/>
                  <a:pt x="42" y="853"/>
                </a:cubicBezTo>
                <a:cubicBezTo>
                  <a:pt x="0" y="925"/>
                  <a:pt x="25" y="1019"/>
                  <a:pt x="99" y="1061"/>
                </a:cubicBezTo>
                <a:lnTo>
                  <a:pt x="388" y="1228"/>
                </a:lnTo>
                <a:lnTo>
                  <a:pt x="99" y="1395"/>
                </a:lnTo>
                <a:cubicBezTo>
                  <a:pt x="27" y="1437"/>
                  <a:pt x="2" y="1530"/>
                  <a:pt x="42" y="1603"/>
                </a:cubicBezTo>
                <a:cubicBezTo>
                  <a:pt x="85" y="1675"/>
                  <a:pt x="178" y="1700"/>
                  <a:pt x="250" y="1659"/>
                </a:cubicBezTo>
                <a:lnTo>
                  <a:pt x="767" y="1361"/>
                </a:lnTo>
                <a:cubicBezTo>
                  <a:pt x="802" y="1338"/>
                  <a:pt x="825" y="1307"/>
                  <a:pt x="835" y="1271"/>
                </a:cubicBezTo>
                <a:close/>
                <a:moveTo>
                  <a:pt x="7251" y="379"/>
                </a:moveTo>
                <a:lnTo>
                  <a:pt x="7237" y="379"/>
                </a:lnTo>
                <a:cubicBezTo>
                  <a:pt x="7235" y="379"/>
                  <a:pt x="7233" y="379"/>
                  <a:pt x="7231" y="379"/>
                </a:cubicBezTo>
                <a:cubicBezTo>
                  <a:pt x="7229" y="379"/>
                  <a:pt x="7228" y="379"/>
                  <a:pt x="7226" y="379"/>
                </a:cubicBezTo>
                <a:cubicBezTo>
                  <a:pt x="7189" y="379"/>
                  <a:pt x="7154" y="383"/>
                  <a:pt x="7120" y="395"/>
                </a:cubicBezTo>
                <a:cubicBezTo>
                  <a:pt x="7087" y="405"/>
                  <a:pt x="7057" y="423"/>
                  <a:pt x="7034" y="451"/>
                </a:cubicBezTo>
                <a:lnTo>
                  <a:pt x="7034" y="451"/>
                </a:lnTo>
                <a:lnTo>
                  <a:pt x="7034" y="451"/>
                </a:lnTo>
                <a:lnTo>
                  <a:pt x="7034" y="451"/>
                </a:lnTo>
                <a:cubicBezTo>
                  <a:pt x="7009" y="478"/>
                  <a:pt x="6993" y="511"/>
                  <a:pt x="6985" y="546"/>
                </a:cubicBezTo>
                <a:cubicBezTo>
                  <a:pt x="6974" y="583"/>
                  <a:pt x="6970" y="624"/>
                  <a:pt x="6970" y="672"/>
                </a:cubicBezTo>
                <a:lnTo>
                  <a:pt x="6970" y="763"/>
                </a:lnTo>
                <a:lnTo>
                  <a:pt x="6870" y="763"/>
                </a:lnTo>
                <a:cubicBezTo>
                  <a:pt x="6835" y="763"/>
                  <a:pt x="6807" y="791"/>
                  <a:pt x="6807" y="825"/>
                </a:cubicBezTo>
                <a:cubicBezTo>
                  <a:pt x="6807" y="842"/>
                  <a:pt x="6814" y="860"/>
                  <a:pt x="6824" y="872"/>
                </a:cubicBezTo>
                <a:cubicBezTo>
                  <a:pt x="6836" y="885"/>
                  <a:pt x="6852" y="892"/>
                  <a:pt x="6870" y="894"/>
                </a:cubicBezTo>
                <a:lnTo>
                  <a:pt x="6970" y="894"/>
                </a:lnTo>
                <a:lnTo>
                  <a:pt x="6970" y="1634"/>
                </a:lnTo>
                <a:lnTo>
                  <a:pt x="6970" y="1636"/>
                </a:lnTo>
                <a:cubicBezTo>
                  <a:pt x="6970" y="1654"/>
                  <a:pt x="6977" y="1670"/>
                  <a:pt x="6990" y="1682"/>
                </a:cubicBezTo>
                <a:cubicBezTo>
                  <a:pt x="7002" y="1693"/>
                  <a:pt x="7018" y="1700"/>
                  <a:pt x="7036" y="1700"/>
                </a:cubicBezTo>
                <a:cubicBezTo>
                  <a:pt x="7069" y="1700"/>
                  <a:pt x="7097" y="1671"/>
                  <a:pt x="7097" y="1636"/>
                </a:cubicBezTo>
                <a:lnTo>
                  <a:pt x="7097" y="894"/>
                </a:lnTo>
                <a:lnTo>
                  <a:pt x="7205" y="894"/>
                </a:lnTo>
                <a:cubicBezTo>
                  <a:pt x="7222" y="892"/>
                  <a:pt x="7238" y="885"/>
                  <a:pt x="7251" y="874"/>
                </a:cubicBezTo>
                <a:cubicBezTo>
                  <a:pt x="7263" y="862"/>
                  <a:pt x="7270" y="846"/>
                  <a:pt x="7270" y="828"/>
                </a:cubicBezTo>
                <a:lnTo>
                  <a:pt x="7270" y="827"/>
                </a:lnTo>
                <a:cubicBezTo>
                  <a:pt x="7270" y="793"/>
                  <a:pt x="7242" y="765"/>
                  <a:pt x="7207" y="765"/>
                </a:cubicBezTo>
                <a:lnTo>
                  <a:pt x="7097" y="765"/>
                </a:lnTo>
                <a:lnTo>
                  <a:pt x="7097" y="673"/>
                </a:lnTo>
                <a:cubicBezTo>
                  <a:pt x="7097" y="633"/>
                  <a:pt x="7103" y="603"/>
                  <a:pt x="7108" y="582"/>
                </a:cubicBezTo>
                <a:cubicBezTo>
                  <a:pt x="7113" y="561"/>
                  <a:pt x="7122" y="546"/>
                  <a:pt x="7129" y="538"/>
                </a:cubicBezTo>
                <a:cubicBezTo>
                  <a:pt x="7136" y="531"/>
                  <a:pt x="7145" y="524"/>
                  <a:pt x="7161" y="518"/>
                </a:cubicBezTo>
                <a:cubicBezTo>
                  <a:pt x="7177" y="513"/>
                  <a:pt x="7196" y="509"/>
                  <a:pt x="7224" y="509"/>
                </a:cubicBezTo>
                <a:lnTo>
                  <a:pt x="7228" y="509"/>
                </a:lnTo>
                <a:cubicBezTo>
                  <a:pt x="7229" y="509"/>
                  <a:pt x="7231" y="509"/>
                  <a:pt x="7233" y="509"/>
                </a:cubicBezTo>
                <a:cubicBezTo>
                  <a:pt x="7235" y="509"/>
                  <a:pt x="7237" y="509"/>
                  <a:pt x="7238" y="509"/>
                </a:cubicBezTo>
                <a:lnTo>
                  <a:pt x="7247" y="509"/>
                </a:lnTo>
                <a:lnTo>
                  <a:pt x="7252" y="509"/>
                </a:lnTo>
                <a:cubicBezTo>
                  <a:pt x="7288" y="509"/>
                  <a:pt x="7318" y="481"/>
                  <a:pt x="7318" y="444"/>
                </a:cubicBezTo>
                <a:cubicBezTo>
                  <a:pt x="7314" y="409"/>
                  <a:pt x="7286" y="379"/>
                  <a:pt x="7251" y="379"/>
                </a:cubicBezTo>
                <a:close/>
                <a:moveTo>
                  <a:pt x="9482" y="862"/>
                </a:moveTo>
                <a:cubicBezTo>
                  <a:pt x="9494" y="850"/>
                  <a:pt x="9501" y="832"/>
                  <a:pt x="9501" y="816"/>
                </a:cubicBezTo>
                <a:cubicBezTo>
                  <a:pt x="9501" y="800"/>
                  <a:pt x="9494" y="784"/>
                  <a:pt x="9482" y="772"/>
                </a:cubicBez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cubicBezTo>
                  <a:pt x="9469" y="760"/>
                  <a:pt x="9454" y="753"/>
                  <a:pt x="9438" y="753"/>
                </a:cubicBezTo>
                <a:cubicBezTo>
                  <a:pt x="9423" y="753"/>
                  <a:pt x="9406" y="760"/>
                  <a:pt x="9393" y="772"/>
                </a:cubicBezTo>
                <a:lnTo>
                  <a:pt x="8895" y="1256"/>
                </a:lnTo>
                <a:lnTo>
                  <a:pt x="8895" y="441"/>
                </a:lnTo>
                <a:cubicBezTo>
                  <a:pt x="8895" y="405"/>
                  <a:pt x="8865" y="377"/>
                  <a:pt x="8830" y="377"/>
                </a:cubicBezTo>
                <a:cubicBezTo>
                  <a:pt x="8812" y="377"/>
                  <a:pt x="8796" y="384"/>
                  <a:pt x="8785" y="397"/>
                </a:cubicBezTo>
                <a:cubicBezTo>
                  <a:pt x="8775" y="407"/>
                  <a:pt x="8766" y="425"/>
                  <a:pt x="8766" y="441"/>
                </a:cubicBezTo>
                <a:lnTo>
                  <a:pt x="8766" y="1634"/>
                </a:lnTo>
                <a:cubicBezTo>
                  <a:pt x="8766" y="1652"/>
                  <a:pt x="8773" y="1668"/>
                  <a:pt x="8785" y="1679"/>
                </a:cubicBezTo>
                <a:cubicBezTo>
                  <a:pt x="8796" y="1689"/>
                  <a:pt x="8814" y="1698"/>
                  <a:pt x="8830" y="1698"/>
                </a:cubicBezTo>
                <a:cubicBezTo>
                  <a:pt x="8867" y="1698"/>
                  <a:pt x="8895" y="1670"/>
                  <a:pt x="8895" y="1634"/>
                </a:cubicBezTo>
                <a:lnTo>
                  <a:pt x="8895" y="1437"/>
                </a:lnTo>
                <a:lnTo>
                  <a:pt x="9057" y="1275"/>
                </a:lnTo>
                <a:lnTo>
                  <a:pt x="9388" y="1673"/>
                </a:lnTo>
                <a:cubicBezTo>
                  <a:pt x="9395" y="1682"/>
                  <a:pt x="9402" y="1690"/>
                  <a:pt x="9411" y="1693"/>
                </a:cubicBezTo>
                <a:cubicBezTo>
                  <a:pt x="9420" y="1697"/>
                  <a:pt x="9430" y="1698"/>
                  <a:pt x="9438" y="1698"/>
                </a:cubicBezTo>
                <a:cubicBezTo>
                  <a:pt x="9448" y="1698"/>
                  <a:pt x="9466" y="1696"/>
                  <a:pt x="9480" y="1684"/>
                </a:cubicBezTo>
                <a:lnTo>
                  <a:pt x="9480" y="1684"/>
                </a:lnTo>
                <a:lnTo>
                  <a:pt x="9480" y="1684"/>
                </a:lnTo>
                <a:cubicBezTo>
                  <a:pt x="9494" y="1671"/>
                  <a:pt x="9501" y="1654"/>
                  <a:pt x="9501" y="1636"/>
                </a:cubicBezTo>
                <a:cubicBezTo>
                  <a:pt x="9501" y="1622"/>
                  <a:pt x="9496" y="1606"/>
                  <a:pt x="9485" y="1594"/>
                </a:cubicBezTo>
                <a:lnTo>
                  <a:pt x="9485" y="1594"/>
                </a:lnTo>
                <a:lnTo>
                  <a:pt x="9149" y="1186"/>
                </a:lnTo>
                <a:lnTo>
                  <a:pt x="9482" y="862"/>
                </a:lnTo>
                <a:close/>
                <a:moveTo>
                  <a:pt x="8581" y="779"/>
                </a:moveTo>
                <a:cubicBezTo>
                  <a:pt x="8593" y="790"/>
                  <a:pt x="8600" y="807"/>
                  <a:pt x="8600" y="825"/>
                </a:cubicBezTo>
                <a:lnTo>
                  <a:pt x="8600" y="1633"/>
                </a:lnTo>
                <a:cubicBezTo>
                  <a:pt x="8600" y="1650"/>
                  <a:pt x="8593" y="1666"/>
                  <a:pt x="8581" y="1677"/>
                </a:cubicBezTo>
                <a:cubicBezTo>
                  <a:pt x="8569" y="1687"/>
                  <a:pt x="8553" y="1696"/>
                  <a:pt x="8537" y="1696"/>
                </a:cubicBezTo>
                <a:cubicBezTo>
                  <a:pt x="8519" y="1696"/>
                  <a:pt x="8504" y="1689"/>
                  <a:pt x="8493" y="1677"/>
                </a:cubicBezTo>
                <a:cubicBezTo>
                  <a:pt x="8481" y="1666"/>
                  <a:pt x="8474" y="1650"/>
                  <a:pt x="8474" y="1633"/>
                </a:cubicBezTo>
                <a:lnTo>
                  <a:pt x="8474" y="1553"/>
                </a:lnTo>
                <a:cubicBezTo>
                  <a:pt x="8394" y="1640"/>
                  <a:pt x="8281" y="1696"/>
                  <a:pt x="8156" y="1696"/>
                </a:cubicBezTo>
                <a:cubicBezTo>
                  <a:pt x="8033" y="1696"/>
                  <a:pt x="7920" y="1643"/>
                  <a:pt x="7841" y="1557"/>
                </a:cubicBezTo>
                <a:cubicBezTo>
                  <a:pt x="7760" y="1472"/>
                  <a:pt x="7712" y="1354"/>
                  <a:pt x="7712" y="1228"/>
                </a:cubicBezTo>
                <a:cubicBezTo>
                  <a:pt x="7712" y="1100"/>
                  <a:pt x="7762" y="983"/>
                  <a:pt x="7841" y="899"/>
                </a:cubicBezTo>
                <a:cubicBezTo>
                  <a:pt x="7920" y="814"/>
                  <a:pt x="8033" y="760"/>
                  <a:pt x="8156" y="760"/>
                </a:cubicBezTo>
                <a:cubicBezTo>
                  <a:pt x="8281" y="760"/>
                  <a:pt x="8394" y="814"/>
                  <a:pt x="8474" y="901"/>
                </a:cubicBezTo>
                <a:lnTo>
                  <a:pt x="8474" y="823"/>
                </a:lnTo>
                <a:cubicBezTo>
                  <a:pt x="8474" y="805"/>
                  <a:pt x="8481" y="790"/>
                  <a:pt x="8493" y="777"/>
                </a:cubicBezTo>
                <a:cubicBezTo>
                  <a:pt x="8505" y="767"/>
                  <a:pt x="8521" y="760"/>
                  <a:pt x="8537" y="760"/>
                </a:cubicBezTo>
                <a:cubicBezTo>
                  <a:pt x="8555" y="761"/>
                  <a:pt x="8570" y="768"/>
                  <a:pt x="8581" y="779"/>
                </a:cubicBezTo>
                <a:close/>
                <a:moveTo>
                  <a:pt x="8474" y="1230"/>
                </a:moveTo>
                <a:cubicBezTo>
                  <a:pt x="8474" y="1135"/>
                  <a:pt x="8437" y="1049"/>
                  <a:pt x="8380" y="987"/>
                </a:cubicBezTo>
                <a:cubicBezTo>
                  <a:pt x="8322" y="925"/>
                  <a:pt x="8243" y="888"/>
                  <a:pt x="8156" y="888"/>
                </a:cubicBezTo>
                <a:cubicBezTo>
                  <a:pt x="8070" y="888"/>
                  <a:pt x="7992" y="925"/>
                  <a:pt x="7933" y="987"/>
                </a:cubicBezTo>
                <a:cubicBezTo>
                  <a:pt x="7875" y="1049"/>
                  <a:pt x="7837" y="1135"/>
                  <a:pt x="7837" y="1230"/>
                </a:cubicBezTo>
                <a:cubicBezTo>
                  <a:pt x="7837" y="1324"/>
                  <a:pt x="7874" y="1411"/>
                  <a:pt x="7933" y="1472"/>
                </a:cubicBezTo>
                <a:cubicBezTo>
                  <a:pt x="7991" y="1534"/>
                  <a:pt x="8070" y="1571"/>
                  <a:pt x="8156" y="1571"/>
                </a:cubicBezTo>
                <a:cubicBezTo>
                  <a:pt x="8243" y="1571"/>
                  <a:pt x="8322" y="1534"/>
                  <a:pt x="8380" y="1472"/>
                </a:cubicBezTo>
                <a:cubicBezTo>
                  <a:pt x="8437" y="1409"/>
                  <a:pt x="8474" y="1324"/>
                  <a:pt x="8474" y="1230"/>
                </a:cubicBezTo>
                <a:close/>
                <a:moveTo>
                  <a:pt x="3348" y="1207"/>
                </a:moveTo>
                <a:cubicBezTo>
                  <a:pt x="3297" y="1183"/>
                  <a:pt x="3239" y="1165"/>
                  <a:pt x="3181" y="1146"/>
                </a:cubicBezTo>
                <a:cubicBezTo>
                  <a:pt x="3128" y="1128"/>
                  <a:pt x="3073" y="1112"/>
                  <a:pt x="3035" y="1091"/>
                </a:cubicBezTo>
                <a:cubicBezTo>
                  <a:pt x="3015" y="1080"/>
                  <a:pt x="2999" y="1070"/>
                  <a:pt x="2991" y="1057"/>
                </a:cubicBezTo>
                <a:cubicBezTo>
                  <a:pt x="2980" y="1045"/>
                  <a:pt x="2976" y="1033"/>
                  <a:pt x="2975" y="1015"/>
                </a:cubicBezTo>
                <a:cubicBezTo>
                  <a:pt x="2975" y="992"/>
                  <a:pt x="2982" y="973"/>
                  <a:pt x="2992" y="955"/>
                </a:cubicBezTo>
                <a:cubicBezTo>
                  <a:pt x="3010" y="931"/>
                  <a:pt x="3038" y="911"/>
                  <a:pt x="3072" y="899"/>
                </a:cubicBezTo>
                <a:cubicBezTo>
                  <a:pt x="3103" y="887"/>
                  <a:pt x="3137" y="879"/>
                  <a:pt x="3162" y="879"/>
                </a:cubicBezTo>
                <a:cubicBezTo>
                  <a:pt x="3234" y="879"/>
                  <a:pt x="3280" y="904"/>
                  <a:pt x="3315" y="929"/>
                </a:cubicBezTo>
                <a:cubicBezTo>
                  <a:pt x="3332" y="941"/>
                  <a:pt x="3347" y="954"/>
                  <a:pt x="3361" y="964"/>
                </a:cubicBezTo>
                <a:cubicBezTo>
                  <a:pt x="3368" y="969"/>
                  <a:pt x="3375" y="975"/>
                  <a:pt x="3382" y="978"/>
                </a:cubicBezTo>
                <a:cubicBezTo>
                  <a:pt x="3389" y="982"/>
                  <a:pt x="3398" y="985"/>
                  <a:pt x="3406" y="985"/>
                </a:cubicBezTo>
                <a:cubicBezTo>
                  <a:pt x="3412" y="985"/>
                  <a:pt x="3419" y="983"/>
                  <a:pt x="3424" y="982"/>
                </a:cubicBezTo>
                <a:cubicBezTo>
                  <a:pt x="3429" y="980"/>
                  <a:pt x="3435" y="976"/>
                  <a:pt x="3440" y="971"/>
                </a:cubicBezTo>
                <a:cubicBezTo>
                  <a:pt x="3445" y="968"/>
                  <a:pt x="3449" y="962"/>
                  <a:pt x="3452" y="955"/>
                </a:cubicBezTo>
                <a:cubicBezTo>
                  <a:pt x="3454" y="950"/>
                  <a:pt x="3456" y="943"/>
                  <a:pt x="3456" y="938"/>
                </a:cubicBezTo>
                <a:cubicBezTo>
                  <a:pt x="3456" y="927"/>
                  <a:pt x="3452" y="916"/>
                  <a:pt x="3447" y="906"/>
                </a:cubicBezTo>
                <a:cubicBezTo>
                  <a:pt x="3438" y="888"/>
                  <a:pt x="3422" y="872"/>
                  <a:pt x="3403" y="855"/>
                </a:cubicBezTo>
                <a:cubicBezTo>
                  <a:pt x="3375" y="830"/>
                  <a:pt x="3337" y="805"/>
                  <a:pt x="3297" y="788"/>
                </a:cubicBezTo>
                <a:cubicBezTo>
                  <a:pt x="3256" y="770"/>
                  <a:pt x="3214" y="758"/>
                  <a:pt x="3174" y="758"/>
                </a:cubicBezTo>
                <a:cubicBezTo>
                  <a:pt x="3079" y="758"/>
                  <a:pt x="3001" y="779"/>
                  <a:pt x="2943" y="820"/>
                </a:cubicBezTo>
                <a:cubicBezTo>
                  <a:pt x="2913" y="841"/>
                  <a:pt x="2887" y="864"/>
                  <a:pt x="2869" y="894"/>
                </a:cubicBezTo>
                <a:cubicBezTo>
                  <a:pt x="2850" y="925"/>
                  <a:pt x="2839" y="964"/>
                  <a:pt x="2839" y="1013"/>
                </a:cubicBezTo>
                <a:cubicBezTo>
                  <a:pt x="2839" y="1015"/>
                  <a:pt x="2839" y="1019"/>
                  <a:pt x="2839" y="1020"/>
                </a:cubicBezTo>
                <a:cubicBezTo>
                  <a:pt x="2839" y="1070"/>
                  <a:pt x="2855" y="1109"/>
                  <a:pt x="2880" y="1140"/>
                </a:cubicBezTo>
                <a:cubicBezTo>
                  <a:pt x="2917" y="1188"/>
                  <a:pt x="2973" y="1215"/>
                  <a:pt x="3028" y="1235"/>
                </a:cubicBezTo>
                <a:cubicBezTo>
                  <a:pt x="3082" y="1254"/>
                  <a:pt x="3137" y="1266"/>
                  <a:pt x="3170" y="1279"/>
                </a:cubicBezTo>
                <a:cubicBezTo>
                  <a:pt x="3218" y="1294"/>
                  <a:pt x="3271" y="1312"/>
                  <a:pt x="3308" y="1335"/>
                </a:cubicBezTo>
                <a:cubicBezTo>
                  <a:pt x="3327" y="1347"/>
                  <a:pt x="3341" y="1360"/>
                  <a:pt x="3352" y="1374"/>
                </a:cubicBezTo>
                <a:cubicBezTo>
                  <a:pt x="3362" y="1388"/>
                  <a:pt x="3368" y="1404"/>
                  <a:pt x="3368" y="1421"/>
                </a:cubicBezTo>
                <a:lnTo>
                  <a:pt x="3368" y="1423"/>
                </a:lnTo>
                <a:cubicBezTo>
                  <a:pt x="3368" y="1449"/>
                  <a:pt x="3359" y="1471"/>
                  <a:pt x="3347" y="1490"/>
                </a:cubicBezTo>
                <a:cubicBezTo>
                  <a:pt x="3327" y="1516"/>
                  <a:pt x="3294" y="1538"/>
                  <a:pt x="3258" y="1550"/>
                </a:cubicBezTo>
                <a:cubicBezTo>
                  <a:pt x="3223" y="1562"/>
                  <a:pt x="3188" y="1568"/>
                  <a:pt x="3163" y="1568"/>
                </a:cubicBezTo>
                <a:cubicBezTo>
                  <a:pt x="3080" y="1568"/>
                  <a:pt x="3026" y="1548"/>
                  <a:pt x="2985" y="1527"/>
                </a:cubicBezTo>
                <a:cubicBezTo>
                  <a:pt x="2966" y="1516"/>
                  <a:pt x="2948" y="1508"/>
                  <a:pt x="2934" y="1499"/>
                </a:cubicBezTo>
                <a:cubicBezTo>
                  <a:pt x="2927" y="1495"/>
                  <a:pt x="2920" y="1492"/>
                  <a:pt x="2913" y="1488"/>
                </a:cubicBezTo>
                <a:cubicBezTo>
                  <a:pt x="2906" y="1485"/>
                  <a:pt x="2899" y="1483"/>
                  <a:pt x="2890" y="1483"/>
                </a:cubicBezTo>
                <a:cubicBezTo>
                  <a:pt x="2885" y="1483"/>
                  <a:pt x="2880" y="1483"/>
                  <a:pt x="2874" y="1486"/>
                </a:cubicBezTo>
                <a:cubicBezTo>
                  <a:pt x="2869" y="1488"/>
                  <a:pt x="2864" y="1492"/>
                  <a:pt x="2860" y="1495"/>
                </a:cubicBezTo>
                <a:cubicBezTo>
                  <a:pt x="2855" y="1501"/>
                  <a:pt x="2850" y="1506"/>
                  <a:pt x="2846" y="1513"/>
                </a:cubicBezTo>
                <a:cubicBezTo>
                  <a:pt x="2843" y="1520"/>
                  <a:pt x="2841" y="1527"/>
                  <a:pt x="2841" y="1534"/>
                </a:cubicBezTo>
                <a:cubicBezTo>
                  <a:pt x="2841" y="1546"/>
                  <a:pt x="2846" y="1559"/>
                  <a:pt x="2851" y="1568"/>
                </a:cubicBezTo>
                <a:cubicBezTo>
                  <a:pt x="2862" y="1582"/>
                  <a:pt x="2878" y="1596"/>
                  <a:pt x="2895" y="1610"/>
                </a:cubicBezTo>
                <a:cubicBezTo>
                  <a:pt x="2915" y="1622"/>
                  <a:pt x="2938" y="1636"/>
                  <a:pt x="2966" y="1649"/>
                </a:cubicBezTo>
                <a:cubicBezTo>
                  <a:pt x="3026" y="1677"/>
                  <a:pt x="3103" y="1691"/>
                  <a:pt x="3162" y="1693"/>
                </a:cubicBezTo>
                <a:lnTo>
                  <a:pt x="3162" y="1693"/>
                </a:lnTo>
                <a:cubicBezTo>
                  <a:pt x="3253" y="1693"/>
                  <a:pt x="3331" y="1671"/>
                  <a:pt x="3398" y="1622"/>
                </a:cubicBezTo>
                <a:lnTo>
                  <a:pt x="3398" y="1622"/>
                </a:lnTo>
                <a:lnTo>
                  <a:pt x="3398" y="1622"/>
                </a:lnTo>
                <a:cubicBezTo>
                  <a:pt x="3463" y="1573"/>
                  <a:pt x="3503" y="1501"/>
                  <a:pt x="3503" y="1419"/>
                </a:cubicBezTo>
                <a:cubicBezTo>
                  <a:pt x="3503" y="1375"/>
                  <a:pt x="3493" y="1337"/>
                  <a:pt x="3475" y="1305"/>
                </a:cubicBezTo>
                <a:cubicBezTo>
                  <a:pt x="3445" y="1261"/>
                  <a:pt x="3399" y="1232"/>
                  <a:pt x="3348" y="1207"/>
                </a:cubicBezTo>
                <a:close/>
                <a:moveTo>
                  <a:pt x="7513" y="377"/>
                </a:moveTo>
                <a:cubicBezTo>
                  <a:pt x="7496" y="377"/>
                  <a:pt x="7480" y="384"/>
                  <a:pt x="7469" y="397"/>
                </a:cubicBezTo>
                <a:cubicBezTo>
                  <a:pt x="7457" y="407"/>
                  <a:pt x="7450" y="425"/>
                  <a:pt x="7450" y="441"/>
                </a:cubicBezTo>
                <a:lnTo>
                  <a:pt x="7450" y="1634"/>
                </a:lnTo>
                <a:cubicBezTo>
                  <a:pt x="7450" y="1652"/>
                  <a:pt x="7457" y="1668"/>
                  <a:pt x="7469" y="1679"/>
                </a:cubicBezTo>
                <a:cubicBezTo>
                  <a:pt x="7481" y="1689"/>
                  <a:pt x="7497" y="1698"/>
                  <a:pt x="7513" y="1698"/>
                </a:cubicBezTo>
                <a:cubicBezTo>
                  <a:pt x="7550" y="1698"/>
                  <a:pt x="7578" y="1670"/>
                  <a:pt x="7578" y="1634"/>
                </a:cubicBezTo>
                <a:lnTo>
                  <a:pt x="7578" y="441"/>
                </a:lnTo>
                <a:cubicBezTo>
                  <a:pt x="7578" y="405"/>
                  <a:pt x="7548" y="377"/>
                  <a:pt x="7513" y="377"/>
                </a:cubicBezTo>
                <a:close/>
                <a:moveTo>
                  <a:pt x="10445" y="1200"/>
                </a:moveTo>
                <a:lnTo>
                  <a:pt x="10445" y="1207"/>
                </a:lnTo>
                <a:cubicBezTo>
                  <a:pt x="10445" y="1225"/>
                  <a:pt x="10438" y="1241"/>
                  <a:pt x="10426" y="1250"/>
                </a:cubicBezTo>
                <a:cubicBezTo>
                  <a:pt x="10414" y="1261"/>
                  <a:pt x="10398" y="1266"/>
                  <a:pt x="10382" y="1266"/>
                </a:cubicBezTo>
                <a:lnTo>
                  <a:pt x="9667" y="1266"/>
                </a:lnTo>
                <a:cubicBezTo>
                  <a:pt x="9684" y="1441"/>
                  <a:pt x="9823" y="1569"/>
                  <a:pt x="9991" y="1571"/>
                </a:cubicBezTo>
                <a:lnTo>
                  <a:pt x="10033" y="1571"/>
                </a:lnTo>
                <a:cubicBezTo>
                  <a:pt x="10088" y="1571"/>
                  <a:pt x="10142" y="1552"/>
                  <a:pt x="10188" y="1520"/>
                </a:cubicBezTo>
                <a:cubicBezTo>
                  <a:pt x="10236" y="1488"/>
                  <a:pt x="10276" y="1446"/>
                  <a:pt x="10305" y="1397"/>
                </a:cubicBezTo>
                <a:cubicBezTo>
                  <a:pt x="10310" y="1386"/>
                  <a:pt x="10319" y="1380"/>
                  <a:pt x="10327" y="1374"/>
                </a:cubicBezTo>
                <a:cubicBezTo>
                  <a:pt x="10336" y="1369"/>
                  <a:pt x="10347" y="1367"/>
                  <a:pt x="10357" y="1367"/>
                </a:cubicBezTo>
                <a:cubicBezTo>
                  <a:pt x="10368" y="1367"/>
                  <a:pt x="10380" y="1370"/>
                  <a:pt x="10389" y="1375"/>
                </a:cubicBezTo>
                <a:lnTo>
                  <a:pt x="10389" y="1375"/>
                </a:lnTo>
                <a:lnTo>
                  <a:pt x="10389" y="1375"/>
                </a:lnTo>
                <a:cubicBezTo>
                  <a:pt x="10407" y="1388"/>
                  <a:pt x="10419" y="1409"/>
                  <a:pt x="10419" y="1430"/>
                </a:cubicBezTo>
                <a:cubicBezTo>
                  <a:pt x="10419" y="1441"/>
                  <a:pt x="10416" y="1453"/>
                  <a:pt x="10410" y="1464"/>
                </a:cubicBezTo>
                <a:lnTo>
                  <a:pt x="10410" y="1464"/>
                </a:lnTo>
                <a:lnTo>
                  <a:pt x="10410" y="1464"/>
                </a:lnTo>
                <a:cubicBezTo>
                  <a:pt x="10370" y="1527"/>
                  <a:pt x="10315" y="1585"/>
                  <a:pt x="10252" y="1627"/>
                </a:cubicBezTo>
                <a:cubicBezTo>
                  <a:pt x="10186" y="1670"/>
                  <a:pt x="10112" y="1696"/>
                  <a:pt x="10031" y="1696"/>
                </a:cubicBezTo>
                <a:lnTo>
                  <a:pt x="9989" y="1696"/>
                </a:lnTo>
                <a:cubicBezTo>
                  <a:pt x="9864" y="1696"/>
                  <a:pt x="9749" y="1642"/>
                  <a:pt x="9668" y="1557"/>
                </a:cubicBezTo>
                <a:cubicBezTo>
                  <a:pt x="9587" y="1472"/>
                  <a:pt x="9536" y="1356"/>
                  <a:pt x="9536" y="1230"/>
                </a:cubicBezTo>
                <a:cubicBezTo>
                  <a:pt x="9536" y="1100"/>
                  <a:pt x="9587" y="983"/>
                  <a:pt x="9668" y="897"/>
                </a:cubicBezTo>
                <a:cubicBezTo>
                  <a:pt x="9751" y="813"/>
                  <a:pt x="9864" y="760"/>
                  <a:pt x="9991" y="760"/>
                </a:cubicBezTo>
                <a:cubicBezTo>
                  <a:pt x="10112" y="760"/>
                  <a:pt x="10220" y="807"/>
                  <a:pt x="10301" y="887"/>
                </a:cubicBezTo>
                <a:cubicBezTo>
                  <a:pt x="10382" y="966"/>
                  <a:pt x="10435" y="1075"/>
                  <a:pt x="10445" y="1200"/>
                </a:cubicBezTo>
                <a:close/>
                <a:moveTo>
                  <a:pt x="10305" y="1139"/>
                </a:moveTo>
                <a:cubicBezTo>
                  <a:pt x="10268" y="992"/>
                  <a:pt x="10139" y="887"/>
                  <a:pt x="9993" y="887"/>
                </a:cubicBezTo>
                <a:cubicBezTo>
                  <a:pt x="9841" y="887"/>
                  <a:pt x="9714" y="989"/>
                  <a:pt x="9675" y="1139"/>
                </a:cubicBezTo>
                <a:lnTo>
                  <a:pt x="10305" y="1139"/>
                </a:lnTo>
                <a:close/>
                <a:moveTo>
                  <a:pt x="4027" y="763"/>
                </a:moveTo>
                <a:cubicBezTo>
                  <a:pt x="3926" y="763"/>
                  <a:pt x="3836" y="802"/>
                  <a:pt x="3768" y="864"/>
                </a:cubicBezTo>
                <a:lnTo>
                  <a:pt x="3768" y="827"/>
                </a:lnTo>
                <a:cubicBezTo>
                  <a:pt x="3768" y="809"/>
                  <a:pt x="3761" y="793"/>
                  <a:pt x="3750" y="783"/>
                </a:cubicBezTo>
                <a:cubicBezTo>
                  <a:pt x="3740" y="770"/>
                  <a:pt x="3724" y="763"/>
                  <a:pt x="3706" y="763"/>
                </a:cubicBezTo>
                <a:cubicBezTo>
                  <a:pt x="3688" y="763"/>
                  <a:pt x="3670" y="770"/>
                  <a:pt x="3660" y="783"/>
                </a:cubicBezTo>
                <a:cubicBezTo>
                  <a:pt x="3649" y="795"/>
                  <a:pt x="3643" y="811"/>
                  <a:pt x="3643" y="827"/>
                </a:cubicBezTo>
                <a:lnTo>
                  <a:pt x="3643" y="1652"/>
                </a:lnTo>
                <a:lnTo>
                  <a:pt x="3644" y="1654"/>
                </a:lnTo>
                <a:lnTo>
                  <a:pt x="3644" y="1654"/>
                </a:lnTo>
                <a:cubicBezTo>
                  <a:pt x="3644" y="1657"/>
                  <a:pt x="3646" y="1659"/>
                  <a:pt x="3648" y="1663"/>
                </a:cubicBezTo>
                <a:cubicBezTo>
                  <a:pt x="3657" y="1679"/>
                  <a:pt x="3671" y="1689"/>
                  <a:pt x="3688" y="1694"/>
                </a:cubicBezTo>
                <a:lnTo>
                  <a:pt x="3690" y="1694"/>
                </a:lnTo>
                <a:lnTo>
                  <a:pt x="3704" y="1694"/>
                </a:lnTo>
                <a:cubicBezTo>
                  <a:pt x="3713" y="1694"/>
                  <a:pt x="3722" y="1693"/>
                  <a:pt x="3731" y="1689"/>
                </a:cubicBezTo>
                <a:cubicBezTo>
                  <a:pt x="3738" y="1686"/>
                  <a:pt x="3745" y="1680"/>
                  <a:pt x="3750" y="1673"/>
                </a:cubicBezTo>
                <a:lnTo>
                  <a:pt x="3750" y="1673"/>
                </a:lnTo>
                <a:cubicBezTo>
                  <a:pt x="3750" y="1673"/>
                  <a:pt x="3750" y="1671"/>
                  <a:pt x="3752" y="1671"/>
                </a:cubicBezTo>
                <a:lnTo>
                  <a:pt x="3752" y="1671"/>
                </a:lnTo>
                <a:cubicBezTo>
                  <a:pt x="3755" y="1668"/>
                  <a:pt x="3759" y="1663"/>
                  <a:pt x="3761" y="1659"/>
                </a:cubicBezTo>
                <a:cubicBezTo>
                  <a:pt x="3762" y="1654"/>
                  <a:pt x="3764" y="1650"/>
                  <a:pt x="3764" y="1645"/>
                </a:cubicBezTo>
                <a:lnTo>
                  <a:pt x="3764" y="1643"/>
                </a:lnTo>
                <a:lnTo>
                  <a:pt x="3764" y="1147"/>
                </a:lnTo>
                <a:cubicBezTo>
                  <a:pt x="3766" y="1077"/>
                  <a:pt x="3796" y="1012"/>
                  <a:pt x="3842" y="966"/>
                </a:cubicBezTo>
                <a:cubicBezTo>
                  <a:pt x="3888" y="920"/>
                  <a:pt x="3953" y="890"/>
                  <a:pt x="4023" y="890"/>
                </a:cubicBezTo>
                <a:cubicBezTo>
                  <a:pt x="4095" y="890"/>
                  <a:pt x="4159" y="918"/>
                  <a:pt x="4205" y="966"/>
                </a:cubicBezTo>
                <a:cubicBezTo>
                  <a:pt x="4251" y="1012"/>
                  <a:pt x="4279" y="1077"/>
                  <a:pt x="4279" y="1147"/>
                </a:cubicBezTo>
                <a:lnTo>
                  <a:pt x="4279" y="1634"/>
                </a:lnTo>
                <a:cubicBezTo>
                  <a:pt x="4279" y="1652"/>
                  <a:pt x="4286" y="1668"/>
                  <a:pt x="4298" y="1680"/>
                </a:cubicBezTo>
                <a:cubicBezTo>
                  <a:pt x="4310" y="1691"/>
                  <a:pt x="4326" y="1698"/>
                  <a:pt x="4342" y="1698"/>
                </a:cubicBezTo>
                <a:cubicBezTo>
                  <a:pt x="4360" y="1698"/>
                  <a:pt x="4376" y="1691"/>
                  <a:pt x="4386" y="1680"/>
                </a:cubicBezTo>
                <a:cubicBezTo>
                  <a:pt x="4399" y="1670"/>
                  <a:pt x="4406" y="1652"/>
                  <a:pt x="4406" y="1634"/>
                </a:cubicBezTo>
                <a:lnTo>
                  <a:pt x="4406" y="1147"/>
                </a:lnTo>
                <a:cubicBezTo>
                  <a:pt x="4413" y="936"/>
                  <a:pt x="4240" y="763"/>
                  <a:pt x="4027" y="763"/>
                </a:cubicBezTo>
                <a:close/>
                <a:moveTo>
                  <a:pt x="5294" y="901"/>
                </a:moveTo>
                <a:cubicBezTo>
                  <a:pt x="5375" y="985"/>
                  <a:pt x="5421" y="1103"/>
                  <a:pt x="5423" y="1230"/>
                </a:cubicBezTo>
                <a:cubicBezTo>
                  <a:pt x="5423" y="1356"/>
                  <a:pt x="5375" y="1472"/>
                  <a:pt x="5294" y="1559"/>
                </a:cubicBezTo>
                <a:cubicBezTo>
                  <a:pt x="5214" y="1643"/>
                  <a:pt x="5101" y="1698"/>
                  <a:pt x="4978" y="1698"/>
                </a:cubicBezTo>
                <a:cubicBezTo>
                  <a:pt x="4854" y="1698"/>
                  <a:pt x="4744" y="1644"/>
                  <a:pt x="4663" y="1559"/>
                </a:cubicBezTo>
                <a:cubicBezTo>
                  <a:pt x="4582" y="1475"/>
                  <a:pt x="4533" y="1356"/>
                  <a:pt x="4533" y="1230"/>
                </a:cubicBezTo>
                <a:cubicBezTo>
                  <a:pt x="4533" y="1103"/>
                  <a:pt x="4582" y="987"/>
                  <a:pt x="4663" y="901"/>
                </a:cubicBezTo>
                <a:cubicBezTo>
                  <a:pt x="4742" y="816"/>
                  <a:pt x="4855" y="761"/>
                  <a:pt x="4978" y="761"/>
                </a:cubicBezTo>
                <a:cubicBezTo>
                  <a:pt x="5103" y="761"/>
                  <a:pt x="5214" y="816"/>
                  <a:pt x="5294" y="901"/>
                </a:cubicBezTo>
                <a:close/>
                <a:moveTo>
                  <a:pt x="5296" y="1230"/>
                </a:moveTo>
                <a:cubicBezTo>
                  <a:pt x="5296" y="1135"/>
                  <a:pt x="5258" y="1049"/>
                  <a:pt x="5200" y="987"/>
                </a:cubicBezTo>
                <a:cubicBezTo>
                  <a:pt x="5141" y="925"/>
                  <a:pt x="5063" y="887"/>
                  <a:pt x="4978" y="887"/>
                </a:cubicBezTo>
                <a:cubicBezTo>
                  <a:pt x="4892" y="887"/>
                  <a:pt x="4813" y="925"/>
                  <a:pt x="4755" y="987"/>
                </a:cubicBezTo>
                <a:cubicBezTo>
                  <a:pt x="4696" y="1049"/>
                  <a:pt x="4659" y="1135"/>
                  <a:pt x="4659" y="1230"/>
                </a:cubicBezTo>
                <a:cubicBezTo>
                  <a:pt x="4659" y="1324"/>
                  <a:pt x="4696" y="1410"/>
                  <a:pt x="4755" y="1471"/>
                </a:cubicBezTo>
                <a:cubicBezTo>
                  <a:pt x="4813" y="1533"/>
                  <a:pt x="4892" y="1569"/>
                  <a:pt x="4978" y="1569"/>
                </a:cubicBezTo>
                <a:cubicBezTo>
                  <a:pt x="5065" y="1569"/>
                  <a:pt x="5144" y="1532"/>
                  <a:pt x="5200" y="1471"/>
                </a:cubicBezTo>
                <a:cubicBezTo>
                  <a:pt x="5259" y="1409"/>
                  <a:pt x="5296" y="1324"/>
                  <a:pt x="5296" y="1230"/>
                </a:cubicBezTo>
                <a:close/>
                <a:moveTo>
                  <a:pt x="6671" y="768"/>
                </a:moveTo>
                <a:lnTo>
                  <a:pt x="6671" y="768"/>
                </a:lnTo>
                <a:cubicBezTo>
                  <a:pt x="6669" y="768"/>
                  <a:pt x="6669" y="768"/>
                  <a:pt x="6671" y="768"/>
                </a:cubicBezTo>
                <a:cubicBezTo>
                  <a:pt x="6662" y="765"/>
                  <a:pt x="6655" y="763"/>
                  <a:pt x="6648" y="763"/>
                </a:cubicBezTo>
                <a:cubicBezTo>
                  <a:pt x="6636" y="763"/>
                  <a:pt x="6624" y="767"/>
                  <a:pt x="6613" y="774"/>
                </a:cubicBezTo>
                <a:cubicBezTo>
                  <a:pt x="6603" y="781"/>
                  <a:pt x="6593" y="790"/>
                  <a:pt x="6588" y="802"/>
                </a:cubicBezTo>
                <a:lnTo>
                  <a:pt x="6588" y="802"/>
                </a:lnTo>
                <a:lnTo>
                  <a:pt x="6345" y="1467"/>
                </a:lnTo>
                <a:lnTo>
                  <a:pt x="6158" y="1022"/>
                </a:lnTo>
                <a:lnTo>
                  <a:pt x="6158" y="1022"/>
                </a:lnTo>
                <a:cubicBezTo>
                  <a:pt x="6153" y="1010"/>
                  <a:pt x="6144" y="999"/>
                  <a:pt x="6133" y="994"/>
                </a:cubicBezTo>
                <a:cubicBezTo>
                  <a:pt x="6123" y="987"/>
                  <a:pt x="6110" y="983"/>
                  <a:pt x="6096" y="983"/>
                </a:cubicBezTo>
                <a:cubicBezTo>
                  <a:pt x="6084" y="983"/>
                  <a:pt x="6072" y="987"/>
                  <a:pt x="6061" y="994"/>
                </a:cubicBezTo>
                <a:cubicBezTo>
                  <a:pt x="6051" y="1001"/>
                  <a:pt x="6042" y="1010"/>
                  <a:pt x="6036" y="1022"/>
                </a:cubicBezTo>
                <a:lnTo>
                  <a:pt x="6036" y="1022"/>
                </a:lnTo>
                <a:lnTo>
                  <a:pt x="5848" y="1467"/>
                </a:lnTo>
                <a:lnTo>
                  <a:pt x="5603" y="802"/>
                </a:lnTo>
                <a:lnTo>
                  <a:pt x="5603" y="802"/>
                </a:lnTo>
                <a:cubicBezTo>
                  <a:pt x="5599" y="790"/>
                  <a:pt x="5591" y="779"/>
                  <a:pt x="5580" y="772"/>
                </a:cubicBezTo>
                <a:cubicBezTo>
                  <a:pt x="5569" y="765"/>
                  <a:pt x="5557" y="761"/>
                  <a:pt x="5545" y="761"/>
                </a:cubicBezTo>
                <a:cubicBezTo>
                  <a:pt x="5536" y="761"/>
                  <a:pt x="5529" y="763"/>
                  <a:pt x="5520" y="767"/>
                </a:cubicBezTo>
                <a:lnTo>
                  <a:pt x="5520" y="767"/>
                </a:lnTo>
                <a:lnTo>
                  <a:pt x="5520" y="767"/>
                </a:lnTo>
                <a:cubicBezTo>
                  <a:pt x="5497" y="777"/>
                  <a:pt x="5483" y="800"/>
                  <a:pt x="5483" y="825"/>
                </a:cubicBezTo>
                <a:cubicBezTo>
                  <a:pt x="5483" y="832"/>
                  <a:pt x="5485" y="841"/>
                  <a:pt x="5488" y="848"/>
                </a:cubicBezTo>
                <a:lnTo>
                  <a:pt x="5488" y="848"/>
                </a:lnTo>
                <a:lnTo>
                  <a:pt x="5790" y="1654"/>
                </a:lnTo>
                <a:lnTo>
                  <a:pt x="5790" y="1654"/>
                </a:lnTo>
                <a:cubicBezTo>
                  <a:pt x="5791" y="1659"/>
                  <a:pt x="5795" y="1666"/>
                  <a:pt x="5800" y="1671"/>
                </a:cubicBezTo>
                <a:cubicBezTo>
                  <a:pt x="5804" y="1675"/>
                  <a:pt x="5809" y="1679"/>
                  <a:pt x="5814" y="1682"/>
                </a:cubicBezTo>
                <a:cubicBezTo>
                  <a:pt x="5816" y="1684"/>
                  <a:pt x="5816" y="1684"/>
                  <a:pt x="5820" y="1686"/>
                </a:cubicBezTo>
                <a:cubicBezTo>
                  <a:pt x="5821" y="1687"/>
                  <a:pt x="5825" y="1687"/>
                  <a:pt x="5829" y="1689"/>
                </a:cubicBezTo>
                <a:cubicBezTo>
                  <a:pt x="5834" y="1691"/>
                  <a:pt x="5841" y="1693"/>
                  <a:pt x="5850" y="1693"/>
                </a:cubicBezTo>
                <a:cubicBezTo>
                  <a:pt x="5862" y="1693"/>
                  <a:pt x="5873" y="1689"/>
                  <a:pt x="5883" y="1682"/>
                </a:cubicBezTo>
                <a:cubicBezTo>
                  <a:pt x="5892" y="1675"/>
                  <a:pt x="5901" y="1666"/>
                  <a:pt x="5906" y="1654"/>
                </a:cubicBezTo>
                <a:lnTo>
                  <a:pt x="5906" y="1654"/>
                </a:lnTo>
                <a:lnTo>
                  <a:pt x="6096" y="1200"/>
                </a:lnTo>
                <a:lnTo>
                  <a:pt x="6287" y="1652"/>
                </a:lnTo>
                <a:lnTo>
                  <a:pt x="6287" y="1652"/>
                </a:lnTo>
                <a:cubicBezTo>
                  <a:pt x="6290" y="1664"/>
                  <a:pt x="6299" y="1673"/>
                  <a:pt x="6308" y="1680"/>
                </a:cubicBezTo>
                <a:cubicBezTo>
                  <a:pt x="6317" y="1687"/>
                  <a:pt x="6327" y="1693"/>
                  <a:pt x="6340" y="1693"/>
                </a:cubicBezTo>
                <a:lnTo>
                  <a:pt x="6348" y="1693"/>
                </a:lnTo>
                <a:cubicBezTo>
                  <a:pt x="6355" y="1693"/>
                  <a:pt x="6364" y="1691"/>
                  <a:pt x="6370" y="1689"/>
                </a:cubicBezTo>
                <a:cubicBezTo>
                  <a:pt x="6377" y="1687"/>
                  <a:pt x="6382" y="1684"/>
                  <a:pt x="6385" y="1680"/>
                </a:cubicBezTo>
                <a:cubicBezTo>
                  <a:pt x="6396" y="1673"/>
                  <a:pt x="6403" y="1661"/>
                  <a:pt x="6408" y="1650"/>
                </a:cubicBezTo>
                <a:lnTo>
                  <a:pt x="6408" y="1650"/>
                </a:lnTo>
                <a:lnTo>
                  <a:pt x="6708" y="848"/>
                </a:lnTo>
                <a:cubicBezTo>
                  <a:pt x="6711" y="841"/>
                  <a:pt x="6713" y="832"/>
                  <a:pt x="6713" y="825"/>
                </a:cubicBezTo>
                <a:cubicBezTo>
                  <a:pt x="6708" y="802"/>
                  <a:pt x="6694" y="779"/>
                  <a:pt x="6671" y="768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13"/>
              <a:buFont typeface="Arial"/>
              <a:buNone/>
            </a:pPr>
            <a:r>
              <a:t/>
            </a:r>
            <a:endParaRPr b="0" i="0" sz="1013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28" name="Google Shape;328;p81"/>
          <p:cNvSpPr txBox="1"/>
          <p:nvPr>
            <p:ph idx="1" type="body"/>
          </p:nvPr>
        </p:nvSpPr>
        <p:spPr>
          <a:xfrm>
            <a:off x="365750" y="1886350"/>
            <a:ext cx="7484400" cy="13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b="1" sz="5200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indent="-3429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indent="-3429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indent="-3429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indent="-3429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indent="-3429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indent="-342900" lvl="8" marL="4114800" algn="l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29" name="Google Shape;329;p81"/>
          <p:cNvSpPr/>
          <p:nvPr/>
        </p:nvSpPr>
        <p:spPr>
          <a:xfrm>
            <a:off x="457202" y="4864608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0" name="Google Shape;330;p81"/>
          <p:cNvSpPr/>
          <p:nvPr/>
        </p:nvSpPr>
        <p:spPr>
          <a:xfrm>
            <a:off x="5917776" y="1776875"/>
            <a:ext cx="4395610" cy="4179094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>
              <a:alpha val="11764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6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peaker Bio 2">
  <p:cSld name="Summit22 - Divider1_1_1_1_1_1_2">
    <p:bg>
      <p:bgPr>
        <a:solidFill>
          <a:schemeClr val="lt1"/>
        </a:solidFill>
      </p:bgPr>
    </p:bg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2" name="Google Shape;332;p8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7279" y="-9750"/>
            <a:ext cx="9178665" cy="5162999"/>
          </a:xfrm>
          <a:prstGeom prst="rect">
            <a:avLst/>
          </a:prstGeom>
          <a:noFill/>
          <a:ln>
            <a:noFill/>
          </a:ln>
        </p:spPr>
      </p:pic>
      <p:sp>
        <p:nvSpPr>
          <p:cNvPr id="333" name="Google Shape;333;p84"/>
          <p:cNvSpPr/>
          <p:nvPr/>
        </p:nvSpPr>
        <p:spPr>
          <a:xfrm>
            <a:off x="345195" y="4878329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4" name="Google Shape;334;p84"/>
          <p:cNvSpPr/>
          <p:nvPr/>
        </p:nvSpPr>
        <p:spPr>
          <a:xfrm>
            <a:off x="557784" y="4898914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5" name="Google Shape;335;p84"/>
          <p:cNvSpPr txBox="1"/>
          <p:nvPr/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36" name="Google Shape;336;p84"/>
          <p:cNvSpPr/>
          <p:nvPr>
            <p:ph idx="2" type="pic"/>
          </p:nvPr>
        </p:nvSpPr>
        <p:spPr>
          <a:xfrm>
            <a:off x="480450" y="523875"/>
            <a:ext cx="3262200" cy="4029300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337" name="Google Shape;337;p84"/>
          <p:cNvSpPr txBox="1"/>
          <p:nvPr>
            <p:ph idx="1" type="body"/>
          </p:nvPr>
        </p:nvSpPr>
        <p:spPr>
          <a:xfrm>
            <a:off x="4027950" y="1021491"/>
            <a:ext cx="39552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810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b="1" sz="2400">
                <a:solidFill>
                  <a:schemeClr val="lt1"/>
                </a:solidFill>
              </a:defRPr>
            </a:lvl1pPr>
            <a:lvl2pPr indent="-3810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2pPr>
            <a:lvl3pPr indent="-3810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3pPr>
            <a:lvl4pPr indent="-3810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4pPr>
            <a:lvl5pPr indent="-3810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5pPr>
            <a:lvl6pPr indent="-3810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6pPr>
            <a:lvl7pPr indent="-3810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7pPr>
            <a:lvl8pPr indent="-3810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8pPr>
            <a:lvl9pPr indent="-3810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338" name="Google Shape;338;p84"/>
          <p:cNvSpPr txBox="1"/>
          <p:nvPr>
            <p:ph idx="3" type="body"/>
          </p:nvPr>
        </p:nvSpPr>
        <p:spPr>
          <a:xfrm>
            <a:off x="4027950" y="1830025"/>
            <a:ext cx="4146300" cy="29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339" name="Google Shape;339;p84"/>
          <p:cNvSpPr txBox="1"/>
          <p:nvPr>
            <p:ph idx="12" type="sldNum"/>
          </p:nvPr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ummit22 - Divider Slide 2">
  <p:cSld name="Summit22 - Title 1_2_1">
    <p:bg>
      <p:bgPr>
        <a:solidFill>
          <a:schemeClr val="lt1"/>
        </a:solidFill>
      </p:bgPr>
    </p:bg>
    <p:spTree>
      <p:nvGrpSpPr>
        <p:cNvPr id="340" name="Shape 3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1" name="Google Shape;341;p85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342" name="Google Shape;342;p85"/>
          <p:cNvSpPr txBox="1"/>
          <p:nvPr>
            <p:ph idx="1" type="body"/>
          </p:nvPr>
        </p:nvSpPr>
        <p:spPr>
          <a:xfrm>
            <a:off x="648546" y="2824478"/>
            <a:ext cx="78639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None/>
              <a:defRPr b="1" sz="27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3" name="Google Shape;343;p85"/>
          <p:cNvSpPr txBox="1"/>
          <p:nvPr>
            <p:ph idx="2" type="body"/>
          </p:nvPr>
        </p:nvSpPr>
        <p:spPr>
          <a:xfrm>
            <a:off x="645160" y="3655727"/>
            <a:ext cx="78705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None/>
              <a:defRPr b="1" sz="11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44" name="Google Shape;344;p85"/>
          <p:cNvSpPr/>
          <p:nvPr/>
        </p:nvSpPr>
        <p:spPr>
          <a:xfrm>
            <a:off x="345195" y="4878329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5" name="Google Shape;345;p85"/>
          <p:cNvSpPr/>
          <p:nvPr/>
        </p:nvSpPr>
        <p:spPr>
          <a:xfrm>
            <a:off x="557784" y="4898914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46" name="Google Shape;346;p85"/>
          <p:cNvSpPr txBox="1"/>
          <p:nvPr/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6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plit Layout">
  <p:cSld name="Split Layout">
    <p:spTree>
      <p:nvGrpSpPr>
        <p:cNvPr id="347" name="Shape 3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48" name="Google Shape;348;p8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7279" y="-9750"/>
            <a:ext cx="9178665" cy="5162999"/>
          </a:xfrm>
          <a:prstGeom prst="rect">
            <a:avLst/>
          </a:prstGeom>
          <a:noFill/>
          <a:ln>
            <a:noFill/>
          </a:ln>
        </p:spPr>
      </p:pic>
      <p:sp>
        <p:nvSpPr>
          <p:cNvPr id="349" name="Google Shape;349;p86"/>
          <p:cNvSpPr txBox="1"/>
          <p:nvPr>
            <p:ph idx="1" type="body"/>
          </p:nvPr>
        </p:nvSpPr>
        <p:spPr>
          <a:xfrm>
            <a:off x="4819651" y="904875"/>
            <a:ext cx="3978900" cy="391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sz="1400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>
                <a:solidFill>
                  <a:schemeClr val="lt1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>
                <a:solidFill>
                  <a:schemeClr val="lt1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0" name="Google Shape;350;p86"/>
          <p:cNvSpPr/>
          <p:nvPr/>
        </p:nvSpPr>
        <p:spPr>
          <a:xfrm>
            <a:off x="-17275" y="-9600"/>
            <a:ext cx="4589400" cy="5163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13"/>
              <a:buFont typeface="Arial"/>
              <a:buNone/>
            </a:pPr>
            <a:r>
              <a:t/>
            </a:r>
            <a:endParaRPr b="0" i="0" sz="1013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1" name="Google Shape;351;p86"/>
          <p:cNvSpPr txBox="1"/>
          <p:nvPr>
            <p:ph idx="2" type="body"/>
          </p:nvPr>
        </p:nvSpPr>
        <p:spPr>
          <a:xfrm>
            <a:off x="345195" y="226036"/>
            <a:ext cx="3955200" cy="5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b="1" i="0" sz="2700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2" name="Google Shape;352;p86"/>
          <p:cNvSpPr/>
          <p:nvPr/>
        </p:nvSpPr>
        <p:spPr>
          <a:xfrm>
            <a:off x="345195" y="4878329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3" name="Google Shape;353;p86"/>
          <p:cNvSpPr txBox="1"/>
          <p:nvPr>
            <p:ph idx="3" type="body"/>
          </p:nvPr>
        </p:nvSpPr>
        <p:spPr>
          <a:xfrm>
            <a:off x="345447" y="731520"/>
            <a:ext cx="3955200" cy="29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5B5B5B"/>
              </a:buClr>
              <a:buSzPts val="1600"/>
              <a:buNone/>
              <a:defRPr sz="1600">
                <a:solidFill>
                  <a:srgbClr val="5B5B5B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54" name="Google Shape;354;p86"/>
          <p:cNvSpPr/>
          <p:nvPr/>
        </p:nvSpPr>
        <p:spPr>
          <a:xfrm>
            <a:off x="557784" y="4898914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5" name="Google Shape;355;p86"/>
          <p:cNvSpPr txBox="1"/>
          <p:nvPr/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6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ummit22 - Bkg :ight">
  <p:cSld name="Summit22 - Thank You_1">
    <p:spTree>
      <p:nvGrpSpPr>
        <p:cNvPr id="356" name="Shape 3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7" name="Google Shape;357;p87"/>
          <p:cNvSpPr/>
          <p:nvPr/>
        </p:nvSpPr>
        <p:spPr>
          <a:xfrm>
            <a:off x="-35575" y="-9750"/>
            <a:ext cx="9212100" cy="5163000"/>
          </a:xfrm>
          <a:prstGeom prst="rect">
            <a:avLst/>
          </a:prstGeom>
          <a:gradFill>
            <a:gsLst>
              <a:gs pos="0">
                <a:srgbClr val="98DEFF"/>
              </a:gs>
              <a:gs pos="100000">
                <a:srgbClr val="B2E7FF">
                  <a:alpha val="48235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8" name="Google Shape;358;p87"/>
          <p:cNvSpPr/>
          <p:nvPr/>
        </p:nvSpPr>
        <p:spPr>
          <a:xfrm>
            <a:off x="345195" y="4878329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59" name="Google Shape;359;p87"/>
          <p:cNvSpPr/>
          <p:nvPr/>
        </p:nvSpPr>
        <p:spPr>
          <a:xfrm>
            <a:off x="557784" y="4898914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0" name="Google Shape;360;p87"/>
          <p:cNvSpPr txBox="1"/>
          <p:nvPr/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1" name="Google Shape;361;p87"/>
          <p:cNvSpPr txBox="1"/>
          <p:nvPr>
            <p:ph idx="1" type="body"/>
          </p:nvPr>
        </p:nvSpPr>
        <p:spPr>
          <a:xfrm>
            <a:off x="345195" y="228600"/>
            <a:ext cx="8453700" cy="68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b="1" sz="2700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6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ummit22 - Vegas with Characters Content Slide">
  <p:cSld name="Summit22 - Title 1_5">
    <p:bg>
      <p:bgPr>
        <a:solidFill>
          <a:schemeClr val="lt1"/>
        </a:solidFill>
      </p:bgPr>
    </p:bg>
    <p:spTree>
      <p:nvGrpSpPr>
        <p:cNvPr id="362" name="Shape 3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3" name="Google Shape;363;p88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8867" y="-19512"/>
            <a:ext cx="9178665" cy="5162999"/>
          </a:xfrm>
          <a:prstGeom prst="rect">
            <a:avLst/>
          </a:prstGeom>
          <a:noFill/>
          <a:ln>
            <a:noFill/>
          </a:ln>
        </p:spPr>
      </p:pic>
      <p:sp>
        <p:nvSpPr>
          <p:cNvPr id="364" name="Google Shape;364;p88"/>
          <p:cNvSpPr/>
          <p:nvPr/>
        </p:nvSpPr>
        <p:spPr>
          <a:xfrm>
            <a:off x="345195" y="4878329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5" name="Google Shape;365;p88"/>
          <p:cNvSpPr/>
          <p:nvPr/>
        </p:nvSpPr>
        <p:spPr>
          <a:xfrm>
            <a:off x="557784" y="4898914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66" name="Google Shape;366;p88"/>
          <p:cNvSpPr txBox="1"/>
          <p:nvPr>
            <p:ph idx="1" type="body"/>
          </p:nvPr>
        </p:nvSpPr>
        <p:spPr>
          <a:xfrm>
            <a:off x="345196" y="231569"/>
            <a:ext cx="84537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b="1" i="0" sz="2700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67" name="Google Shape;367;p88"/>
          <p:cNvSpPr txBox="1"/>
          <p:nvPr/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6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ummit22 - Thank You">
  <p:cSld name="Summit22 - Thank You_2">
    <p:spTree>
      <p:nvGrpSpPr>
        <p:cNvPr id="368" name="Shape 3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69" name="Google Shape;369;p8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" y="-13"/>
            <a:ext cx="9143997" cy="5143545"/>
          </a:xfrm>
          <a:prstGeom prst="rect">
            <a:avLst/>
          </a:prstGeom>
          <a:noFill/>
          <a:ln>
            <a:noFill/>
          </a:ln>
        </p:spPr>
      </p:pic>
      <p:sp>
        <p:nvSpPr>
          <p:cNvPr id="370" name="Google Shape;370;p89"/>
          <p:cNvSpPr/>
          <p:nvPr/>
        </p:nvSpPr>
        <p:spPr>
          <a:xfrm>
            <a:off x="345195" y="4878329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1" name="Google Shape;371;p89"/>
          <p:cNvSpPr/>
          <p:nvPr/>
        </p:nvSpPr>
        <p:spPr>
          <a:xfrm>
            <a:off x="557784" y="4898914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2024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2" name="Google Shape;372;p89"/>
          <p:cNvSpPr txBox="1"/>
          <p:nvPr>
            <p:ph idx="1" type="body"/>
          </p:nvPr>
        </p:nvSpPr>
        <p:spPr>
          <a:xfrm>
            <a:off x="2272412" y="2285447"/>
            <a:ext cx="45993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b="1" sz="40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373" name="Google Shape;373;p89"/>
          <p:cNvSpPr txBox="1"/>
          <p:nvPr/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6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footer only)">
  <p:cSld name="1_Blank (footer only) 8">
    <p:bg>
      <p:bgPr>
        <a:solidFill>
          <a:schemeClr val="lt1"/>
        </a:solidFill>
      </p:bgPr>
    </p:bg>
    <p:spTree>
      <p:nvGrpSpPr>
        <p:cNvPr id="378" name="Shape 3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9" name="Google Shape;379;g327d8e625f7_1_131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80" name="Google Shape;380;g327d8e625f7_1_131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1" name="Google Shape;381;g327d8e625f7_1_131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2025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ulti-use layout 1">
  <p:cSld name="Multi-use layout_1">
    <p:spTree>
      <p:nvGrpSpPr>
        <p:cNvPr id="382" name="Shape 38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3" name="Google Shape;383;g3d45bd621e8_0_489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84" name="Google Shape;384;g3d45bd621e8_0_489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5" name="Google Shape;385;g3d45bd621e8_0_489"/>
          <p:cNvSpPr txBox="1"/>
          <p:nvPr>
            <p:ph idx="1" type="subTitle"/>
          </p:nvPr>
        </p:nvSpPr>
        <p:spPr>
          <a:xfrm>
            <a:off x="365760" y="655285"/>
            <a:ext cx="83448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1pPr>
            <a:lvl2pPr lvl="1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800"/>
              <a:buNone/>
              <a:defRPr>
                <a:solidFill>
                  <a:srgbClr val="5B5B5B"/>
                </a:solidFill>
              </a:defRPr>
            </a:lvl2pPr>
            <a:lvl3pPr lvl="2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3pPr>
            <a:lvl4pPr lvl="3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4pPr>
            <a:lvl5pPr lvl="4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5pPr>
            <a:lvl6pPr lvl="5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6pPr>
            <a:lvl7pPr lvl="6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7pPr>
            <a:lvl8pPr lvl="7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8pPr>
            <a:lvl9pPr lvl="8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rgbClr val="5B5B5B"/>
              </a:buClr>
              <a:buSzPts val="1400"/>
              <a:buNone/>
              <a:defRPr>
                <a:solidFill>
                  <a:srgbClr val="5B5B5B"/>
                </a:solidFill>
              </a:defRPr>
            </a:lvl9pPr>
          </a:lstStyle>
          <a:p/>
        </p:txBody>
      </p:sp>
      <p:sp>
        <p:nvSpPr>
          <p:cNvPr id="386" name="Google Shape;386;g3d45bd621e8_0_489"/>
          <p:cNvSpPr txBox="1"/>
          <p:nvPr/>
        </p:nvSpPr>
        <p:spPr>
          <a:xfrm>
            <a:off x="2883200" y="1953900"/>
            <a:ext cx="2668800" cy="400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7" name="Google Shape;387;g3d45bd621e8_0_489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2025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8" name="Google Shape;388;g3d45bd621e8_0_489"/>
          <p:cNvSpPr/>
          <p:nvPr/>
        </p:nvSpPr>
        <p:spPr>
          <a:xfrm>
            <a:off x="0" y="343500"/>
            <a:ext cx="137100" cy="3657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89" name="Google Shape;389;g3d45bd621e8_0_489"/>
          <p:cNvSpPr txBox="1"/>
          <p:nvPr>
            <p:ph type="title"/>
          </p:nvPr>
        </p:nvSpPr>
        <p:spPr>
          <a:xfrm>
            <a:off x="365750" y="274323"/>
            <a:ext cx="8344800" cy="365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85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  <a:defRPr/>
            </a:lvl1pPr>
            <a:lvl2pPr lvl="1" algn="l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lnSpc>
                <a:spcPct val="85000"/>
              </a:lnSpc>
              <a:spcBef>
                <a:spcPts val="100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lnSpc>
                <a:spcPct val="85000"/>
              </a:lnSpc>
              <a:spcBef>
                <a:spcPts val="1000"/>
              </a:spcBef>
              <a:spcAft>
                <a:spcPts val="1000"/>
              </a:spcAft>
              <a:buSzPts val="1400"/>
              <a:buNone/>
              <a:defRPr/>
            </a:lvl9pPr>
          </a:lstStyle>
          <a:p/>
        </p:txBody>
      </p:sp>
    </p:spTree>
  </p:cSld>
  <p:clrMapOvr>
    <a:masterClrMapping/>
  </p:clrMapOvr>
</p:sldLayout>
</file>

<file path=ppt/slideLayouts/slideLayout7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2">
  <p:cSld name="Data Cloud_1_1_3_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0" name="Shape 3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1" name="Google Shape;391;g327d8e625f7_1_108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&#10;&#10;Description automatically generated" id="392" name="Google Shape;392;g327d8e625f7_1_10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5" y="4848629"/>
            <a:ext cx="140380" cy="12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2">
  <p:cSld name="1_Cover 0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3" name="Shape 39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4" name="Google Shape;394;g327d8e625f7_1_111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95" name="Google Shape;395;g327d8e625f7_1_111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&#10;&#10;Description automatically generated" id="396" name="Google Shape;396;g327d8e625f7_1_111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5" y="4848629"/>
            <a:ext cx="140380" cy="12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2">
  <p:cSld name="1_Cover 02 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397" name="Shape 3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8" name="Google Shape;398;g327d8e625f7_1_115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399" name="Google Shape;399;g327d8e625f7_1_115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&#10;&#10;Description automatically generated" id="400" name="Google Shape;400;g327d8e625f7_1_1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5" y="4848629"/>
            <a:ext cx="140380" cy="12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2">
  <p:cSld name="1_Cover 02 5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01" name="Shape 4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2" name="Google Shape;402;g327d8e625f7_1_119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03" name="Google Shape;403;g327d8e625f7_1_119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&#10;&#10;Description automatically generated" id="404" name="Google Shape;404;g327d8e625f7_1_1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5" y="4848629"/>
            <a:ext cx="140380" cy="12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footer only)">
  <p:cSld name="1_Blank (footer only) 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05" name="Shape 40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06" name="Google Shape;406;g327d8e625f7_1_123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07" name="Google Shape;407;g327d8e625f7_1_123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08" name="Google Shape;408;g327d8e625f7_1_123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2">
  <p:cSld name="1_Cover 02 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09" name="Shape 4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0" name="Google Shape;410;g327d8e625f7_1_127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1" name="Google Shape;411;g327d8e625f7_1_127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&#10;&#10;Description automatically generated" id="412" name="Google Shape;412;g327d8e625f7_1_1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5" y="4848629"/>
            <a:ext cx="140380" cy="12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7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footer only)">
  <p:cSld name="1_Blank (footer only) 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13" name="Shape 4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4" name="Google Shape;414;g327d8e625f7_1_135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15" name="Google Shape;415;g327d8e625f7_1_135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16" name="Google Shape;416;g327d8e625f7_1_135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2025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Multi-use layout">
  <p:cSld name="Multi-use layout">
    <p:spTree>
      <p:nvGrpSpPr>
        <p:cNvPr id="417" name="Shape 4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8" name="Google Shape;418;g327d8e625f7_1_139"/>
          <p:cNvSpPr txBox="1"/>
          <p:nvPr>
            <p:ph idx="1" type="body"/>
          </p:nvPr>
        </p:nvSpPr>
        <p:spPr>
          <a:xfrm>
            <a:off x="345196" y="228600"/>
            <a:ext cx="84537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b="1" i="0" sz="2700" cap="none"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19" name="Google Shape;419;g327d8e625f7_1_139"/>
          <p:cNvSpPr txBox="1"/>
          <p:nvPr>
            <p:ph idx="2" type="body"/>
          </p:nvPr>
        </p:nvSpPr>
        <p:spPr>
          <a:xfrm>
            <a:off x="345196" y="731520"/>
            <a:ext cx="8453700" cy="29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5B5B5B"/>
              </a:buClr>
              <a:buSzPts val="1600"/>
              <a:buNone/>
              <a:defRPr sz="1600">
                <a:solidFill>
                  <a:srgbClr val="5B5B5B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20" name="Google Shape;420;g327d8e625f7_1_139"/>
          <p:cNvSpPr/>
          <p:nvPr/>
        </p:nvSpPr>
        <p:spPr>
          <a:xfrm>
            <a:off x="557784" y="4898914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2022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1" name="Google Shape;421;g327d8e625f7_1_139"/>
          <p:cNvSpPr txBox="1"/>
          <p:nvPr>
            <p:ph idx="12" type="sldNum"/>
          </p:nvPr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22" name="Google Shape;422;g327d8e625f7_1_139"/>
          <p:cNvSpPr/>
          <p:nvPr/>
        </p:nvSpPr>
        <p:spPr>
          <a:xfrm>
            <a:off x="345195" y="4878329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7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footer only)">
  <p:cSld name="1_Blank (footer only) 2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23" name="Shape 4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4" name="Google Shape;424;g327d8e625f7_1_145"/>
          <p:cNvSpPr txBox="1"/>
          <p:nvPr>
            <p:ph idx="12" type="sldNum"/>
          </p:nvPr>
        </p:nvSpPr>
        <p:spPr>
          <a:xfrm>
            <a:off x="8569842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25" name="Google Shape;425;g327d8e625f7_1_145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26" name="Google Shape;426;g327d8e625f7_1_145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8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footer only)">
  <p:cSld name="1_Blank (footer only) 5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27" name="Shape 4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8" name="Google Shape;428;g327d8e625f7_1_149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29" name="Google Shape;429;g327d8e625f7_1_149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0" name="Google Shape;430;g327d8e625f7_1_149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8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footer only)">
  <p:cSld name="1_Blank (footer only) 9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31" name="Shape 4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2" name="Google Shape;432;g327d8e625f7_1_153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33" name="Google Shape;433;g327d8e625f7_1_153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4" name="Google Shape;434;g327d8e625f7_1_153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8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ummit22 - Sky Background 1">
  <p:cSld name="Summit22 - Divider1_1_3">
    <p:bg>
      <p:bgPr>
        <a:solidFill>
          <a:schemeClr val="lt1"/>
        </a:solidFill>
      </p:bgPr>
    </p:bg>
    <p:spTree>
      <p:nvGrpSpPr>
        <p:cNvPr id="435" name="Shape 4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36" name="Google Shape;436;g327d8e625f7_1_157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7279" y="-9750"/>
            <a:ext cx="9178665" cy="5162999"/>
          </a:xfrm>
          <a:prstGeom prst="rect">
            <a:avLst/>
          </a:prstGeom>
          <a:noFill/>
          <a:ln>
            <a:noFill/>
          </a:ln>
        </p:spPr>
      </p:pic>
      <p:sp>
        <p:nvSpPr>
          <p:cNvPr id="437" name="Google Shape;437;g327d8e625f7_1_157"/>
          <p:cNvSpPr txBox="1"/>
          <p:nvPr>
            <p:ph idx="1" type="body"/>
          </p:nvPr>
        </p:nvSpPr>
        <p:spPr>
          <a:xfrm>
            <a:off x="376225" y="1282900"/>
            <a:ext cx="2267400" cy="3041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0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000"/>
              <a:buNone/>
              <a:defRPr b="1" sz="2000"/>
            </a:lvl1pPr>
            <a:lvl2pPr indent="-2286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/>
            </a:lvl3pPr>
            <a:lvl4pPr indent="-2286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/>
            </a:lvl4pPr>
            <a:lvl5pPr indent="-228600" lvl="4" marL="22860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None/>
              <a:defRPr/>
            </a:lvl5pPr>
            <a:lvl6pPr indent="-3048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Char char="•"/>
              <a:defRPr sz="1200"/>
            </a:lvl6pPr>
            <a:lvl7pPr indent="-3048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Char char="•"/>
              <a:defRPr sz="1200"/>
            </a:lvl7pPr>
            <a:lvl8pPr indent="-3048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Char char="•"/>
              <a:defRPr sz="1200"/>
            </a:lvl8pPr>
            <a:lvl9pPr indent="-3048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SzPts val="1200"/>
              <a:buChar char="•"/>
              <a:defRPr sz="1200"/>
            </a:lvl9pPr>
          </a:lstStyle>
          <a:p/>
        </p:txBody>
      </p:sp>
      <p:sp>
        <p:nvSpPr>
          <p:cNvPr id="438" name="Google Shape;438;g327d8e625f7_1_157"/>
          <p:cNvSpPr/>
          <p:nvPr/>
        </p:nvSpPr>
        <p:spPr>
          <a:xfrm>
            <a:off x="345195" y="4878329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39" name="Google Shape;439;g327d8e625f7_1_157"/>
          <p:cNvSpPr/>
          <p:nvPr/>
        </p:nvSpPr>
        <p:spPr>
          <a:xfrm>
            <a:off x="557784" y="4898914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2022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0" name="Google Shape;440;g327d8e625f7_1_157"/>
          <p:cNvSpPr txBox="1"/>
          <p:nvPr/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1" name="Google Shape;441;g327d8e625f7_1_157"/>
          <p:cNvSpPr txBox="1"/>
          <p:nvPr>
            <p:ph idx="2" type="body"/>
          </p:nvPr>
        </p:nvSpPr>
        <p:spPr>
          <a:xfrm>
            <a:off x="345195" y="228600"/>
            <a:ext cx="8453700" cy="68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700"/>
              <a:buNone/>
              <a:defRPr b="1" sz="2700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8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Agenda">
  <p:cSld name="Agenda">
    <p:spTree>
      <p:nvGrpSpPr>
        <p:cNvPr id="442" name="Shape 4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43" name="Google Shape;443;g327d8e625f7_1_164"/>
          <p:cNvPicPr preferRelativeResize="0"/>
          <p:nvPr/>
        </p:nvPicPr>
        <p:blipFill rotWithShape="1">
          <a:blip r:embed="rId2">
            <a:alphaModFix amt="35000"/>
          </a:blip>
          <a:srcRect b="0" l="0" r="0" t="0"/>
          <a:stretch/>
        </p:blipFill>
        <p:spPr>
          <a:xfrm>
            <a:off x="-17279" y="-9750"/>
            <a:ext cx="9178665" cy="5162999"/>
          </a:xfrm>
          <a:prstGeom prst="rect">
            <a:avLst/>
          </a:prstGeom>
          <a:noFill/>
          <a:ln>
            <a:noFill/>
          </a:ln>
        </p:spPr>
      </p:pic>
      <p:sp>
        <p:nvSpPr>
          <p:cNvPr id="444" name="Google Shape;444;g327d8e625f7_1_164"/>
          <p:cNvSpPr txBox="1"/>
          <p:nvPr>
            <p:ph idx="1" type="body"/>
          </p:nvPr>
        </p:nvSpPr>
        <p:spPr>
          <a:xfrm>
            <a:off x="345196" y="231569"/>
            <a:ext cx="84537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b="1" i="0" sz="2700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445" name="Google Shape;445;g327d8e625f7_1_164"/>
          <p:cNvSpPr/>
          <p:nvPr/>
        </p:nvSpPr>
        <p:spPr>
          <a:xfrm>
            <a:off x="345195" y="4878329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6" name="Google Shape;446;g327d8e625f7_1_164"/>
          <p:cNvSpPr/>
          <p:nvPr/>
        </p:nvSpPr>
        <p:spPr>
          <a:xfrm>
            <a:off x="557784" y="4898914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2022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47" name="Google Shape;447;g327d8e625f7_1_164"/>
          <p:cNvSpPr txBox="1"/>
          <p:nvPr>
            <p:ph idx="12" type="sldNum"/>
          </p:nvPr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2">
  <p:cSld name="1_Cover 02 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48" name="Shape 4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49" name="Google Shape;449;g327d8e625f7_1_170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50" name="Google Shape;450;g327d8e625f7_1_170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&#10;&#10;Description automatically generated" id="451" name="Google Shape;451;g327d8e625f7_1_17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5" y="4848629"/>
            <a:ext cx="140380" cy="12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1">
  <p:cSld name="Data Cloud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52" name="Shape 4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3" name="Google Shape;453;g327d8e625f7_1_174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54" name="Google Shape;454;g327d8e625f7_1_174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&#10;&#10;Description automatically generated" id="455" name="Google Shape;455;g327d8e625f7_1_17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5" y="4848629"/>
            <a:ext cx="140380" cy="12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2">
  <p:cSld name="1_Cover 02 3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56" name="Shape 4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7" name="Google Shape;457;g327d8e625f7_1_178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58" name="Google Shape;458;g327d8e625f7_1_178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&#10;&#10;Description automatically generated" id="459" name="Google Shape;459;g327d8e625f7_1_17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5" y="4848629"/>
            <a:ext cx="140380" cy="12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2">
  <p:cSld name="1_Cover 02 4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0" name="Shape 46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1" name="Google Shape;461;g327d8e625f7_1_182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2" name="Google Shape;462;g327d8e625f7_1_182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&#10;&#10;Description automatically generated" id="463" name="Google Shape;463;g327d8e625f7_1_18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5" y="4848629"/>
            <a:ext cx="140380" cy="12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8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footer only)">
  <p:cSld name="1_Blank (footer only)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4" name="Shape 4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5" name="Google Shape;465;g327d8e625f7_1_186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66" name="Google Shape;466;g327d8e625f7_1_186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67" name="Google Shape;467;g327d8e625f7_1_186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8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footer only)">
  <p:cSld name="1_Blank (footer only) 6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68" name="Shape 4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9" name="Google Shape;469;g327d8e625f7_1_190"/>
          <p:cNvSpPr txBox="1"/>
          <p:nvPr>
            <p:ph idx="12" type="sldNum"/>
          </p:nvPr>
        </p:nvSpPr>
        <p:spPr>
          <a:xfrm>
            <a:off x="8569842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70" name="Google Shape;470;g327d8e625f7_1_190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pic>
        <p:nvPicPr>
          <p:cNvPr descr="Icon&#10;&#10;Description automatically generated" id="471" name="Google Shape;471;g327d8e625f7_1_19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57195" y="4848629"/>
            <a:ext cx="140380" cy="128588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 (footer only)">
  <p:cSld name="1_Blank (footer only) 7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72" name="Shape 4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3" name="Google Shape;473;g327d8e625f7_1_194"/>
          <p:cNvSpPr txBox="1"/>
          <p:nvPr>
            <p:ph idx="12" type="sldNum"/>
          </p:nvPr>
        </p:nvSpPr>
        <p:spPr>
          <a:xfrm>
            <a:off x="8569842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BFBFB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474" name="Google Shape;474;g327d8e625f7_1_194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5" name="Google Shape;475;g327d8e625f7_1_194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9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Quote - Dark Blue">
  <p:cSld name="Quote - Violet_1_1_1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76" name="Shape 4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77" name="Google Shape;477;g327d8e625f7_1_198"/>
          <p:cNvSpPr txBox="1"/>
          <p:nvPr>
            <p:ph idx="1" type="body"/>
          </p:nvPr>
        </p:nvSpPr>
        <p:spPr>
          <a:xfrm>
            <a:off x="365750" y="1331975"/>
            <a:ext cx="7484400" cy="2597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4200"/>
              <a:buNone/>
              <a:defRPr sz="4200" cap="none">
                <a:solidFill>
                  <a:schemeClr val="lt1"/>
                </a:solidFill>
              </a:defRPr>
            </a:lvl1pPr>
            <a:lvl2pPr indent="-3429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indent="-3429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indent="-3429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indent="-3429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indent="-3429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indent="-3429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indent="-342900" lvl="8" marL="4114800" algn="l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478" name="Google Shape;478;g327d8e625f7_1_198"/>
          <p:cNvSpPr/>
          <p:nvPr/>
        </p:nvSpPr>
        <p:spPr>
          <a:xfrm>
            <a:off x="660652" y="4866916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79" name="Google Shape;479;g327d8e625f7_1_198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0" name="Google Shape;480;g327d8e625f7_1_198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FFFFFF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81" name="Google Shape;481;g327d8e625f7_1_198"/>
          <p:cNvGrpSpPr/>
          <p:nvPr/>
        </p:nvGrpSpPr>
        <p:grpSpPr>
          <a:xfrm>
            <a:off x="457209" y="474129"/>
            <a:ext cx="1177786" cy="857849"/>
            <a:chOff x="865451" y="2114550"/>
            <a:chExt cx="3399093" cy="2475755"/>
          </a:xfrm>
        </p:grpSpPr>
        <p:sp>
          <p:nvSpPr>
            <p:cNvPr id="482" name="Google Shape;482;g327d8e625f7_1_198"/>
            <p:cNvSpPr/>
            <p:nvPr/>
          </p:nvSpPr>
          <p:spPr>
            <a:xfrm>
              <a:off x="865451" y="2114550"/>
              <a:ext cx="1571381" cy="2475755"/>
            </a:xfrm>
            <a:custGeom>
              <a:rect b="b" l="l" r="r" t="t"/>
              <a:pathLst>
                <a:path extrusionOk="0" h="5757569" w="3654375">
                  <a:moveTo>
                    <a:pt x="3448790" y="0"/>
                  </a:moveTo>
                  <a:lnTo>
                    <a:pt x="3458290" y="1432474"/>
                  </a:lnTo>
                  <a:cubicBezTo>
                    <a:pt x="2772941" y="1684660"/>
                    <a:pt x="2415542" y="1991333"/>
                    <a:pt x="2248907" y="2449965"/>
                  </a:cubicBezTo>
                  <a:cubicBezTo>
                    <a:pt x="3226484" y="2526039"/>
                    <a:pt x="3654376" y="3276319"/>
                    <a:pt x="3654376" y="4068726"/>
                  </a:cubicBezTo>
                  <a:cubicBezTo>
                    <a:pt x="3654376" y="5007004"/>
                    <a:pt x="2925326" y="5757569"/>
                    <a:pt x="1987935" y="5757569"/>
                  </a:cubicBezTo>
                  <a:cubicBezTo>
                    <a:pt x="1050544" y="5757569"/>
                    <a:pt x="14541" y="5150119"/>
                    <a:pt x="196" y="3782402"/>
                  </a:cubicBezTo>
                  <a:cubicBezTo>
                    <a:pt x="-30015" y="843186"/>
                    <a:pt x="3448790" y="0"/>
                    <a:pt x="34487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  <p:sp>
          <p:nvSpPr>
            <p:cNvPr id="483" name="Google Shape;483;g327d8e625f7_1_198"/>
            <p:cNvSpPr/>
            <p:nvPr/>
          </p:nvSpPr>
          <p:spPr>
            <a:xfrm>
              <a:off x="2693163" y="2114550"/>
              <a:ext cx="1571381" cy="2475755"/>
            </a:xfrm>
            <a:custGeom>
              <a:rect b="b" l="l" r="r" t="t"/>
              <a:pathLst>
                <a:path extrusionOk="0" h="5757569" w="3654375">
                  <a:moveTo>
                    <a:pt x="3448790" y="0"/>
                  </a:moveTo>
                  <a:lnTo>
                    <a:pt x="3458290" y="1432474"/>
                  </a:lnTo>
                  <a:cubicBezTo>
                    <a:pt x="2772941" y="1684660"/>
                    <a:pt x="2415542" y="1991333"/>
                    <a:pt x="2248907" y="2449965"/>
                  </a:cubicBezTo>
                  <a:cubicBezTo>
                    <a:pt x="3226484" y="2526039"/>
                    <a:pt x="3654376" y="3276319"/>
                    <a:pt x="3654376" y="4068726"/>
                  </a:cubicBezTo>
                  <a:cubicBezTo>
                    <a:pt x="3654376" y="5007004"/>
                    <a:pt x="2925326" y="5757569"/>
                    <a:pt x="1987935" y="5757569"/>
                  </a:cubicBezTo>
                  <a:cubicBezTo>
                    <a:pt x="1050544" y="5757569"/>
                    <a:pt x="14541" y="5150119"/>
                    <a:pt x="196" y="3782402"/>
                  </a:cubicBezTo>
                  <a:cubicBezTo>
                    <a:pt x="-30015" y="843186"/>
                    <a:pt x="3448790" y="0"/>
                    <a:pt x="3448790" y="0"/>
                  </a:cubicBezTo>
                  <a:close/>
                </a:path>
              </a:pathLst>
            </a:custGeom>
            <a:solidFill>
              <a:schemeClr val="accent1"/>
            </a:solidFill>
            <a:ln>
              <a:noFill/>
            </a:ln>
          </p:spPr>
          <p:txBody>
            <a:bodyPr anchorCtr="0" anchor="ctr" bIns="34275" lIns="68575" spcFirstLastPara="1" rIns="68575" wrap="square" tIns="3427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endParaRPr>
            </a:p>
          </p:txBody>
        </p:sp>
      </p:grpSp>
      <p:sp>
        <p:nvSpPr>
          <p:cNvPr id="484" name="Google Shape;484;g327d8e625f7_1_198"/>
          <p:cNvSpPr txBox="1"/>
          <p:nvPr>
            <p:ph idx="2" type="subTitle"/>
          </p:nvPr>
        </p:nvSpPr>
        <p:spPr>
          <a:xfrm>
            <a:off x="365755" y="4023360"/>
            <a:ext cx="42063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rgbClr val="FFFFFF"/>
              </a:buClr>
              <a:buSzPts val="1600"/>
              <a:buNone/>
              <a:defRPr b="1" sz="1600">
                <a:solidFill>
                  <a:srgbClr val="FFFFFF"/>
                </a:solidFill>
              </a:defRPr>
            </a:lvl1pPr>
            <a:lvl2pPr lvl="1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800"/>
              <a:buNone/>
              <a:defRPr b="1">
                <a:solidFill>
                  <a:srgbClr val="FFFFFF"/>
                </a:solidFill>
              </a:defRPr>
            </a:lvl2pPr>
            <a:lvl3pPr lvl="2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3pPr>
            <a:lvl4pPr lvl="3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4pPr>
            <a:lvl5pPr lvl="4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5pPr>
            <a:lvl6pPr lvl="5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6pPr>
            <a:lvl7pPr lvl="6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7pPr>
            <a:lvl8pPr lvl="7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8pPr>
            <a:lvl9pPr lvl="8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rgbClr val="FFFFFF"/>
              </a:buClr>
              <a:buSzPts val="1400"/>
              <a:buNone/>
              <a:defRPr b="1">
                <a:solidFill>
                  <a:srgbClr val="FFFFFF"/>
                </a:solidFill>
              </a:defRPr>
            </a:lvl9pPr>
          </a:lstStyle>
          <a:p/>
        </p:txBody>
      </p:sp>
    </p:spTree>
  </p:cSld>
  <p:clrMapOvr>
    <a:masterClrMapping/>
  </p:clrMapOvr>
</p:sldLayout>
</file>

<file path=ppt/slideLayouts/slideLayout9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2">
  <p:cSld name="1_Cover 02 8">
    <p:bg>
      <p:bgPr>
        <a:blipFill>
          <a:blip r:embed="rId2">
            <a:alphaModFix/>
          </a:blip>
          <a:stretch>
            <a:fillRect/>
          </a:stretch>
        </a:blipFill>
      </p:bgPr>
    </p:bg>
    <p:spTree>
      <p:nvGrpSpPr>
        <p:cNvPr id="485" name="Shape 4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86" name="Google Shape;486;g327d8e625f7_1_207"/>
          <p:cNvSpPr txBox="1"/>
          <p:nvPr>
            <p:ph idx="12" type="sldNum"/>
          </p:nvPr>
        </p:nvSpPr>
        <p:spPr>
          <a:xfrm>
            <a:off x="8569842" y="4866972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r>
              <a:rPr lang="en-US"/>
              <a:t>(#)</a:t>
            </a:r>
            <a:endParaRPr>
              <a:solidFill>
                <a:schemeClr val="lt1"/>
              </a:solidFill>
            </a:endParaRPr>
          </a:p>
        </p:txBody>
      </p:sp>
      <p:sp>
        <p:nvSpPr>
          <p:cNvPr id="487" name="Google Shape;487;g327d8e625f7_1_207"/>
          <p:cNvSpPr/>
          <p:nvPr/>
        </p:nvSpPr>
        <p:spPr>
          <a:xfrm>
            <a:off x="457195" y="4846320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88" name="Google Shape;488;g327d8e625f7_1_207"/>
          <p:cNvSpPr/>
          <p:nvPr/>
        </p:nvSpPr>
        <p:spPr>
          <a:xfrm>
            <a:off x="660651" y="4866916"/>
            <a:ext cx="16812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9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3">
  <p:cSld name="Data Cloud_1_1_3_1">
    <p:bg>
      <p:bgPr>
        <a:solidFill>
          <a:schemeClr val="accent1"/>
        </a:solidFill>
      </p:bgPr>
    </p:bg>
    <p:spTree>
      <p:nvGrpSpPr>
        <p:cNvPr id="489" name="Shape 48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0" name="Google Shape;490;g327d8e625f7_1_211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grpSp>
        <p:nvGrpSpPr>
          <p:cNvPr id="491" name="Google Shape;491;g327d8e625f7_1_211"/>
          <p:cNvGrpSpPr/>
          <p:nvPr/>
        </p:nvGrpSpPr>
        <p:grpSpPr>
          <a:xfrm rot="-5400000">
            <a:off x="5223331" y="1196311"/>
            <a:ext cx="5164333" cy="2747794"/>
            <a:chOff x="1155183" y="3814094"/>
            <a:chExt cx="3118370" cy="1659196"/>
          </a:xfrm>
        </p:grpSpPr>
        <p:sp>
          <p:nvSpPr>
            <p:cNvPr id="492" name="Google Shape;492;g327d8e625f7_1_211"/>
            <p:cNvSpPr/>
            <p:nvPr/>
          </p:nvSpPr>
          <p:spPr>
            <a:xfrm>
              <a:off x="1155183" y="3814094"/>
              <a:ext cx="1891200" cy="16521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  <p:sp>
          <p:nvSpPr>
            <p:cNvPr id="493" name="Google Shape;493;g327d8e625f7_1_211"/>
            <p:cNvSpPr/>
            <p:nvPr/>
          </p:nvSpPr>
          <p:spPr>
            <a:xfrm>
              <a:off x="3051053" y="3828390"/>
              <a:ext cx="1222500" cy="1644900"/>
            </a:xfrm>
            <a:prstGeom prst="rect">
              <a:avLst/>
            </a:prstGeom>
            <a:noFill/>
            <a:ln>
              <a:noFill/>
            </a:ln>
          </p:spPr>
          <p:txBody>
            <a:bodyPr anchorCtr="0" anchor="ctr" bIns="91425" lIns="91425" spcFirstLastPara="1" rIns="91425" wrap="square" tIns="91425">
              <a:noAutofit/>
            </a:bodyPr>
            <a:lstStyle/>
            <a:p>
              <a:pPr indent="0" lvl="0" marL="0" marR="0" rtl="0" algn="l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SzPts val="1400"/>
                <a:buFont typeface="Arial"/>
                <a:buNone/>
              </a:pPr>
              <a:r>
                <a:t/>
              </a:r>
              <a:endParaRPr b="0" i="0" sz="1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endParaRPr>
            </a:p>
          </p:txBody>
        </p:sp>
      </p:grpSp>
      <p:sp>
        <p:nvSpPr>
          <p:cNvPr id="494" name="Google Shape;494;g327d8e625f7_1_211"/>
          <p:cNvSpPr/>
          <p:nvPr/>
        </p:nvSpPr>
        <p:spPr>
          <a:xfrm>
            <a:off x="456932" y="4898925"/>
            <a:ext cx="16359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495" name="Google Shape;495;g327d8e625f7_1_211"/>
          <p:cNvSpPr txBox="1"/>
          <p:nvPr>
            <p:ph type="title"/>
          </p:nvPr>
        </p:nvSpPr>
        <p:spPr>
          <a:xfrm>
            <a:off x="366600" y="1188720"/>
            <a:ext cx="5394900" cy="1920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algn="l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None/>
              <a:defRPr b="1" i="0" sz="4400" u="none" cap="none" strike="noStrike">
                <a:solidFill>
                  <a:schemeClr val="dk1"/>
                </a:solidFill>
              </a:defRPr>
            </a:lvl1pPr>
            <a:lvl2pPr lvl="1" algn="l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496" name="Google Shape;496;g327d8e625f7_1_211"/>
          <p:cNvSpPr txBox="1"/>
          <p:nvPr>
            <p:ph idx="2" type="title"/>
          </p:nvPr>
        </p:nvSpPr>
        <p:spPr>
          <a:xfrm>
            <a:off x="366600" y="3160438"/>
            <a:ext cx="5394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0" i="0" sz="1800" u="none" cap="none" strike="noStrike">
                <a:solidFill>
                  <a:schemeClr val="dk1"/>
                </a:solidFill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497" name="Google Shape;497;g327d8e625f7_1_211"/>
          <p:cNvSpPr txBox="1"/>
          <p:nvPr>
            <p:ph idx="3" type="title"/>
          </p:nvPr>
        </p:nvSpPr>
        <p:spPr>
          <a:xfrm>
            <a:off x="366600" y="4359693"/>
            <a:ext cx="4205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 u="none" cap="none" strike="noStrike">
                <a:solidFill>
                  <a:schemeClr val="dk1"/>
                </a:solidFill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498" name="Google Shape;498;g327d8e625f7_1_211"/>
          <p:cNvSpPr/>
          <p:nvPr/>
        </p:nvSpPr>
        <p:spPr>
          <a:xfrm>
            <a:off x="457200" y="548640"/>
            <a:ext cx="1828808" cy="418012"/>
          </a:xfrm>
          <a:custGeom>
            <a:rect b="b" l="l" r="r" t="t"/>
            <a:pathLst>
              <a:path extrusionOk="0" h="2451" w="10771">
                <a:moveTo>
                  <a:pt x="10625" y="726"/>
                </a:moveTo>
                <a:lnTo>
                  <a:pt x="10597" y="726"/>
                </a:lnTo>
                <a:lnTo>
                  <a:pt x="10597" y="761"/>
                </a:lnTo>
                <a:lnTo>
                  <a:pt x="10625" y="761"/>
                </a:lnTo>
                <a:cubicBezTo>
                  <a:pt x="10638" y="761"/>
                  <a:pt x="10646" y="756"/>
                  <a:pt x="10646" y="744"/>
                </a:cubicBezTo>
                <a:cubicBezTo>
                  <a:pt x="10646" y="731"/>
                  <a:pt x="10639" y="726"/>
                  <a:pt x="10625" y="726"/>
                </a:cubicBezTo>
                <a:close/>
                <a:moveTo>
                  <a:pt x="10562" y="693"/>
                </a:moveTo>
                <a:lnTo>
                  <a:pt x="10625" y="693"/>
                </a:lnTo>
                <a:cubicBezTo>
                  <a:pt x="10660" y="693"/>
                  <a:pt x="10683" y="712"/>
                  <a:pt x="10683" y="742"/>
                </a:cubicBezTo>
                <a:cubicBezTo>
                  <a:pt x="10683" y="760"/>
                  <a:pt x="10675" y="774"/>
                  <a:pt x="10660" y="783"/>
                </a:cubicBezTo>
                <a:lnTo>
                  <a:pt x="10685" y="820"/>
                </a:lnTo>
                <a:lnTo>
                  <a:pt x="10685" y="827"/>
                </a:lnTo>
                <a:lnTo>
                  <a:pt x="10648" y="827"/>
                </a:lnTo>
                <a:lnTo>
                  <a:pt x="10623" y="791"/>
                </a:lnTo>
                <a:lnTo>
                  <a:pt x="10595" y="791"/>
                </a:lnTo>
                <a:lnTo>
                  <a:pt x="10595" y="827"/>
                </a:lnTo>
                <a:lnTo>
                  <a:pt x="10560" y="827"/>
                </a:lnTo>
                <a:lnTo>
                  <a:pt x="10560" y="693"/>
                </a:lnTo>
                <a:lnTo>
                  <a:pt x="10562" y="693"/>
                </a:lnTo>
                <a:close/>
                <a:moveTo>
                  <a:pt x="10742" y="761"/>
                </a:moveTo>
                <a:cubicBezTo>
                  <a:pt x="10742" y="691"/>
                  <a:pt x="10694" y="636"/>
                  <a:pt x="10622" y="636"/>
                </a:cubicBezTo>
                <a:cubicBezTo>
                  <a:pt x="10551" y="636"/>
                  <a:pt x="10504" y="687"/>
                  <a:pt x="10504" y="761"/>
                </a:cubicBezTo>
                <a:cubicBezTo>
                  <a:pt x="10504" y="832"/>
                  <a:pt x="10551" y="887"/>
                  <a:pt x="10622" y="887"/>
                </a:cubicBezTo>
                <a:cubicBezTo>
                  <a:pt x="10694" y="888"/>
                  <a:pt x="10742" y="834"/>
                  <a:pt x="10742" y="761"/>
                </a:cubicBezTo>
                <a:close/>
                <a:moveTo>
                  <a:pt x="10770" y="761"/>
                </a:moveTo>
                <a:cubicBezTo>
                  <a:pt x="10770" y="846"/>
                  <a:pt x="10713" y="915"/>
                  <a:pt x="10620" y="915"/>
                </a:cubicBezTo>
                <a:cubicBezTo>
                  <a:pt x="10527" y="915"/>
                  <a:pt x="10472" y="844"/>
                  <a:pt x="10472" y="761"/>
                </a:cubicBezTo>
                <a:cubicBezTo>
                  <a:pt x="10472" y="677"/>
                  <a:pt x="10527" y="608"/>
                  <a:pt x="10620" y="608"/>
                </a:cubicBezTo>
                <a:cubicBezTo>
                  <a:pt x="10715" y="608"/>
                  <a:pt x="10770" y="679"/>
                  <a:pt x="10770" y="761"/>
                </a:cubicBezTo>
                <a:close/>
                <a:moveTo>
                  <a:pt x="2384" y="1061"/>
                </a:moveTo>
                <a:lnTo>
                  <a:pt x="2095" y="1228"/>
                </a:lnTo>
                <a:lnTo>
                  <a:pt x="2384" y="1395"/>
                </a:lnTo>
                <a:cubicBezTo>
                  <a:pt x="2457" y="1437"/>
                  <a:pt x="2483" y="1530"/>
                  <a:pt x="2441" y="1603"/>
                </a:cubicBezTo>
                <a:cubicBezTo>
                  <a:pt x="2398" y="1675"/>
                  <a:pt x="2305" y="1700"/>
                  <a:pt x="2233" y="1659"/>
                </a:cubicBezTo>
                <a:lnTo>
                  <a:pt x="1717" y="1361"/>
                </a:lnTo>
                <a:cubicBezTo>
                  <a:pt x="1681" y="1342"/>
                  <a:pt x="1658" y="1310"/>
                  <a:pt x="1648" y="1275"/>
                </a:cubicBezTo>
                <a:cubicBezTo>
                  <a:pt x="1642" y="1259"/>
                  <a:pt x="1641" y="1242"/>
                  <a:pt x="1641" y="1227"/>
                </a:cubicBezTo>
                <a:cubicBezTo>
                  <a:pt x="1641" y="1214"/>
                  <a:pt x="1642" y="1202"/>
                  <a:pt x="1646" y="1191"/>
                </a:cubicBezTo>
                <a:cubicBezTo>
                  <a:pt x="1657" y="1154"/>
                  <a:pt x="1681" y="1121"/>
                  <a:pt x="1717" y="1100"/>
                </a:cubicBezTo>
                <a:lnTo>
                  <a:pt x="2233" y="802"/>
                </a:lnTo>
                <a:cubicBezTo>
                  <a:pt x="2305" y="760"/>
                  <a:pt x="2398" y="784"/>
                  <a:pt x="2441" y="858"/>
                </a:cubicBezTo>
                <a:cubicBezTo>
                  <a:pt x="2483" y="925"/>
                  <a:pt x="2457" y="1019"/>
                  <a:pt x="2384" y="1061"/>
                </a:cubicBezTo>
                <a:close/>
                <a:moveTo>
                  <a:pt x="2111" y="1869"/>
                </a:moveTo>
                <a:lnTo>
                  <a:pt x="1595" y="1571"/>
                </a:lnTo>
                <a:cubicBezTo>
                  <a:pt x="1567" y="1555"/>
                  <a:pt x="1537" y="1548"/>
                  <a:pt x="1507" y="1552"/>
                </a:cubicBezTo>
                <a:cubicBezTo>
                  <a:pt x="1428" y="1557"/>
                  <a:pt x="1366" y="1624"/>
                  <a:pt x="1366" y="1703"/>
                </a:cubicBezTo>
                <a:lnTo>
                  <a:pt x="1366" y="2299"/>
                </a:lnTo>
                <a:cubicBezTo>
                  <a:pt x="1366" y="2383"/>
                  <a:pt x="1435" y="2450"/>
                  <a:pt x="1517" y="2450"/>
                </a:cubicBezTo>
                <a:cubicBezTo>
                  <a:pt x="1602" y="2450"/>
                  <a:pt x="1669" y="2382"/>
                  <a:pt x="1669" y="2299"/>
                </a:cubicBezTo>
                <a:lnTo>
                  <a:pt x="1669" y="1964"/>
                </a:lnTo>
                <a:lnTo>
                  <a:pt x="1958" y="2131"/>
                </a:lnTo>
                <a:cubicBezTo>
                  <a:pt x="2030" y="2174"/>
                  <a:pt x="2124" y="2149"/>
                  <a:pt x="2166" y="2077"/>
                </a:cubicBezTo>
                <a:cubicBezTo>
                  <a:pt x="2208" y="2005"/>
                  <a:pt x="2183" y="1911"/>
                  <a:pt x="2111" y="1869"/>
                </a:cubicBezTo>
                <a:close/>
                <a:moveTo>
                  <a:pt x="1514" y="1284"/>
                </a:moveTo>
                <a:lnTo>
                  <a:pt x="1299" y="1499"/>
                </a:lnTo>
                <a:cubicBezTo>
                  <a:pt x="1294" y="1506"/>
                  <a:pt x="1281" y="1511"/>
                  <a:pt x="1272" y="1511"/>
                </a:cubicBezTo>
                <a:lnTo>
                  <a:pt x="1257" y="1511"/>
                </a:lnTo>
                <a:lnTo>
                  <a:pt x="1225" y="1511"/>
                </a:lnTo>
                <a:lnTo>
                  <a:pt x="1209" y="1511"/>
                </a:lnTo>
                <a:cubicBezTo>
                  <a:pt x="1200" y="1511"/>
                  <a:pt x="1188" y="1506"/>
                  <a:pt x="1183" y="1499"/>
                </a:cubicBezTo>
                <a:lnTo>
                  <a:pt x="968" y="1284"/>
                </a:lnTo>
                <a:cubicBezTo>
                  <a:pt x="962" y="1279"/>
                  <a:pt x="957" y="1266"/>
                  <a:pt x="957" y="1257"/>
                </a:cubicBezTo>
                <a:lnTo>
                  <a:pt x="957" y="1243"/>
                </a:lnTo>
                <a:lnTo>
                  <a:pt x="957" y="1211"/>
                </a:lnTo>
                <a:lnTo>
                  <a:pt x="957" y="1195"/>
                </a:lnTo>
                <a:cubicBezTo>
                  <a:pt x="957" y="1186"/>
                  <a:pt x="962" y="1174"/>
                  <a:pt x="968" y="1168"/>
                </a:cubicBezTo>
                <a:lnTo>
                  <a:pt x="1183" y="954"/>
                </a:lnTo>
                <a:cubicBezTo>
                  <a:pt x="1190" y="946"/>
                  <a:pt x="1200" y="943"/>
                  <a:pt x="1209" y="943"/>
                </a:cubicBezTo>
                <a:lnTo>
                  <a:pt x="1225" y="943"/>
                </a:lnTo>
                <a:lnTo>
                  <a:pt x="1257" y="943"/>
                </a:lnTo>
                <a:lnTo>
                  <a:pt x="1272" y="943"/>
                </a:lnTo>
                <a:cubicBezTo>
                  <a:pt x="1281" y="943"/>
                  <a:pt x="1294" y="948"/>
                  <a:pt x="1299" y="954"/>
                </a:cubicBezTo>
                <a:lnTo>
                  <a:pt x="1514" y="1168"/>
                </a:lnTo>
                <a:cubicBezTo>
                  <a:pt x="1519" y="1174"/>
                  <a:pt x="1524" y="1186"/>
                  <a:pt x="1524" y="1195"/>
                </a:cubicBezTo>
                <a:lnTo>
                  <a:pt x="1524" y="1211"/>
                </a:lnTo>
                <a:lnTo>
                  <a:pt x="1524" y="1243"/>
                </a:lnTo>
                <a:lnTo>
                  <a:pt x="1524" y="1257"/>
                </a:lnTo>
                <a:cubicBezTo>
                  <a:pt x="1526" y="1266"/>
                  <a:pt x="1521" y="1279"/>
                  <a:pt x="1514" y="1284"/>
                </a:cubicBezTo>
                <a:close/>
                <a:moveTo>
                  <a:pt x="1343" y="1227"/>
                </a:moveTo>
                <a:cubicBezTo>
                  <a:pt x="1343" y="1218"/>
                  <a:pt x="1338" y="1205"/>
                  <a:pt x="1332" y="1200"/>
                </a:cubicBezTo>
                <a:lnTo>
                  <a:pt x="1271" y="1139"/>
                </a:lnTo>
                <a:cubicBezTo>
                  <a:pt x="1265" y="1133"/>
                  <a:pt x="1253" y="1128"/>
                  <a:pt x="1244" y="1128"/>
                </a:cubicBezTo>
                <a:lnTo>
                  <a:pt x="1242" y="1128"/>
                </a:lnTo>
                <a:cubicBezTo>
                  <a:pt x="1234" y="1128"/>
                  <a:pt x="1221" y="1133"/>
                  <a:pt x="1216" y="1139"/>
                </a:cubicBezTo>
                <a:lnTo>
                  <a:pt x="1154" y="1200"/>
                </a:lnTo>
                <a:cubicBezTo>
                  <a:pt x="1147" y="1207"/>
                  <a:pt x="1144" y="1220"/>
                  <a:pt x="1144" y="1227"/>
                </a:cubicBezTo>
                <a:lnTo>
                  <a:pt x="1144" y="1228"/>
                </a:lnTo>
                <a:cubicBezTo>
                  <a:pt x="1144" y="1237"/>
                  <a:pt x="1149" y="1249"/>
                  <a:pt x="1154" y="1254"/>
                </a:cubicBezTo>
                <a:lnTo>
                  <a:pt x="1216" y="1316"/>
                </a:lnTo>
                <a:cubicBezTo>
                  <a:pt x="1221" y="1321"/>
                  <a:pt x="1234" y="1326"/>
                  <a:pt x="1242" y="1326"/>
                </a:cubicBezTo>
                <a:lnTo>
                  <a:pt x="1244" y="1326"/>
                </a:lnTo>
                <a:cubicBezTo>
                  <a:pt x="1253" y="1326"/>
                  <a:pt x="1265" y="1321"/>
                  <a:pt x="1271" y="1316"/>
                </a:cubicBezTo>
                <a:lnTo>
                  <a:pt x="1332" y="1254"/>
                </a:lnTo>
                <a:cubicBezTo>
                  <a:pt x="1338" y="1247"/>
                  <a:pt x="1343" y="1237"/>
                  <a:pt x="1343" y="1228"/>
                </a:cubicBezTo>
                <a:lnTo>
                  <a:pt x="1343" y="1227"/>
                </a:lnTo>
                <a:close/>
                <a:moveTo>
                  <a:pt x="370" y="583"/>
                </a:moveTo>
                <a:lnTo>
                  <a:pt x="887" y="881"/>
                </a:lnTo>
                <a:cubicBezTo>
                  <a:pt x="915" y="897"/>
                  <a:pt x="945" y="904"/>
                  <a:pt x="975" y="901"/>
                </a:cubicBezTo>
                <a:cubicBezTo>
                  <a:pt x="1054" y="895"/>
                  <a:pt x="1116" y="828"/>
                  <a:pt x="1116" y="749"/>
                </a:cubicBezTo>
                <a:lnTo>
                  <a:pt x="1116" y="152"/>
                </a:lnTo>
                <a:cubicBezTo>
                  <a:pt x="1116" y="67"/>
                  <a:pt x="1047" y="0"/>
                  <a:pt x="964" y="0"/>
                </a:cubicBezTo>
                <a:cubicBezTo>
                  <a:pt x="879" y="0"/>
                  <a:pt x="812" y="69"/>
                  <a:pt x="812" y="152"/>
                </a:cubicBezTo>
                <a:lnTo>
                  <a:pt x="812" y="487"/>
                </a:lnTo>
                <a:lnTo>
                  <a:pt x="523" y="319"/>
                </a:lnTo>
                <a:cubicBezTo>
                  <a:pt x="451" y="277"/>
                  <a:pt x="358" y="302"/>
                  <a:pt x="316" y="376"/>
                </a:cubicBezTo>
                <a:cubicBezTo>
                  <a:pt x="273" y="450"/>
                  <a:pt x="298" y="543"/>
                  <a:pt x="370" y="583"/>
                </a:cubicBezTo>
                <a:close/>
                <a:moveTo>
                  <a:pt x="1505" y="902"/>
                </a:moveTo>
                <a:cubicBezTo>
                  <a:pt x="1535" y="904"/>
                  <a:pt x="1565" y="899"/>
                  <a:pt x="1593" y="883"/>
                </a:cubicBezTo>
                <a:lnTo>
                  <a:pt x="2109" y="585"/>
                </a:lnTo>
                <a:cubicBezTo>
                  <a:pt x="2182" y="543"/>
                  <a:pt x="2206" y="450"/>
                  <a:pt x="2166" y="377"/>
                </a:cubicBezTo>
                <a:cubicBezTo>
                  <a:pt x="2124" y="305"/>
                  <a:pt x="2030" y="280"/>
                  <a:pt x="1958" y="321"/>
                </a:cubicBezTo>
                <a:lnTo>
                  <a:pt x="1669" y="488"/>
                </a:lnTo>
                <a:lnTo>
                  <a:pt x="1669" y="153"/>
                </a:lnTo>
                <a:cubicBezTo>
                  <a:pt x="1669" y="69"/>
                  <a:pt x="1600" y="2"/>
                  <a:pt x="1517" y="2"/>
                </a:cubicBezTo>
                <a:cubicBezTo>
                  <a:pt x="1433" y="2"/>
                  <a:pt x="1366" y="71"/>
                  <a:pt x="1366" y="153"/>
                </a:cubicBezTo>
                <a:lnTo>
                  <a:pt x="1366" y="751"/>
                </a:lnTo>
                <a:cubicBezTo>
                  <a:pt x="1366" y="830"/>
                  <a:pt x="1428" y="897"/>
                  <a:pt x="1505" y="902"/>
                </a:cubicBezTo>
                <a:close/>
                <a:moveTo>
                  <a:pt x="976" y="1550"/>
                </a:moveTo>
                <a:cubicBezTo>
                  <a:pt x="946" y="1548"/>
                  <a:pt x="916" y="1553"/>
                  <a:pt x="888" y="1569"/>
                </a:cubicBezTo>
                <a:lnTo>
                  <a:pt x="372" y="1867"/>
                </a:lnTo>
                <a:cubicBezTo>
                  <a:pt x="300" y="1909"/>
                  <a:pt x="275" y="2003"/>
                  <a:pt x="316" y="2075"/>
                </a:cubicBezTo>
                <a:cubicBezTo>
                  <a:pt x="358" y="2147"/>
                  <a:pt x="451" y="2172"/>
                  <a:pt x="523" y="2130"/>
                </a:cubicBezTo>
                <a:lnTo>
                  <a:pt x="812" y="1962"/>
                </a:lnTo>
                <a:lnTo>
                  <a:pt x="812" y="2297"/>
                </a:lnTo>
                <a:cubicBezTo>
                  <a:pt x="812" y="2382"/>
                  <a:pt x="881" y="2449"/>
                  <a:pt x="964" y="2449"/>
                </a:cubicBezTo>
                <a:cubicBezTo>
                  <a:pt x="1049" y="2449"/>
                  <a:pt x="1116" y="2380"/>
                  <a:pt x="1116" y="2297"/>
                </a:cubicBezTo>
                <a:lnTo>
                  <a:pt x="1116" y="1700"/>
                </a:lnTo>
                <a:cubicBezTo>
                  <a:pt x="1117" y="1622"/>
                  <a:pt x="1056" y="1557"/>
                  <a:pt x="976" y="1550"/>
                </a:cubicBezTo>
                <a:close/>
                <a:moveTo>
                  <a:pt x="835" y="1271"/>
                </a:moveTo>
                <a:cubicBezTo>
                  <a:pt x="841" y="1256"/>
                  <a:pt x="842" y="1239"/>
                  <a:pt x="842" y="1223"/>
                </a:cubicBezTo>
                <a:cubicBezTo>
                  <a:pt x="842" y="1211"/>
                  <a:pt x="841" y="1198"/>
                  <a:pt x="837" y="1188"/>
                </a:cubicBezTo>
                <a:cubicBezTo>
                  <a:pt x="827" y="1151"/>
                  <a:pt x="802" y="1117"/>
                  <a:pt x="767" y="1096"/>
                </a:cubicBezTo>
                <a:lnTo>
                  <a:pt x="250" y="797"/>
                </a:lnTo>
                <a:cubicBezTo>
                  <a:pt x="178" y="754"/>
                  <a:pt x="85" y="779"/>
                  <a:pt x="42" y="853"/>
                </a:cubicBezTo>
                <a:cubicBezTo>
                  <a:pt x="0" y="925"/>
                  <a:pt x="25" y="1019"/>
                  <a:pt x="99" y="1061"/>
                </a:cubicBezTo>
                <a:lnTo>
                  <a:pt x="388" y="1228"/>
                </a:lnTo>
                <a:lnTo>
                  <a:pt x="99" y="1395"/>
                </a:lnTo>
                <a:cubicBezTo>
                  <a:pt x="27" y="1437"/>
                  <a:pt x="2" y="1530"/>
                  <a:pt x="42" y="1603"/>
                </a:cubicBezTo>
                <a:cubicBezTo>
                  <a:pt x="85" y="1675"/>
                  <a:pt x="178" y="1700"/>
                  <a:pt x="250" y="1659"/>
                </a:cubicBezTo>
                <a:lnTo>
                  <a:pt x="767" y="1361"/>
                </a:lnTo>
                <a:cubicBezTo>
                  <a:pt x="802" y="1338"/>
                  <a:pt x="825" y="1307"/>
                  <a:pt x="835" y="1271"/>
                </a:cubicBezTo>
                <a:close/>
                <a:moveTo>
                  <a:pt x="7251" y="379"/>
                </a:moveTo>
                <a:lnTo>
                  <a:pt x="7237" y="379"/>
                </a:lnTo>
                <a:cubicBezTo>
                  <a:pt x="7235" y="379"/>
                  <a:pt x="7233" y="379"/>
                  <a:pt x="7231" y="379"/>
                </a:cubicBezTo>
                <a:cubicBezTo>
                  <a:pt x="7229" y="379"/>
                  <a:pt x="7228" y="379"/>
                  <a:pt x="7226" y="379"/>
                </a:cubicBezTo>
                <a:cubicBezTo>
                  <a:pt x="7189" y="379"/>
                  <a:pt x="7154" y="383"/>
                  <a:pt x="7120" y="395"/>
                </a:cubicBezTo>
                <a:cubicBezTo>
                  <a:pt x="7087" y="405"/>
                  <a:pt x="7057" y="423"/>
                  <a:pt x="7034" y="451"/>
                </a:cubicBezTo>
                <a:lnTo>
                  <a:pt x="7034" y="451"/>
                </a:lnTo>
                <a:lnTo>
                  <a:pt x="7034" y="451"/>
                </a:lnTo>
                <a:lnTo>
                  <a:pt x="7034" y="451"/>
                </a:lnTo>
                <a:cubicBezTo>
                  <a:pt x="7009" y="478"/>
                  <a:pt x="6993" y="511"/>
                  <a:pt x="6985" y="546"/>
                </a:cubicBezTo>
                <a:cubicBezTo>
                  <a:pt x="6974" y="583"/>
                  <a:pt x="6970" y="624"/>
                  <a:pt x="6970" y="672"/>
                </a:cubicBezTo>
                <a:lnTo>
                  <a:pt x="6970" y="763"/>
                </a:lnTo>
                <a:lnTo>
                  <a:pt x="6870" y="763"/>
                </a:lnTo>
                <a:cubicBezTo>
                  <a:pt x="6835" y="763"/>
                  <a:pt x="6807" y="791"/>
                  <a:pt x="6807" y="825"/>
                </a:cubicBezTo>
                <a:cubicBezTo>
                  <a:pt x="6807" y="842"/>
                  <a:pt x="6814" y="860"/>
                  <a:pt x="6824" y="872"/>
                </a:cubicBezTo>
                <a:cubicBezTo>
                  <a:pt x="6836" y="885"/>
                  <a:pt x="6852" y="892"/>
                  <a:pt x="6870" y="894"/>
                </a:cubicBezTo>
                <a:lnTo>
                  <a:pt x="6970" y="894"/>
                </a:lnTo>
                <a:lnTo>
                  <a:pt x="6970" y="1634"/>
                </a:lnTo>
                <a:lnTo>
                  <a:pt x="6970" y="1636"/>
                </a:lnTo>
                <a:cubicBezTo>
                  <a:pt x="6970" y="1654"/>
                  <a:pt x="6977" y="1670"/>
                  <a:pt x="6990" y="1682"/>
                </a:cubicBezTo>
                <a:cubicBezTo>
                  <a:pt x="7002" y="1693"/>
                  <a:pt x="7018" y="1700"/>
                  <a:pt x="7036" y="1700"/>
                </a:cubicBezTo>
                <a:cubicBezTo>
                  <a:pt x="7069" y="1700"/>
                  <a:pt x="7097" y="1671"/>
                  <a:pt x="7097" y="1636"/>
                </a:cubicBezTo>
                <a:lnTo>
                  <a:pt x="7097" y="894"/>
                </a:lnTo>
                <a:lnTo>
                  <a:pt x="7205" y="894"/>
                </a:lnTo>
                <a:cubicBezTo>
                  <a:pt x="7222" y="892"/>
                  <a:pt x="7238" y="885"/>
                  <a:pt x="7251" y="874"/>
                </a:cubicBezTo>
                <a:cubicBezTo>
                  <a:pt x="7263" y="862"/>
                  <a:pt x="7270" y="846"/>
                  <a:pt x="7270" y="828"/>
                </a:cubicBezTo>
                <a:lnTo>
                  <a:pt x="7270" y="827"/>
                </a:lnTo>
                <a:cubicBezTo>
                  <a:pt x="7270" y="793"/>
                  <a:pt x="7242" y="765"/>
                  <a:pt x="7207" y="765"/>
                </a:cubicBezTo>
                <a:lnTo>
                  <a:pt x="7097" y="765"/>
                </a:lnTo>
                <a:lnTo>
                  <a:pt x="7097" y="673"/>
                </a:lnTo>
                <a:cubicBezTo>
                  <a:pt x="7097" y="633"/>
                  <a:pt x="7103" y="603"/>
                  <a:pt x="7108" y="582"/>
                </a:cubicBezTo>
                <a:cubicBezTo>
                  <a:pt x="7113" y="561"/>
                  <a:pt x="7122" y="546"/>
                  <a:pt x="7129" y="538"/>
                </a:cubicBezTo>
                <a:cubicBezTo>
                  <a:pt x="7136" y="531"/>
                  <a:pt x="7145" y="524"/>
                  <a:pt x="7161" y="518"/>
                </a:cubicBezTo>
                <a:cubicBezTo>
                  <a:pt x="7177" y="513"/>
                  <a:pt x="7196" y="509"/>
                  <a:pt x="7224" y="509"/>
                </a:cubicBezTo>
                <a:lnTo>
                  <a:pt x="7228" y="509"/>
                </a:lnTo>
                <a:cubicBezTo>
                  <a:pt x="7229" y="509"/>
                  <a:pt x="7231" y="509"/>
                  <a:pt x="7233" y="509"/>
                </a:cubicBezTo>
                <a:cubicBezTo>
                  <a:pt x="7235" y="509"/>
                  <a:pt x="7237" y="509"/>
                  <a:pt x="7238" y="509"/>
                </a:cubicBezTo>
                <a:lnTo>
                  <a:pt x="7247" y="509"/>
                </a:lnTo>
                <a:lnTo>
                  <a:pt x="7252" y="509"/>
                </a:lnTo>
                <a:cubicBezTo>
                  <a:pt x="7288" y="509"/>
                  <a:pt x="7318" y="481"/>
                  <a:pt x="7318" y="444"/>
                </a:cubicBezTo>
                <a:cubicBezTo>
                  <a:pt x="7314" y="409"/>
                  <a:pt x="7286" y="379"/>
                  <a:pt x="7251" y="379"/>
                </a:cubicBezTo>
                <a:close/>
                <a:moveTo>
                  <a:pt x="9482" y="862"/>
                </a:moveTo>
                <a:cubicBezTo>
                  <a:pt x="9494" y="850"/>
                  <a:pt x="9501" y="832"/>
                  <a:pt x="9501" y="816"/>
                </a:cubicBezTo>
                <a:cubicBezTo>
                  <a:pt x="9501" y="800"/>
                  <a:pt x="9494" y="784"/>
                  <a:pt x="9482" y="772"/>
                </a:cubicBez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cubicBezTo>
                  <a:pt x="9469" y="760"/>
                  <a:pt x="9454" y="753"/>
                  <a:pt x="9438" y="753"/>
                </a:cubicBezTo>
                <a:cubicBezTo>
                  <a:pt x="9423" y="753"/>
                  <a:pt x="9406" y="760"/>
                  <a:pt x="9393" y="772"/>
                </a:cubicBezTo>
                <a:lnTo>
                  <a:pt x="8895" y="1256"/>
                </a:lnTo>
                <a:lnTo>
                  <a:pt x="8895" y="441"/>
                </a:lnTo>
                <a:cubicBezTo>
                  <a:pt x="8895" y="405"/>
                  <a:pt x="8865" y="377"/>
                  <a:pt x="8830" y="377"/>
                </a:cubicBezTo>
                <a:cubicBezTo>
                  <a:pt x="8812" y="377"/>
                  <a:pt x="8796" y="384"/>
                  <a:pt x="8785" y="397"/>
                </a:cubicBezTo>
                <a:cubicBezTo>
                  <a:pt x="8775" y="407"/>
                  <a:pt x="8766" y="425"/>
                  <a:pt x="8766" y="441"/>
                </a:cubicBezTo>
                <a:lnTo>
                  <a:pt x="8766" y="1634"/>
                </a:lnTo>
                <a:cubicBezTo>
                  <a:pt x="8766" y="1652"/>
                  <a:pt x="8773" y="1668"/>
                  <a:pt x="8785" y="1679"/>
                </a:cubicBezTo>
                <a:cubicBezTo>
                  <a:pt x="8796" y="1689"/>
                  <a:pt x="8814" y="1698"/>
                  <a:pt x="8830" y="1698"/>
                </a:cubicBezTo>
                <a:cubicBezTo>
                  <a:pt x="8867" y="1698"/>
                  <a:pt x="8895" y="1670"/>
                  <a:pt x="8895" y="1634"/>
                </a:cubicBezTo>
                <a:lnTo>
                  <a:pt x="8895" y="1437"/>
                </a:lnTo>
                <a:lnTo>
                  <a:pt x="9057" y="1275"/>
                </a:lnTo>
                <a:lnTo>
                  <a:pt x="9388" y="1673"/>
                </a:lnTo>
                <a:cubicBezTo>
                  <a:pt x="9395" y="1682"/>
                  <a:pt x="9402" y="1690"/>
                  <a:pt x="9411" y="1693"/>
                </a:cubicBezTo>
                <a:cubicBezTo>
                  <a:pt x="9420" y="1697"/>
                  <a:pt x="9430" y="1698"/>
                  <a:pt x="9438" y="1698"/>
                </a:cubicBezTo>
                <a:cubicBezTo>
                  <a:pt x="9448" y="1698"/>
                  <a:pt x="9466" y="1696"/>
                  <a:pt x="9480" y="1684"/>
                </a:cubicBezTo>
                <a:lnTo>
                  <a:pt x="9480" y="1684"/>
                </a:lnTo>
                <a:lnTo>
                  <a:pt x="9480" y="1684"/>
                </a:lnTo>
                <a:cubicBezTo>
                  <a:pt x="9494" y="1671"/>
                  <a:pt x="9501" y="1654"/>
                  <a:pt x="9501" y="1636"/>
                </a:cubicBezTo>
                <a:cubicBezTo>
                  <a:pt x="9501" y="1622"/>
                  <a:pt x="9496" y="1606"/>
                  <a:pt x="9485" y="1594"/>
                </a:cubicBezTo>
                <a:lnTo>
                  <a:pt x="9485" y="1594"/>
                </a:lnTo>
                <a:lnTo>
                  <a:pt x="9149" y="1186"/>
                </a:lnTo>
                <a:lnTo>
                  <a:pt x="9482" y="862"/>
                </a:lnTo>
                <a:close/>
                <a:moveTo>
                  <a:pt x="8581" y="779"/>
                </a:moveTo>
                <a:cubicBezTo>
                  <a:pt x="8593" y="790"/>
                  <a:pt x="8600" y="807"/>
                  <a:pt x="8600" y="825"/>
                </a:cubicBezTo>
                <a:lnTo>
                  <a:pt x="8600" y="1633"/>
                </a:lnTo>
                <a:cubicBezTo>
                  <a:pt x="8600" y="1650"/>
                  <a:pt x="8593" y="1666"/>
                  <a:pt x="8581" y="1677"/>
                </a:cubicBezTo>
                <a:cubicBezTo>
                  <a:pt x="8569" y="1687"/>
                  <a:pt x="8553" y="1696"/>
                  <a:pt x="8537" y="1696"/>
                </a:cubicBezTo>
                <a:cubicBezTo>
                  <a:pt x="8519" y="1696"/>
                  <a:pt x="8504" y="1689"/>
                  <a:pt x="8493" y="1677"/>
                </a:cubicBezTo>
                <a:cubicBezTo>
                  <a:pt x="8481" y="1666"/>
                  <a:pt x="8474" y="1650"/>
                  <a:pt x="8474" y="1633"/>
                </a:cubicBezTo>
                <a:lnTo>
                  <a:pt x="8474" y="1553"/>
                </a:lnTo>
                <a:cubicBezTo>
                  <a:pt x="8394" y="1640"/>
                  <a:pt x="8281" y="1696"/>
                  <a:pt x="8156" y="1696"/>
                </a:cubicBezTo>
                <a:cubicBezTo>
                  <a:pt x="8033" y="1696"/>
                  <a:pt x="7920" y="1643"/>
                  <a:pt x="7841" y="1557"/>
                </a:cubicBezTo>
                <a:cubicBezTo>
                  <a:pt x="7760" y="1472"/>
                  <a:pt x="7712" y="1354"/>
                  <a:pt x="7712" y="1228"/>
                </a:cubicBezTo>
                <a:cubicBezTo>
                  <a:pt x="7712" y="1100"/>
                  <a:pt x="7762" y="983"/>
                  <a:pt x="7841" y="899"/>
                </a:cubicBezTo>
                <a:cubicBezTo>
                  <a:pt x="7920" y="814"/>
                  <a:pt x="8033" y="760"/>
                  <a:pt x="8156" y="760"/>
                </a:cubicBezTo>
                <a:cubicBezTo>
                  <a:pt x="8281" y="760"/>
                  <a:pt x="8394" y="814"/>
                  <a:pt x="8474" y="901"/>
                </a:cubicBezTo>
                <a:lnTo>
                  <a:pt x="8474" y="823"/>
                </a:lnTo>
                <a:cubicBezTo>
                  <a:pt x="8474" y="805"/>
                  <a:pt x="8481" y="790"/>
                  <a:pt x="8493" y="777"/>
                </a:cubicBezTo>
                <a:cubicBezTo>
                  <a:pt x="8505" y="767"/>
                  <a:pt x="8521" y="760"/>
                  <a:pt x="8537" y="760"/>
                </a:cubicBezTo>
                <a:cubicBezTo>
                  <a:pt x="8555" y="761"/>
                  <a:pt x="8570" y="768"/>
                  <a:pt x="8581" y="779"/>
                </a:cubicBezTo>
                <a:close/>
                <a:moveTo>
                  <a:pt x="8474" y="1230"/>
                </a:moveTo>
                <a:cubicBezTo>
                  <a:pt x="8474" y="1135"/>
                  <a:pt x="8437" y="1049"/>
                  <a:pt x="8380" y="987"/>
                </a:cubicBezTo>
                <a:cubicBezTo>
                  <a:pt x="8322" y="925"/>
                  <a:pt x="8243" y="888"/>
                  <a:pt x="8156" y="888"/>
                </a:cubicBezTo>
                <a:cubicBezTo>
                  <a:pt x="8070" y="888"/>
                  <a:pt x="7992" y="925"/>
                  <a:pt x="7933" y="987"/>
                </a:cubicBezTo>
                <a:cubicBezTo>
                  <a:pt x="7875" y="1049"/>
                  <a:pt x="7837" y="1135"/>
                  <a:pt x="7837" y="1230"/>
                </a:cubicBezTo>
                <a:cubicBezTo>
                  <a:pt x="7837" y="1324"/>
                  <a:pt x="7874" y="1411"/>
                  <a:pt x="7933" y="1472"/>
                </a:cubicBezTo>
                <a:cubicBezTo>
                  <a:pt x="7991" y="1534"/>
                  <a:pt x="8070" y="1571"/>
                  <a:pt x="8156" y="1571"/>
                </a:cubicBezTo>
                <a:cubicBezTo>
                  <a:pt x="8243" y="1571"/>
                  <a:pt x="8322" y="1534"/>
                  <a:pt x="8380" y="1472"/>
                </a:cubicBezTo>
                <a:cubicBezTo>
                  <a:pt x="8437" y="1409"/>
                  <a:pt x="8474" y="1324"/>
                  <a:pt x="8474" y="1230"/>
                </a:cubicBezTo>
                <a:close/>
                <a:moveTo>
                  <a:pt x="3348" y="1207"/>
                </a:moveTo>
                <a:cubicBezTo>
                  <a:pt x="3297" y="1183"/>
                  <a:pt x="3239" y="1165"/>
                  <a:pt x="3181" y="1146"/>
                </a:cubicBezTo>
                <a:cubicBezTo>
                  <a:pt x="3128" y="1128"/>
                  <a:pt x="3073" y="1112"/>
                  <a:pt x="3035" y="1091"/>
                </a:cubicBezTo>
                <a:cubicBezTo>
                  <a:pt x="3015" y="1080"/>
                  <a:pt x="2999" y="1070"/>
                  <a:pt x="2991" y="1057"/>
                </a:cubicBezTo>
                <a:cubicBezTo>
                  <a:pt x="2980" y="1045"/>
                  <a:pt x="2976" y="1033"/>
                  <a:pt x="2975" y="1015"/>
                </a:cubicBezTo>
                <a:cubicBezTo>
                  <a:pt x="2975" y="992"/>
                  <a:pt x="2982" y="973"/>
                  <a:pt x="2992" y="955"/>
                </a:cubicBezTo>
                <a:cubicBezTo>
                  <a:pt x="3010" y="931"/>
                  <a:pt x="3038" y="911"/>
                  <a:pt x="3072" y="899"/>
                </a:cubicBezTo>
                <a:cubicBezTo>
                  <a:pt x="3103" y="887"/>
                  <a:pt x="3137" y="879"/>
                  <a:pt x="3162" y="879"/>
                </a:cubicBezTo>
                <a:cubicBezTo>
                  <a:pt x="3234" y="879"/>
                  <a:pt x="3280" y="904"/>
                  <a:pt x="3315" y="929"/>
                </a:cubicBezTo>
                <a:cubicBezTo>
                  <a:pt x="3332" y="941"/>
                  <a:pt x="3347" y="954"/>
                  <a:pt x="3361" y="964"/>
                </a:cubicBezTo>
                <a:cubicBezTo>
                  <a:pt x="3368" y="969"/>
                  <a:pt x="3375" y="975"/>
                  <a:pt x="3382" y="978"/>
                </a:cubicBezTo>
                <a:cubicBezTo>
                  <a:pt x="3389" y="982"/>
                  <a:pt x="3398" y="985"/>
                  <a:pt x="3406" y="985"/>
                </a:cubicBezTo>
                <a:cubicBezTo>
                  <a:pt x="3412" y="985"/>
                  <a:pt x="3419" y="983"/>
                  <a:pt x="3424" y="982"/>
                </a:cubicBezTo>
                <a:cubicBezTo>
                  <a:pt x="3429" y="980"/>
                  <a:pt x="3435" y="976"/>
                  <a:pt x="3440" y="971"/>
                </a:cubicBezTo>
                <a:cubicBezTo>
                  <a:pt x="3445" y="968"/>
                  <a:pt x="3449" y="962"/>
                  <a:pt x="3452" y="955"/>
                </a:cubicBezTo>
                <a:cubicBezTo>
                  <a:pt x="3454" y="950"/>
                  <a:pt x="3456" y="943"/>
                  <a:pt x="3456" y="938"/>
                </a:cubicBezTo>
                <a:cubicBezTo>
                  <a:pt x="3456" y="927"/>
                  <a:pt x="3452" y="916"/>
                  <a:pt x="3447" y="906"/>
                </a:cubicBezTo>
                <a:cubicBezTo>
                  <a:pt x="3438" y="888"/>
                  <a:pt x="3422" y="872"/>
                  <a:pt x="3403" y="855"/>
                </a:cubicBezTo>
                <a:cubicBezTo>
                  <a:pt x="3375" y="830"/>
                  <a:pt x="3337" y="805"/>
                  <a:pt x="3297" y="788"/>
                </a:cubicBezTo>
                <a:cubicBezTo>
                  <a:pt x="3256" y="770"/>
                  <a:pt x="3214" y="758"/>
                  <a:pt x="3174" y="758"/>
                </a:cubicBezTo>
                <a:cubicBezTo>
                  <a:pt x="3079" y="758"/>
                  <a:pt x="3001" y="779"/>
                  <a:pt x="2943" y="820"/>
                </a:cubicBezTo>
                <a:cubicBezTo>
                  <a:pt x="2913" y="841"/>
                  <a:pt x="2887" y="864"/>
                  <a:pt x="2869" y="894"/>
                </a:cubicBezTo>
                <a:cubicBezTo>
                  <a:pt x="2850" y="925"/>
                  <a:pt x="2839" y="964"/>
                  <a:pt x="2839" y="1013"/>
                </a:cubicBezTo>
                <a:cubicBezTo>
                  <a:pt x="2839" y="1015"/>
                  <a:pt x="2839" y="1019"/>
                  <a:pt x="2839" y="1020"/>
                </a:cubicBezTo>
                <a:cubicBezTo>
                  <a:pt x="2839" y="1070"/>
                  <a:pt x="2855" y="1109"/>
                  <a:pt x="2880" y="1140"/>
                </a:cubicBezTo>
                <a:cubicBezTo>
                  <a:pt x="2917" y="1188"/>
                  <a:pt x="2973" y="1215"/>
                  <a:pt x="3028" y="1235"/>
                </a:cubicBezTo>
                <a:cubicBezTo>
                  <a:pt x="3082" y="1254"/>
                  <a:pt x="3137" y="1266"/>
                  <a:pt x="3170" y="1279"/>
                </a:cubicBezTo>
                <a:cubicBezTo>
                  <a:pt x="3218" y="1294"/>
                  <a:pt x="3271" y="1312"/>
                  <a:pt x="3308" y="1335"/>
                </a:cubicBezTo>
                <a:cubicBezTo>
                  <a:pt x="3327" y="1347"/>
                  <a:pt x="3341" y="1360"/>
                  <a:pt x="3352" y="1374"/>
                </a:cubicBezTo>
                <a:cubicBezTo>
                  <a:pt x="3362" y="1388"/>
                  <a:pt x="3368" y="1404"/>
                  <a:pt x="3368" y="1421"/>
                </a:cubicBezTo>
                <a:lnTo>
                  <a:pt x="3368" y="1423"/>
                </a:lnTo>
                <a:cubicBezTo>
                  <a:pt x="3368" y="1449"/>
                  <a:pt x="3359" y="1471"/>
                  <a:pt x="3347" y="1490"/>
                </a:cubicBezTo>
                <a:cubicBezTo>
                  <a:pt x="3327" y="1516"/>
                  <a:pt x="3294" y="1538"/>
                  <a:pt x="3258" y="1550"/>
                </a:cubicBezTo>
                <a:cubicBezTo>
                  <a:pt x="3223" y="1562"/>
                  <a:pt x="3188" y="1568"/>
                  <a:pt x="3163" y="1568"/>
                </a:cubicBezTo>
                <a:cubicBezTo>
                  <a:pt x="3080" y="1568"/>
                  <a:pt x="3026" y="1548"/>
                  <a:pt x="2985" y="1527"/>
                </a:cubicBezTo>
                <a:cubicBezTo>
                  <a:pt x="2966" y="1516"/>
                  <a:pt x="2948" y="1508"/>
                  <a:pt x="2934" y="1499"/>
                </a:cubicBezTo>
                <a:cubicBezTo>
                  <a:pt x="2927" y="1495"/>
                  <a:pt x="2920" y="1492"/>
                  <a:pt x="2913" y="1488"/>
                </a:cubicBezTo>
                <a:cubicBezTo>
                  <a:pt x="2906" y="1485"/>
                  <a:pt x="2899" y="1483"/>
                  <a:pt x="2890" y="1483"/>
                </a:cubicBezTo>
                <a:cubicBezTo>
                  <a:pt x="2885" y="1483"/>
                  <a:pt x="2880" y="1483"/>
                  <a:pt x="2874" y="1486"/>
                </a:cubicBezTo>
                <a:cubicBezTo>
                  <a:pt x="2869" y="1488"/>
                  <a:pt x="2864" y="1492"/>
                  <a:pt x="2860" y="1495"/>
                </a:cubicBezTo>
                <a:cubicBezTo>
                  <a:pt x="2855" y="1501"/>
                  <a:pt x="2850" y="1506"/>
                  <a:pt x="2846" y="1513"/>
                </a:cubicBezTo>
                <a:cubicBezTo>
                  <a:pt x="2843" y="1520"/>
                  <a:pt x="2841" y="1527"/>
                  <a:pt x="2841" y="1534"/>
                </a:cubicBezTo>
                <a:cubicBezTo>
                  <a:pt x="2841" y="1546"/>
                  <a:pt x="2846" y="1559"/>
                  <a:pt x="2851" y="1568"/>
                </a:cubicBezTo>
                <a:cubicBezTo>
                  <a:pt x="2862" y="1582"/>
                  <a:pt x="2878" y="1596"/>
                  <a:pt x="2895" y="1610"/>
                </a:cubicBezTo>
                <a:cubicBezTo>
                  <a:pt x="2915" y="1622"/>
                  <a:pt x="2938" y="1636"/>
                  <a:pt x="2966" y="1649"/>
                </a:cubicBezTo>
                <a:cubicBezTo>
                  <a:pt x="3026" y="1677"/>
                  <a:pt x="3103" y="1691"/>
                  <a:pt x="3162" y="1693"/>
                </a:cubicBezTo>
                <a:lnTo>
                  <a:pt x="3162" y="1693"/>
                </a:lnTo>
                <a:cubicBezTo>
                  <a:pt x="3253" y="1693"/>
                  <a:pt x="3331" y="1671"/>
                  <a:pt x="3398" y="1622"/>
                </a:cubicBezTo>
                <a:lnTo>
                  <a:pt x="3398" y="1622"/>
                </a:lnTo>
                <a:lnTo>
                  <a:pt x="3398" y="1622"/>
                </a:lnTo>
                <a:cubicBezTo>
                  <a:pt x="3463" y="1573"/>
                  <a:pt x="3503" y="1501"/>
                  <a:pt x="3503" y="1419"/>
                </a:cubicBezTo>
                <a:cubicBezTo>
                  <a:pt x="3503" y="1375"/>
                  <a:pt x="3493" y="1337"/>
                  <a:pt x="3475" y="1305"/>
                </a:cubicBezTo>
                <a:cubicBezTo>
                  <a:pt x="3445" y="1261"/>
                  <a:pt x="3399" y="1232"/>
                  <a:pt x="3348" y="1207"/>
                </a:cubicBezTo>
                <a:close/>
                <a:moveTo>
                  <a:pt x="7513" y="377"/>
                </a:moveTo>
                <a:cubicBezTo>
                  <a:pt x="7496" y="377"/>
                  <a:pt x="7480" y="384"/>
                  <a:pt x="7469" y="397"/>
                </a:cubicBezTo>
                <a:cubicBezTo>
                  <a:pt x="7457" y="407"/>
                  <a:pt x="7450" y="425"/>
                  <a:pt x="7450" y="441"/>
                </a:cubicBezTo>
                <a:lnTo>
                  <a:pt x="7450" y="1634"/>
                </a:lnTo>
                <a:cubicBezTo>
                  <a:pt x="7450" y="1652"/>
                  <a:pt x="7457" y="1668"/>
                  <a:pt x="7469" y="1679"/>
                </a:cubicBezTo>
                <a:cubicBezTo>
                  <a:pt x="7481" y="1689"/>
                  <a:pt x="7497" y="1698"/>
                  <a:pt x="7513" y="1698"/>
                </a:cubicBezTo>
                <a:cubicBezTo>
                  <a:pt x="7550" y="1698"/>
                  <a:pt x="7578" y="1670"/>
                  <a:pt x="7578" y="1634"/>
                </a:cubicBezTo>
                <a:lnTo>
                  <a:pt x="7578" y="441"/>
                </a:lnTo>
                <a:cubicBezTo>
                  <a:pt x="7578" y="405"/>
                  <a:pt x="7548" y="377"/>
                  <a:pt x="7513" y="377"/>
                </a:cubicBezTo>
                <a:close/>
                <a:moveTo>
                  <a:pt x="10445" y="1200"/>
                </a:moveTo>
                <a:lnTo>
                  <a:pt x="10445" y="1207"/>
                </a:lnTo>
                <a:cubicBezTo>
                  <a:pt x="10445" y="1225"/>
                  <a:pt x="10438" y="1241"/>
                  <a:pt x="10426" y="1250"/>
                </a:cubicBezTo>
                <a:cubicBezTo>
                  <a:pt x="10414" y="1261"/>
                  <a:pt x="10398" y="1266"/>
                  <a:pt x="10382" y="1266"/>
                </a:cubicBezTo>
                <a:lnTo>
                  <a:pt x="9667" y="1266"/>
                </a:lnTo>
                <a:cubicBezTo>
                  <a:pt x="9684" y="1441"/>
                  <a:pt x="9823" y="1569"/>
                  <a:pt x="9991" y="1571"/>
                </a:cubicBezTo>
                <a:lnTo>
                  <a:pt x="10033" y="1571"/>
                </a:lnTo>
                <a:cubicBezTo>
                  <a:pt x="10088" y="1571"/>
                  <a:pt x="10142" y="1552"/>
                  <a:pt x="10188" y="1520"/>
                </a:cubicBezTo>
                <a:cubicBezTo>
                  <a:pt x="10236" y="1488"/>
                  <a:pt x="10276" y="1446"/>
                  <a:pt x="10305" y="1397"/>
                </a:cubicBezTo>
                <a:cubicBezTo>
                  <a:pt x="10310" y="1386"/>
                  <a:pt x="10319" y="1380"/>
                  <a:pt x="10327" y="1374"/>
                </a:cubicBezTo>
                <a:cubicBezTo>
                  <a:pt x="10336" y="1369"/>
                  <a:pt x="10347" y="1367"/>
                  <a:pt x="10357" y="1367"/>
                </a:cubicBezTo>
                <a:cubicBezTo>
                  <a:pt x="10368" y="1367"/>
                  <a:pt x="10380" y="1370"/>
                  <a:pt x="10389" y="1375"/>
                </a:cubicBezTo>
                <a:lnTo>
                  <a:pt x="10389" y="1375"/>
                </a:lnTo>
                <a:lnTo>
                  <a:pt x="10389" y="1375"/>
                </a:lnTo>
                <a:cubicBezTo>
                  <a:pt x="10407" y="1388"/>
                  <a:pt x="10419" y="1409"/>
                  <a:pt x="10419" y="1430"/>
                </a:cubicBezTo>
                <a:cubicBezTo>
                  <a:pt x="10419" y="1441"/>
                  <a:pt x="10416" y="1453"/>
                  <a:pt x="10410" y="1464"/>
                </a:cubicBezTo>
                <a:lnTo>
                  <a:pt x="10410" y="1464"/>
                </a:lnTo>
                <a:lnTo>
                  <a:pt x="10410" y="1464"/>
                </a:lnTo>
                <a:cubicBezTo>
                  <a:pt x="10370" y="1527"/>
                  <a:pt x="10315" y="1585"/>
                  <a:pt x="10252" y="1627"/>
                </a:cubicBezTo>
                <a:cubicBezTo>
                  <a:pt x="10186" y="1670"/>
                  <a:pt x="10112" y="1696"/>
                  <a:pt x="10031" y="1696"/>
                </a:cubicBezTo>
                <a:lnTo>
                  <a:pt x="9989" y="1696"/>
                </a:lnTo>
                <a:cubicBezTo>
                  <a:pt x="9864" y="1696"/>
                  <a:pt x="9749" y="1642"/>
                  <a:pt x="9668" y="1557"/>
                </a:cubicBezTo>
                <a:cubicBezTo>
                  <a:pt x="9587" y="1472"/>
                  <a:pt x="9536" y="1356"/>
                  <a:pt x="9536" y="1230"/>
                </a:cubicBezTo>
                <a:cubicBezTo>
                  <a:pt x="9536" y="1100"/>
                  <a:pt x="9587" y="983"/>
                  <a:pt x="9668" y="897"/>
                </a:cubicBezTo>
                <a:cubicBezTo>
                  <a:pt x="9751" y="813"/>
                  <a:pt x="9864" y="760"/>
                  <a:pt x="9991" y="760"/>
                </a:cubicBezTo>
                <a:cubicBezTo>
                  <a:pt x="10112" y="760"/>
                  <a:pt x="10220" y="807"/>
                  <a:pt x="10301" y="887"/>
                </a:cubicBezTo>
                <a:cubicBezTo>
                  <a:pt x="10382" y="966"/>
                  <a:pt x="10435" y="1075"/>
                  <a:pt x="10445" y="1200"/>
                </a:cubicBezTo>
                <a:close/>
                <a:moveTo>
                  <a:pt x="10305" y="1139"/>
                </a:moveTo>
                <a:cubicBezTo>
                  <a:pt x="10268" y="992"/>
                  <a:pt x="10139" y="887"/>
                  <a:pt x="9993" y="887"/>
                </a:cubicBezTo>
                <a:cubicBezTo>
                  <a:pt x="9841" y="887"/>
                  <a:pt x="9714" y="989"/>
                  <a:pt x="9675" y="1139"/>
                </a:cubicBezTo>
                <a:lnTo>
                  <a:pt x="10305" y="1139"/>
                </a:lnTo>
                <a:close/>
                <a:moveTo>
                  <a:pt x="4027" y="763"/>
                </a:moveTo>
                <a:cubicBezTo>
                  <a:pt x="3926" y="763"/>
                  <a:pt x="3836" y="802"/>
                  <a:pt x="3768" y="864"/>
                </a:cubicBezTo>
                <a:lnTo>
                  <a:pt x="3768" y="827"/>
                </a:lnTo>
                <a:cubicBezTo>
                  <a:pt x="3768" y="809"/>
                  <a:pt x="3761" y="793"/>
                  <a:pt x="3750" y="783"/>
                </a:cubicBezTo>
                <a:cubicBezTo>
                  <a:pt x="3740" y="770"/>
                  <a:pt x="3724" y="763"/>
                  <a:pt x="3706" y="763"/>
                </a:cubicBezTo>
                <a:cubicBezTo>
                  <a:pt x="3688" y="763"/>
                  <a:pt x="3670" y="770"/>
                  <a:pt x="3660" y="783"/>
                </a:cubicBezTo>
                <a:cubicBezTo>
                  <a:pt x="3649" y="795"/>
                  <a:pt x="3643" y="811"/>
                  <a:pt x="3643" y="827"/>
                </a:cubicBezTo>
                <a:lnTo>
                  <a:pt x="3643" y="1652"/>
                </a:lnTo>
                <a:lnTo>
                  <a:pt x="3644" y="1654"/>
                </a:lnTo>
                <a:lnTo>
                  <a:pt x="3644" y="1654"/>
                </a:lnTo>
                <a:cubicBezTo>
                  <a:pt x="3644" y="1657"/>
                  <a:pt x="3646" y="1659"/>
                  <a:pt x="3648" y="1663"/>
                </a:cubicBezTo>
                <a:cubicBezTo>
                  <a:pt x="3657" y="1679"/>
                  <a:pt x="3671" y="1689"/>
                  <a:pt x="3688" y="1694"/>
                </a:cubicBezTo>
                <a:lnTo>
                  <a:pt x="3690" y="1694"/>
                </a:lnTo>
                <a:lnTo>
                  <a:pt x="3704" y="1694"/>
                </a:lnTo>
                <a:cubicBezTo>
                  <a:pt x="3713" y="1694"/>
                  <a:pt x="3722" y="1693"/>
                  <a:pt x="3731" y="1689"/>
                </a:cubicBezTo>
                <a:cubicBezTo>
                  <a:pt x="3738" y="1686"/>
                  <a:pt x="3745" y="1680"/>
                  <a:pt x="3750" y="1673"/>
                </a:cubicBezTo>
                <a:lnTo>
                  <a:pt x="3750" y="1673"/>
                </a:lnTo>
                <a:cubicBezTo>
                  <a:pt x="3750" y="1673"/>
                  <a:pt x="3750" y="1671"/>
                  <a:pt x="3752" y="1671"/>
                </a:cubicBezTo>
                <a:lnTo>
                  <a:pt x="3752" y="1671"/>
                </a:lnTo>
                <a:cubicBezTo>
                  <a:pt x="3755" y="1668"/>
                  <a:pt x="3759" y="1663"/>
                  <a:pt x="3761" y="1659"/>
                </a:cubicBezTo>
                <a:cubicBezTo>
                  <a:pt x="3762" y="1654"/>
                  <a:pt x="3764" y="1650"/>
                  <a:pt x="3764" y="1645"/>
                </a:cubicBezTo>
                <a:lnTo>
                  <a:pt x="3764" y="1643"/>
                </a:lnTo>
                <a:lnTo>
                  <a:pt x="3764" y="1147"/>
                </a:lnTo>
                <a:cubicBezTo>
                  <a:pt x="3766" y="1077"/>
                  <a:pt x="3796" y="1012"/>
                  <a:pt x="3842" y="966"/>
                </a:cubicBezTo>
                <a:cubicBezTo>
                  <a:pt x="3888" y="920"/>
                  <a:pt x="3953" y="890"/>
                  <a:pt x="4023" y="890"/>
                </a:cubicBezTo>
                <a:cubicBezTo>
                  <a:pt x="4095" y="890"/>
                  <a:pt x="4159" y="918"/>
                  <a:pt x="4205" y="966"/>
                </a:cubicBezTo>
                <a:cubicBezTo>
                  <a:pt x="4251" y="1012"/>
                  <a:pt x="4279" y="1077"/>
                  <a:pt x="4279" y="1147"/>
                </a:cubicBezTo>
                <a:lnTo>
                  <a:pt x="4279" y="1634"/>
                </a:lnTo>
                <a:cubicBezTo>
                  <a:pt x="4279" y="1652"/>
                  <a:pt x="4286" y="1668"/>
                  <a:pt x="4298" y="1680"/>
                </a:cubicBezTo>
                <a:cubicBezTo>
                  <a:pt x="4310" y="1691"/>
                  <a:pt x="4326" y="1698"/>
                  <a:pt x="4342" y="1698"/>
                </a:cubicBezTo>
                <a:cubicBezTo>
                  <a:pt x="4360" y="1698"/>
                  <a:pt x="4376" y="1691"/>
                  <a:pt x="4386" y="1680"/>
                </a:cubicBezTo>
                <a:cubicBezTo>
                  <a:pt x="4399" y="1670"/>
                  <a:pt x="4406" y="1652"/>
                  <a:pt x="4406" y="1634"/>
                </a:cubicBezTo>
                <a:lnTo>
                  <a:pt x="4406" y="1147"/>
                </a:lnTo>
                <a:cubicBezTo>
                  <a:pt x="4413" y="936"/>
                  <a:pt x="4240" y="763"/>
                  <a:pt x="4027" y="763"/>
                </a:cubicBezTo>
                <a:close/>
                <a:moveTo>
                  <a:pt x="5294" y="901"/>
                </a:moveTo>
                <a:cubicBezTo>
                  <a:pt x="5375" y="985"/>
                  <a:pt x="5421" y="1103"/>
                  <a:pt x="5423" y="1230"/>
                </a:cubicBezTo>
                <a:cubicBezTo>
                  <a:pt x="5423" y="1356"/>
                  <a:pt x="5375" y="1472"/>
                  <a:pt x="5294" y="1559"/>
                </a:cubicBezTo>
                <a:cubicBezTo>
                  <a:pt x="5214" y="1643"/>
                  <a:pt x="5101" y="1698"/>
                  <a:pt x="4978" y="1698"/>
                </a:cubicBezTo>
                <a:cubicBezTo>
                  <a:pt x="4854" y="1698"/>
                  <a:pt x="4744" y="1644"/>
                  <a:pt x="4663" y="1559"/>
                </a:cubicBezTo>
                <a:cubicBezTo>
                  <a:pt x="4582" y="1475"/>
                  <a:pt x="4533" y="1356"/>
                  <a:pt x="4533" y="1230"/>
                </a:cubicBezTo>
                <a:cubicBezTo>
                  <a:pt x="4533" y="1103"/>
                  <a:pt x="4582" y="987"/>
                  <a:pt x="4663" y="901"/>
                </a:cubicBezTo>
                <a:cubicBezTo>
                  <a:pt x="4742" y="816"/>
                  <a:pt x="4855" y="761"/>
                  <a:pt x="4978" y="761"/>
                </a:cubicBezTo>
                <a:cubicBezTo>
                  <a:pt x="5103" y="761"/>
                  <a:pt x="5214" y="816"/>
                  <a:pt x="5294" y="901"/>
                </a:cubicBezTo>
                <a:close/>
                <a:moveTo>
                  <a:pt x="5296" y="1230"/>
                </a:moveTo>
                <a:cubicBezTo>
                  <a:pt x="5296" y="1135"/>
                  <a:pt x="5258" y="1049"/>
                  <a:pt x="5200" y="987"/>
                </a:cubicBezTo>
                <a:cubicBezTo>
                  <a:pt x="5141" y="925"/>
                  <a:pt x="5063" y="887"/>
                  <a:pt x="4978" y="887"/>
                </a:cubicBezTo>
                <a:cubicBezTo>
                  <a:pt x="4892" y="887"/>
                  <a:pt x="4813" y="925"/>
                  <a:pt x="4755" y="987"/>
                </a:cubicBezTo>
                <a:cubicBezTo>
                  <a:pt x="4696" y="1049"/>
                  <a:pt x="4659" y="1135"/>
                  <a:pt x="4659" y="1230"/>
                </a:cubicBezTo>
                <a:cubicBezTo>
                  <a:pt x="4659" y="1324"/>
                  <a:pt x="4696" y="1410"/>
                  <a:pt x="4755" y="1471"/>
                </a:cubicBezTo>
                <a:cubicBezTo>
                  <a:pt x="4813" y="1533"/>
                  <a:pt x="4892" y="1569"/>
                  <a:pt x="4978" y="1569"/>
                </a:cubicBezTo>
                <a:cubicBezTo>
                  <a:pt x="5065" y="1569"/>
                  <a:pt x="5144" y="1532"/>
                  <a:pt x="5200" y="1471"/>
                </a:cubicBezTo>
                <a:cubicBezTo>
                  <a:pt x="5259" y="1409"/>
                  <a:pt x="5296" y="1324"/>
                  <a:pt x="5296" y="1230"/>
                </a:cubicBezTo>
                <a:close/>
                <a:moveTo>
                  <a:pt x="6671" y="768"/>
                </a:moveTo>
                <a:lnTo>
                  <a:pt x="6671" y="768"/>
                </a:lnTo>
                <a:cubicBezTo>
                  <a:pt x="6669" y="768"/>
                  <a:pt x="6669" y="768"/>
                  <a:pt x="6671" y="768"/>
                </a:cubicBezTo>
                <a:cubicBezTo>
                  <a:pt x="6662" y="765"/>
                  <a:pt x="6655" y="763"/>
                  <a:pt x="6648" y="763"/>
                </a:cubicBezTo>
                <a:cubicBezTo>
                  <a:pt x="6636" y="763"/>
                  <a:pt x="6624" y="767"/>
                  <a:pt x="6613" y="774"/>
                </a:cubicBezTo>
                <a:cubicBezTo>
                  <a:pt x="6603" y="781"/>
                  <a:pt x="6593" y="790"/>
                  <a:pt x="6588" y="802"/>
                </a:cubicBezTo>
                <a:lnTo>
                  <a:pt x="6588" y="802"/>
                </a:lnTo>
                <a:lnTo>
                  <a:pt x="6345" y="1467"/>
                </a:lnTo>
                <a:lnTo>
                  <a:pt x="6158" y="1022"/>
                </a:lnTo>
                <a:lnTo>
                  <a:pt x="6158" y="1022"/>
                </a:lnTo>
                <a:cubicBezTo>
                  <a:pt x="6153" y="1010"/>
                  <a:pt x="6144" y="999"/>
                  <a:pt x="6133" y="994"/>
                </a:cubicBezTo>
                <a:cubicBezTo>
                  <a:pt x="6123" y="987"/>
                  <a:pt x="6110" y="983"/>
                  <a:pt x="6096" y="983"/>
                </a:cubicBezTo>
                <a:cubicBezTo>
                  <a:pt x="6084" y="983"/>
                  <a:pt x="6072" y="987"/>
                  <a:pt x="6061" y="994"/>
                </a:cubicBezTo>
                <a:cubicBezTo>
                  <a:pt x="6051" y="1001"/>
                  <a:pt x="6042" y="1010"/>
                  <a:pt x="6036" y="1022"/>
                </a:cubicBezTo>
                <a:lnTo>
                  <a:pt x="6036" y="1022"/>
                </a:lnTo>
                <a:lnTo>
                  <a:pt x="5848" y="1467"/>
                </a:lnTo>
                <a:lnTo>
                  <a:pt x="5603" y="802"/>
                </a:lnTo>
                <a:lnTo>
                  <a:pt x="5603" y="802"/>
                </a:lnTo>
                <a:cubicBezTo>
                  <a:pt x="5599" y="790"/>
                  <a:pt x="5591" y="779"/>
                  <a:pt x="5580" y="772"/>
                </a:cubicBezTo>
                <a:cubicBezTo>
                  <a:pt x="5569" y="765"/>
                  <a:pt x="5557" y="761"/>
                  <a:pt x="5545" y="761"/>
                </a:cubicBezTo>
                <a:cubicBezTo>
                  <a:pt x="5536" y="761"/>
                  <a:pt x="5529" y="763"/>
                  <a:pt x="5520" y="767"/>
                </a:cubicBezTo>
                <a:lnTo>
                  <a:pt x="5520" y="767"/>
                </a:lnTo>
                <a:lnTo>
                  <a:pt x="5520" y="767"/>
                </a:lnTo>
                <a:cubicBezTo>
                  <a:pt x="5497" y="777"/>
                  <a:pt x="5483" y="800"/>
                  <a:pt x="5483" y="825"/>
                </a:cubicBezTo>
                <a:cubicBezTo>
                  <a:pt x="5483" y="832"/>
                  <a:pt x="5485" y="841"/>
                  <a:pt x="5488" y="848"/>
                </a:cubicBezTo>
                <a:lnTo>
                  <a:pt x="5488" y="848"/>
                </a:lnTo>
                <a:lnTo>
                  <a:pt x="5790" y="1654"/>
                </a:lnTo>
                <a:lnTo>
                  <a:pt x="5790" y="1654"/>
                </a:lnTo>
                <a:cubicBezTo>
                  <a:pt x="5791" y="1659"/>
                  <a:pt x="5795" y="1666"/>
                  <a:pt x="5800" y="1671"/>
                </a:cubicBezTo>
                <a:cubicBezTo>
                  <a:pt x="5804" y="1675"/>
                  <a:pt x="5809" y="1679"/>
                  <a:pt x="5814" y="1682"/>
                </a:cubicBezTo>
                <a:cubicBezTo>
                  <a:pt x="5816" y="1684"/>
                  <a:pt x="5816" y="1684"/>
                  <a:pt x="5820" y="1686"/>
                </a:cubicBezTo>
                <a:cubicBezTo>
                  <a:pt x="5821" y="1687"/>
                  <a:pt x="5825" y="1687"/>
                  <a:pt x="5829" y="1689"/>
                </a:cubicBezTo>
                <a:cubicBezTo>
                  <a:pt x="5834" y="1691"/>
                  <a:pt x="5841" y="1693"/>
                  <a:pt x="5850" y="1693"/>
                </a:cubicBezTo>
                <a:cubicBezTo>
                  <a:pt x="5862" y="1693"/>
                  <a:pt x="5873" y="1689"/>
                  <a:pt x="5883" y="1682"/>
                </a:cubicBezTo>
                <a:cubicBezTo>
                  <a:pt x="5892" y="1675"/>
                  <a:pt x="5901" y="1666"/>
                  <a:pt x="5906" y="1654"/>
                </a:cubicBezTo>
                <a:lnTo>
                  <a:pt x="5906" y="1654"/>
                </a:lnTo>
                <a:lnTo>
                  <a:pt x="6096" y="1200"/>
                </a:lnTo>
                <a:lnTo>
                  <a:pt x="6287" y="1652"/>
                </a:lnTo>
                <a:lnTo>
                  <a:pt x="6287" y="1652"/>
                </a:lnTo>
                <a:cubicBezTo>
                  <a:pt x="6290" y="1664"/>
                  <a:pt x="6299" y="1673"/>
                  <a:pt x="6308" y="1680"/>
                </a:cubicBezTo>
                <a:cubicBezTo>
                  <a:pt x="6317" y="1687"/>
                  <a:pt x="6327" y="1693"/>
                  <a:pt x="6340" y="1693"/>
                </a:cubicBezTo>
                <a:lnTo>
                  <a:pt x="6348" y="1693"/>
                </a:lnTo>
                <a:cubicBezTo>
                  <a:pt x="6355" y="1693"/>
                  <a:pt x="6364" y="1691"/>
                  <a:pt x="6370" y="1689"/>
                </a:cubicBezTo>
                <a:cubicBezTo>
                  <a:pt x="6377" y="1687"/>
                  <a:pt x="6382" y="1684"/>
                  <a:pt x="6385" y="1680"/>
                </a:cubicBezTo>
                <a:cubicBezTo>
                  <a:pt x="6396" y="1673"/>
                  <a:pt x="6403" y="1661"/>
                  <a:pt x="6408" y="1650"/>
                </a:cubicBezTo>
                <a:lnTo>
                  <a:pt x="6408" y="1650"/>
                </a:lnTo>
                <a:lnTo>
                  <a:pt x="6708" y="848"/>
                </a:lnTo>
                <a:cubicBezTo>
                  <a:pt x="6711" y="841"/>
                  <a:pt x="6713" y="832"/>
                  <a:pt x="6713" y="825"/>
                </a:cubicBezTo>
                <a:cubicBezTo>
                  <a:pt x="6708" y="802"/>
                  <a:pt x="6694" y="779"/>
                  <a:pt x="6671" y="76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13"/>
              <a:buFont typeface="Arial"/>
              <a:buNone/>
            </a:pPr>
            <a:r>
              <a:t/>
            </a:r>
            <a:endParaRPr b="0" i="0" sz="1013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9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ver 04">
  <p:cSld name="Data Cloud_1_1_2">
    <p:bg>
      <p:bgPr>
        <a:solidFill>
          <a:schemeClr val="accent1"/>
        </a:solidFill>
      </p:bgPr>
    </p:bg>
    <p:spTree>
      <p:nvGrpSpPr>
        <p:cNvPr id="499" name="Shape 49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0" name="Google Shape;500;g327d8e625f7_1_221"/>
          <p:cNvSpPr txBox="1"/>
          <p:nvPr>
            <p:ph idx="12" type="sldNum"/>
          </p:nvPr>
        </p:nvSpPr>
        <p:spPr>
          <a:xfrm>
            <a:off x="8229600" y="4864608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  <p:sp>
        <p:nvSpPr>
          <p:cNvPr id="501" name="Google Shape;501;g327d8e625f7_1_221"/>
          <p:cNvSpPr/>
          <p:nvPr/>
        </p:nvSpPr>
        <p:spPr>
          <a:xfrm>
            <a:off x="456932" y="4898925"/>
            <a:ext cx="16359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2" name="Google Shape;502;g327d8e625f7_1_221"/>
          <p:cNvSpPr txBox="1"/>
          <p:nvPr>
            <p:ph type="title"/>
          </p:nvPr>
        </p:nvSpPr>
        <p:spPr>
          <a:xfrm>
            <a:off x="366600" y="1188720"/>
            <a:ext cx="5394900" cy="1920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algn="l">
              <a:lnSpc>
                <a:spcPct val="74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None/>
              <a:defRPr b="1" i="0" sz="4400" u="none" cap="none" strike="noStrike">
                <a:solidFill>
                  <a:schemeClr val="dk1"/>
                </a:solidFill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503" name="Google Shape;503;g327d8e625f7_1_221"/>
          <p:cNvSpPr txBox="1"/>
          <p:nvPr>
            <p:ph idx="2" type="title"/>
          </p:nvPr>
        </p:nvSpPr>
        <p:spPr>
          <a:xfrm>
            <a:off x="366600" y="3160438"/>
            <a:ext cx="5394900" cy="4425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0" i="0" sz="1800" u="none" cap="none" strike="noStrike">
                <a:solidFill>
                  <a:schemeClr val="dk1"/>
                </a:solidFill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504" name="Google Shape;504;g327d8e625f7_1_221"/>
          <p:cNvSpPr txBox="1"/>
          <p:nvPr>
            <p:ph idx="3" type="title"/>
          </p:nvPr>
        </p:nvSpPr>
        <p:spPr>
          <a:xfrm>
            <a:off x="366600" y="4359693"/>
            <a:ext cx="4205400" cy="2742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marR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b="0" i="0" sz="1400" u="none" cap="none" strike="noStrike">
                <a:solidFill>
                  <a:schemeClr val="dk1"/>
                </a:solidFill>
              </a:defRPr>
            </a:lvl1pPr>
            <a:lvl2pPr lvl="1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2pPr>
            <a:lvl3pPr lvl="2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3pPr>
            <a:lvl4pPr lvl="3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4pPr>
            <a:lvl5pPr lvl="4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5pPr>
            <a:lvl6pPr lvl="5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6pPr>
            <a:lvl7pPr lvl="6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7pPr>
            <a:lvl8pPr lvl="7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8pPr>
            <a:lvl9pPr lvl="8" algn="l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SzPts val="1400"/>
              <a:buFont typeface="Montserrat"/>
              <a:buNone/>
              <a:defRPr b="1" sz="1800"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505" name="Google Shape;505;g327d8e625f7_1_221"/>
          <p:cNvSpPr/>
          <p:nvPr/>
        </p:nvSpPr>
        <p:spPr>
          <a:xfrm>
            <a:off x="457200" y="548640"/>
            <a:ext cx="1828808" cy="418012"/>
          </a:xfrm>
          <a:custGeom>
            <a:rect b="b" l="l" r="r" t="t"/>
            <a:pathLst>
              <a:path extrusionOk="0" h="2451" w="10771">
                <a:moveTo>
                  <a:pt x="10625" y="726"/>
                </a:moveTo>
                <a:lnTo>
                  <a:pt x="10597" y="726"/>
                </a:lnTo>
                <a:lnTo>
                  <a:pt x="10597" y="761"/>
                </a:lnTo>
                <a:lnTo>
                  <a:pt x="10625" y="761"/>
                </a:lnTo>
                <a:cubicBezTo>
                  <a:pt x="10638" y="761"/>
                  <a:pt x="10646" y="756"/>
                  <a:pt x="10646" y="744"/>
                </a:cubicBezTo>
                <a:cubicBezTo>
                  <a:pt x="10646" y="731"/>
                  <a:pt x="10639" y="726"/>
                  <a:pt x="10625" y="726"/>
                </a:cubicBezTo>
                <a:close/>
                <a:moveTo>
                  <a:pt x="10562" y="693"/>
                </a:moveTo>
                <a:lnTo>
                  <a:pt x="10625" y="693"/>
                </a:lnTo>
                <a:cubicBezTo>
                  <a:pt x="10660" y="693"/>
                  <a:pt x="10683" y="712"/>
                  <a:pt x="10683" y="742"/>
                </a:cubicBezTo>
                <a:cubicBezTo>
                  <a:pt x="10683" y="760"/>
                  <a:pt x="10675" y="774"/>
                  <a:pt x="10660" y="783"/>
                </a:cubicBezTo>
                <a:lnTo>
                  <a:pt x="10685" y="820"/>
                </a:lnTo>
                <a:lnTo>
                  <a:pt x="10685" y="827"/>
                </a:lnTo>
                <a:lnTo>
                  <a:pt x="10648" y="827"/>
                </a:lnTo>
                <a:lnTo>
                  <a:pt x="10623" y="791"/>
                </a:lnTo>
                <a:lnTo>
                  <a:pt x="10595" y="791"/>
                </a:lnTo>
                <a:lnTo>
                  <a:pt x="10595" y="827"/>
                </a:lnTo>
                <a:lnTo>
                  <a:pt x="10560" y="827"/>
                </a:lnTo>
                <a:lnTo>
                  <a:pt x="10560" y="693"/>
                </a:lnTo>
                <a:lnTo>
                  <a:pt x="10562" y="693"/>
                </a:lnTo>
                <a:close/>
                <a:moveTo>
                  <a:pt x="10742" y="761"/>
                </a:moveTo>
                <a:cubicBezTo>
                  <a:pt x="10742" y="691"/>
                  <a:pt x="10694" y="636"/>
                  <a:pt x="10622" y="636"/>
                </a:cubicBezTo>
                <a:cubicBezTo>
                  <a:pt x="10551" y="636"/>
                  <a:pt x="10504" y="687"/>
                  <a:pt x="10504" y="761"/>
                </a:cubicBezTo>
                <a:cubicBezTo>
                  <a:pt x="10504" y="832"/>
                  <a:pt x="10551" y="887"/>
                  <a:pt x="10622" y="887"/>
                </a:cubicBezTo>
                <a:cubicBezTo>
                  <a:pt x="10694" y="888"/>
                  <a:pt x="10742" y="834"/>
                  <a:pt x="10742" y="761"/>
                </a:cubicBezTo>
                <a:close/>
                <a:moveTo>
                  <a:pt x="10770" y="761"/>
                </a:moveTo>
                <a:cubicBezTo>
                  <a:pt x="10770" y="846"/>
                  <a:pt x="10713" y="915"/>
                  <a:pt x="10620" y="915"/>
                </a:cubicBezTo>
                <a:cubicBezTo>
                  <a:pt x="10527" y="915"/>
                  <a:pt x="10472" y="844"/>
                  <a:pt x="10472" y="761"/>
                </a:cubicBezTo>
                <a:cubicBezTo>
                  <a:pt x="10472" y="677"/>
                  <a:pt x="10527" y="608"/>
                  <a:pt x="10620" y="608"/>
                </a:cubicBezTo>
                <a:cubicBezTo>
                  <a:pt x="10715" y="608"/>
                  <a:pt x="10770" y="679"/>
                  <a:pt x="10770" y="761"/>
                </a:cubicBezTo>
                <a:close/>
                <a:moveTo>
                  <a:pt x="2384" y="1061"/>
                </a:moveTo>
                <a:lnTo>
                  <a:pt x="2095" y="1228"/>
                </a:lnTo>
                <a:lnTo>
                  <a:pt x="2384" y="1395"/>
                </a:lnTo>
                <a:cubicBezTo>
                  <a:pt x="2457" y="1437"/>
                  <a:pt x="2483" y="1530"/>
                  <a:pt x="2441" y="1603"/>
                </a:cubicBezTo>
                <a:cubicBezTo>
                  <a:pt x="2398" y="1675"/>
                  <a:pt x="2305" y="1700"/>
                  <a:pt x="2233" y="1659"/>
                </a:cubicBezTo>
                <a:lnTo>
                  <a:pt x="1717" y="1361"/>
                </a:lnTo>
                <a:cubicBezTo>
                  <a:pt x="1681" y="1342"/>
                  <a:pt x="1658" y="1310"/>
                  <a:pt x="1648" y="1275"/>
                </a:cubicBezTo>
                <a:cubicBezTo>
                  <a:pt x="1642" y="1259"/>
                  <a:pt x="1641" y="1242"/>
                  <a:pt x="1641" y="1227"/>
                </a:cubicBezTo>
                <a:cubicBezTo>
                  <a:pt x="1641" y="1214"/>
                  <a:pt x="1642" y="1202"/>
                  <a:pt x="1646" y="1191"/>
                </a:cubicBezTo>
                <a:cubicBezTo>
                  <a:pt x="1657" y="1154"/>
                  <a:pt x="1681" y="1121"/>
                  <a:pt x="1717" y="1100"/>
                </a:cubicBezTo>
                <a:lnTo>
                  <a:pt x="2233" y="802"/>
                </a:lnTo>
                <a:cubicBezTo>
                  <a:pt x="2305" y="760"/>
                  <a:pt x="2398" y="784"/>
                  <a:pt x="2441" y="858"/>
                </a:cubicBezTo>
                <a:cubicBezTo>
                  <a:pt x="2483" y="925"/>
                  <a:pt x="2457" y="1019"/>
                  <a:pt x="2384" y="1061"/>
                </a:cubicBezTo>
                <a:close/>
                <a:moveTo>
                  <a:pt x="2111" y="1869"/>
                </a:moveTo>
                <a:lnTo>
                  <a:pt x="1595" y="1571"/>
                </a:lnTo>
                <a:cubicBezTo>
                  <a:pt x="1567" y="1555"/>
                  <a:pt x="1537" y="1548"/>
                  <a:pt x="1507" y="1552"/>
                </a:cubicBezTo>
                <a:cubicBezTo>
                  <a:pt x="1428" y="1557"/>
                  <a:pt x="1366" y="1624"/>
                  <a:pt x="1366" y="1703"/>
                </a:cubicBezTo>
                <a:lnTo>
                  <a:pt x="1366" y="2299"/>
                </a:lnTo>
                <a:cubicBezTo>
                  <a:pt x="1366" y="2383"/>
                  <a:pt x="1435" y="2450"/>
                  <a:pt x="1517" y="2450"/>
                </a:cubicBezTo>
                <a:cubicBezTo>
                  <a:pt x="1602" y="2450"/>
                  <a:pt x="1669" y="2382"/>
                  <a:pt x="1669" y="2299"/>
                </a:cubicBezTo>
                <a:lnTo>
                  <a:pt x="1669" y="1964"/>
                </a:lnTo>
                <a:lnTo>
                  <a:pt x="1958" y="2131"/>
                </a:lnTo>
                <a:cubicBezTo>
                  <a:pt x="2030" y="2174"/>
                  <a:pt x="2124" y="2149"/>
                  <a:pt x="2166" y="2077"/>
                </a:cubicBezTo>
                <a:cubicBezTo>
                  <a:pt x="2208" y="2005"/>
                  <a:pt x="2183" y="1911"/>
                  <a:pt x="2111" y="1869"/>
                </a:cubicBezTo>
                <a:close/>
                <a:moveTo>
                  <a:pt x="1514" y="1284"/>
                </a:moveTo>
                <a:lnTo>
                  <a:pt x="1299" y="1499"/>
                </a:lnTo>
                <a:cubicBezTo>
                  <a:pt x="1294" y="1506"/>
                  <a:pt x="1281" y="1511"/>
                  <a:pt x="1272" y="1511"/>
                </a:cubicBezTo>
                <a:lnTo>
                  <a:pt x="1257" y="1511"/>
                </a:lnTo>
                <a:lnTo>
                  <a:pt x="1225" y="1511"/>
                </a:lnTo>
                <a:lnTo>
                  <a:pt x="1209" y="1511"/>
                </a:lnTo>
                <a:cubicBezTo>
                  <a:pt x="1200" y="1511"/>
                  <a:pt x="1188" y="1506"/>
                  <a:pt x="1183" y="1499"/>
                </a:cubicBezTo>
                <a:lnTo>
                  <a:pt x="968" y="1284"/>
                </a:lnTo>
                <a:cubicBezTo>
                  <a:pt x="962" y="1279"/>
                  <a:pt x="957" y="1266"/>
                  <a:pt x="957" y="1257"/>
                </a:cubicBezTo>
                <a:lnTo>
                  <a:pt x="957" y="1243"/>
                </a:lnTo>
                <a:lnTo>
                  <a:pt x="957" y="1211"/>
                </a:lnTo>
                <a:lnTo>
                  <a:pt x="957" y="1195"/>
                </a:lnTo>
                <a:cubicBezTo>
                  <a:pt x="957" y="1186"/>
                  <a:pt x="962" y="1174"/>
                  <a:pt x="968" y="1168"/>
                </a:cubicBezTo>
                <a:lnTo>
                  <a:pt x="1183" y="954"/>
                </a:lnTo>
                <a:cubicBezTo>
                  <a:pt x="1190" y="946"/>
                  <a:pt x="1200" y="943"/>
                  <a:pt x="1209" y="943"/>
                </a:cubicBezTo>
                <a:lnTo>
                  <a:pt x="1225" y="943"/>
                </a:lnTo>
                <a:lnTo>
                  <a:pt x="1257" y="943"/>
                </a:lnTo>
                <a:lnTo>
                  <a:pt x="1272" y="943"/>
                </a:lnTo>
                <a:cubicBezTo>
                  <a:pt x="1281" y="943"/>
                  <a:pt x="1294" y="948"/>
                  <a:pt x="1299" y="954"/>
                </a:cubicBezTo>
                <a:lnTo>
                  <a:pt x="1514" y="1168"/>
                </a:lnTo>
                <a:cubicBezTo>
                  <a:pt x="1519" y="1174"/>
                  <a:pt x="1524" y="1186"/>
                  <a:pt x="1524" y="1195"/>
                </a:cubicBezTo>
                <a:lnTo>
                  <a:pt x="1524" y="1211"/>
                </a:lnTo>
                <a:lnTo>
                  <a:pt x="1524" y="1243"/>
                </a:lnTo>
                <a:lnTo>
                  <a:pt x="1524" y="1257"/>
                </a:lnTo>
                <a:cubicBezTo>
                  <a:pt x="1526" y="1266"/>
                  <a:pt x="1521" y="1279"/>
                  <a:pt x="1514" y="1284"/>
                </a:cubicBezTo>
                <a:close/>
                <a:moveTo>
                  <a:pt x="1343" y="1227"/>
                </a:moveTo>
                <a:cubicBezTo>
                  <a:pt x="1343" y="1218"/>
                  <a:pt x="1338" y="1205"/>
                  <a:pt x="1332" y="1200"/>
                </a:cubicBezTo>
                <a:lnTo>
                  <a:pt x="1271" y="1139"/>
                </a:lnTo>
                <a:cubicBezTo>
                  <a:pt x="1265" y="1133"/>
                  <a:pt x="1253" y="1128"/>
                  <a:pt x="1244" y="1128"/>
                </a:cubicBezTo>
                <a:lnTo>
                  <a:pt x="1242" y="1128"/>
                </a:lnTo>
                <a:cubicBezTo>
                  <a:pt x="1234" y="1128"/>
                  <a:pt x="1221" y="1133"/>
                  <a:pt x="1216" y="1139"/>
                </a:cubicBezTo>
                <a:lnTo>
                  <a:pt x="1154" y="1200"/>
                </a:lnTo>
                <a:cubicBezTo>
                  <a:pt x="1147" y="1207"/>
                  <a:pt x="1144" y="1220"/>
                  <a:pt x="1144" y="1227"/>
                </a:cubicBezTo>
                <a:lnTo>
                  <a:pt x="1144" y="1228"/>
                </a:lnTo>
                <a:cubicBezTo>
                  <a:pt x="1144" y="1237"/>
                  <a:pt x="1149" y="1249"/>
                  <a:pt x="1154" y="1254"/>
                </a:cubicBezTo>
                <a:lnTo>
                  <a:pt x="1216" y="1316"/>
                </a:lnTo>
                <a:cubicBezTo>
                  <a:pt x="1221" y="1321"/>
                  <a:pt x="1234" y="1326"/>
                  <a:pt x="1242" y="1326"/>
                </a:cubicBezTo>
                <a:lnTo>
                  <a:pt x="1244" y="1326"/>
                </a:lnTo>
                <a:cubicBezTo>
                  <a:pt x="1253" y="1326"/>
                  <a:pt x="1265" y="1321"/>
                  <a:pt x="1271" y="1316"/>
                </a:cubicBezTo>
                <a:lnTo>
                  <a:pt x="1332" y="1254"/>
                </a:lnTo>
                <a:cubicBezTo>
                  <a:pt x="1338" y="1247"/>
                  <a:pt x="1343" y="1237"/>
                  <a:pt x="1343" y="1228"/>
                </a:cubicBezTo>
                <a:lnTo>
                  <a:pt x="1343" y="1227"/>
                </a:lnTo>
                <a:close/>
                <a:moveTo>
                  <a:pt x="370" y="583"/>
                </a:moveTo>
                <a:lnTo>
                  <a:pt x="887" y="881"/>
                </a:lnTo>
                <a:cubicBezTo>
                  <a:pt x="915" y="897"/>
                  <a:pt x="945" y="904"/>
                  <a:pt x="975" y="901"/>
                </a:cubicBezTo>
                <a:cubicBezTo>
                  <a:pt x="1054" y="895"/>
                  <a:pt x="1116" y="828"/>
                  <a:pt x="1116" y="749"/>
                </a:cubicBezTo>
                <a:lnTo>
                  <a:pt x="1116" y="152"/>
                </a:lnTo>
                <a:cubicBezTo>
                  <a:pt x="1116" y="67"/>
                  <a:pt x="1047" y="0"/>
                  <a:pt x="964" y="0"/>
                </a:cubicBezTo>
                <a:cubicBezTo>
                  <a:pt x="879" y="0"/>
                  <a:pt x="812" y="69"/>
                  <a:pt x="812" y="152"/>
                </a:cubicBezTo>
                <a:lnTo>
                  <a:pt x="812" y="487"/>
                </a:lnTo>
                <a:lnTo>
                  <a:pt x="523" y="319"/>
                </a:lnTo>
                <a:cubicBezTo>
                  <a:pt x="451" y="277"/>
                  <a:pt x="358" y="302"/>
                  <a:pt x="316" y="376"/>
                </a:cubicBezTo>
                <a:cubicBezTo>
                  <a:pt x="273" y="450"/>
                  <a:pt x="298" y="543"/>
                  <a:pt x="370" y="583"/>
                </a:cubicBezTo>
                <a:close/>
                <a:moveTo>
                  <a:pt x="1505" y="902"/>
                </a:moveTo>
                <a:cubicBezTo>
                  <a:pt x="1535" y="904"/>
                  <a:pt x="1565" y="899"/>
                  <a:pt x="1593" y="883"/>
                </a:cubicBezTo>
                <a:lnTo>
                  <a:pt x="2109" y="585"/>
                </a:lnTo>
                <a:cubicBezTo>
                  <a:pt x="2182" y="543"/>
                  <a:pt x="2206" y="450"/>
                  <a:pt x="2166" y="377"/>
                </a:cubicBezTo>
                <a:cubicBezTo>
                  <a:pt x="2124" y="305"/>
                  <a:pt x="2030" y="280"/>
                  <a:pt x="1958" y="321"/>
                </a:cubicBezTo>
                <a:lnTo>
                  <a:pt x="1669" y="488"/>
                </a:lnTo>
                <a:lnTo>
                  <a:pt x="1669" y="153"/>
                </a:lnTo>
                <a:cubicBezTo>
                  <a:pt x="1669" y="69"/>
                  <a:pt x="1600" y="2"/>
                  <a:pt x="1517" y="2"/>
                </a:cubicBezTo>
                <a:cubicBezTo>
                  <a:pt x="1433" y="2"/>
                  <a:pt x="1366" y="71"/>
                  <a:pt x="1366" y="153"/>
                </a:cubicBezTo>
                <a:lnTo>
                  <a:pt x="1366" y="751"/>
                </a:lnTo>
                <a:cubicBezTo>
                  <a:pt x="1366" y="830"/>
                  <a:pt x="1428" y="897"/>
                  <a:pt x="1505" y="902"/>
                </a:cubicBezTo>
                <a:close/>
                <a:moveTo>
                  <a:pt x="976" y="1550"/>
                </a:moveTo>
                <a:cubicBezTo>
                  <a:pt x="946" y="1548"/>
                  <a:pt x="916" y="1553"/>
                  <a:pt x="888" y="1569"/>
                </a:cubicBezTo>
                <a:lnTo>
                  <a:pt x="372" y="1867"/>
                </a:lnTo>
                <a:cubicBezTo>
                  <a:pt x="300" y="1909"/>
                  <a:pt x="275" y="2003"/>
                  <a:pt x="316" y="2075"/>
                </a:cubicBezTo>
                <a:cubicBezTo>
                  <a:pt x="358" y="2147"/>
                  <a:pt x="451" y="2172"/>
                  <a:pt x="523" y="2130"/>
                </a:cubicBezTo>
                <a:lnTo>
                  <a:pt x="812" y="1962"/>
                </a:lnTo>
                <a:lnTo>
                  <a:pt x="812" y="2297"/>
                </a:lnTo>
                <a:cubicBezTo>
                  <a:pt x="812" y="2382"/>
                  <a:pt x="881" y="2449"/>
                  <a:pt x="964" y="2449"/>
                </a:cubicBezTo>
                <a:cubicBezTo>
                  <a:pt x="1049" y="2449"/>
                  <a:pt x="1116" y="2380"/>
                  <a:pt x="1116" y="2297"/>
                </a:cubicBezTo>
                <a:lnTo>
                  <a:pt x="1116" y="1700"/>
                </a:lnTo>
                <a:cubicBezTo>
                  <a:pt x="1117" y="1622"/>
                  <a:pt x="1056" y="1557"/>
                  <a:pt x="976" y="1550"/>
                </a:cubicBezTo>
                <a:close/>
                <a:moveTo>
                  <a:pt x="835" y="1271"/>
                </a:moveTo>
                <a:cubicBezTo>
                  <a:pt x="841" y="1256"/>
                  <a:pt x="842" y="1239"/>
                  <a:pt x="842" y="1223"/>
                </a:cubicBezTo>
                <a:cubicBezTo>
                  <a:pt x="842" y="1211"/>
                  <a:pt x="841" y="1198"/>
                  <a:pt x="837" y="1188"/>
                </a:cubicBezTo>
                <a:cubicBezTo>
                  <a:pt x="827" y="1151"/>
                  <a:pt x="802" y="1117"/>
                  <a:pt x="767" y="1096"/>
                </a:cubicBezTo>
                <a:lnTo>
                  <a:pt x="250" y="797"/>
                </a:lnTo>
                <a:cubicBezTo>
                  <a:pt x="178" y="754"/>
                  <a:pt x="85" y="779"/>
                  <a:pt x="42" y="853"/>
                </a:cubicBezTo>
                <a:cubicBezTo>
                  <a:pt x="0" y="925"/>
                  <a:pt x="25" y="1019"/>
                  <a:pt x="99" y="1061"/>
                </a:cubicBezTo>
                <a:lnTo>
                  <a:pt x="388" y="1228"/>
                </a:lnTo>
                <a:lnTo>
                  <a:pt x="99" y="1395"/>
                </a:lnTo>
                <a:cubicBezTo>
                  <a:pt x="27" y="1437"/>
                  <a:pt x="2" y="1530"/>
                  <a:pt x="42" y="1603"/>
                </a:cubicBezTo>
                <a:cubicBezTo>
                  <a:pt x="85" y="1675"/>
                  <a:pt x="178" y="1700"/>
                  <a:pt x="250" y="1659"/>
                </a:cubicBezTo>
                <a:lnTo>
                  <a:pt x="767" y="1361"/>
                </a:lnTo>
                <a:cubicBezTo>
                  <a:pt x="802" y="1338"/>
                  <a:pt x="825" y="1307"/>
                  <a:pt x="835" y="1271"/>
                </a:cubicBezTo>
                <a:close/>
                <a:moveTo>
                  <a:pt x="7251" y="379"/>
                </a:moveTo>
                <a:lnTo>
                  <a:pt x="7237" y="379"/>
                </a:lnTo>
                <a:cubicBezTo>
                  <a:pt x="7235" y="379"/>
                  <a:pt x="7233" y="379"/>
                  <a:pt x="7231" y="379"/>
                </a:cubicBezTo>
                <a:cubicBezTo>
                  <a:pt x="7229" y="379"/>
                  <a:pt x="7228" y="379"/>
                  <a:pt x="7226" y="379"/>
                </a:cubicBezTo>
                <a:cubicBezTo>
                  <a:pt x="7189" y="379"/>
                  <a:pt x="7154" y="383"/>
                  <a:pt x="7120" y="395"/>
                </a:cubicBezTo>
                <a:cubicBezTo>
                  <a:pt x="7087" y="405"/>
                  <a:pt x="7057" y="423"/>
                  <a:pt x="7034" y="451"/>
                </a:cubicBezTo>
                <a:lnTo>
                  <a:pt x="7034" y="451"/>
                </a:lnTo>
                <a:lnTo>
                  <a:pt x="7034" y="451"/>
                </a:lnTo>
                <a:lnTo>
                  <a:pt x="7034" y="451"/>
                </a:lnTo>
                <a:cubicBezTo>
                  <a:pt x="7009" y="478"/>
                  <a:pt x="6993" y="511"/>
                  <a:pt x="6985" y="546"/>
                </a:cubicBezTo>
                <a:cubicBezTo>
                  <a:pt x="6974" y="583"/>
                  <a:pt x="6970" y="624"/>
                  <a:pt x="6970" y="672"/>
                </a:cubicBezTo>
                <a:lnTo>
                  <a:pt x="6970" y="763"/>
                </a:lnTo>
                <a:lnTo>
                  <a:pt x="6870" y="763"/>
                </a:lnTo>
                <a:cubicBezTo>
                  <a:pt x="6835" y="763"/>
                  <a:pt x="6807" y="791"/>
                  <a:pt x="6807" y="825"/>
                </a:cubicBezTo>
                <a:cubicBezTo>
                  <a:pt x="6807" y="842"/>
                  <a:pt x="6814" y="860"/>
                  <a:pt x="6824" y="872"/>
                </a:cubicBezTo>
                <a:cubicBezTo>
                  <a:pt x="6836" y="885"/>
                  <a:pt x="6852" y="892"/>
                  <a:pt x="6870" y="894"/>
                </a:cubicBezTo>
                <a:lnTo>
                  <a:pt x="6970" y="894"/>
                </a:lnTo>
                <a:lnTo>
                  <a:pt x="6970" y="1634"/>
                </a:lnTo>
                <a:lnTo>
                  <a:pt x="6970" y="1636"/>
                </a:lnTo>
                <a:cubicBezTo>
                  <a:pt x="6970" y="1654"/>
                  <a:pt x="6977" y="1670"/>
                  <a:pt x="6990" y="1682"/>
                </a:cubicBezTo>
                <a:cubicBezTo>
                  <a:pt x="7002" y="1693"/>
                  <a:pt x="7018" y="1700"/>
                  <a:pt x="7036" y="1700"/>
                </a:cubicBezTo>
                <a:cubicBezTo>
                  <a:pt x="7069" y="1700"/>
                  <a:pt x="7097" y="1671"/>
                  <a:pt x="7097" y="1636"/>
                </a:cubicBezTo>
                <a:lnTo>
                  <a:pt x="7097" y="894"/>
                </a:lnTo>
                <a:lnTo>
                  <a:pt x="7205" y="894"/>
                </a:lnTo>
                <a:cubicBezTo>
                  <a:pt x="7222" y="892"/>
                  <a:pt x="7238" y="885"/>
                  <a:pt x="7251" y="874"/>
                </a:cubicBezTo>
                <a:cubicBezTo>
                  <a:pt x="7263" y="862"/>
                  <a:pt x="7270" y="846"/>
                  <a:pt x="7270" y="828"/>
                </a:cubicBezTo>
                <a:lnTo>
                  <a:pt x="7270" y="827"/>
                </a:lnTo>
                <a:cubicBezTo>
                  <a:pt x="7270" y="793"/>
                  <a:pt x="7242" y="765"/>
                  <a:pt x="7207" y="765"/>
                </a:cubicBezTo>
                <a:lnTo>
                  <a:pt x="7097" y="765"/>
                </a:lnTo>
                <a:lnTo>
                  <a:pt x="7097" y="673"/>
                </a:lnTo>
                <a:cubicBezTo>
                  <a:pt x="7097" y="633"/>
                  <a:pt x="7103" y="603"/>
                  <a:pt x="7108" y="582"/>
                </a:cubicBezTo>
                <a:cubicBezTo>
                  <a:pt x="7113" y="561"/>
                  <a:pt x="7122" y="546"/>
                  <a:pt x="7129" y="538"/>
                </a:cubicBezTo>
                <a:cubicBezTo>
                  <a:pt x="7136" y="531"/>
                  <a:pt x="7145" y="524"/>
                  <a:pt x="7161" y="518"/>
                </a:cubicBezTo>
                <a:cubicBezTo>
                  <a:pt x="7177" y="513"/>
                  <a:pt x="7196" y="509"/>
                  <a:pt x="7224" y="509"/>
                </a:cubicBezTo>
                <a:lnTo>
                  <a:pt x="7228" y="509"/>
                </a:lnTo>
                <a:cubicBezTo>
                  <a:pt x="7229" y="509"/>
                  <a:pt x="7231" y="509"/>
                  <a:pt x="7233" y="509"/>
                </a:cubicBezTo>
                <a:cubicBezTo>
                  <a:pt x="7235" y="509"/>
                  <a:pt x="7237" y="509"/>
                  <a:pt x="7238" y="509"/>
                </a:cubicBezTo>
                <a:lnTo>
                  <a:pt x="7247" y="509"/>
                </a:lnTo>
                <a:lnTo>
                  <a:pt x="7252" y="509"/>
                </a:lnTo>
                <a:cubicBezTo>
                  <a:pt x="7288" y="509"/>
                  <a:pt x="7318" y="481"/>
                  <a:pt x="7318" y="444"/>
                </a:cubicBezTo>
                <a:cubicBezTo>
                  <a:pt x="7314" y="409"/>
                  <a:pt x="7286" y="379"/>
                  <a:pt x="7251" y="379"/>
                </a:cubicBezTo>
                <a:close/>
                <a:moveTo>
                  <a:pt x="9482" y="862"/>
                </a:moveTo>
                <a:cubicBezTo>
                  <a:pt x="9494" y="850"/>
                  <a:pt x="9501" y="832"/>
                  <a:pt x="9501" y="816"/>
                </a:cubicBezTo>
                <a:cubicBezTo>
                  <a:pt x="9501" y="800"/>
                  <a:pt x="9494" y="784"/>
                  <a:pt x="9482" y="772"/>
                </a:cubicBez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cubicBezTo>
                  <a:pt x="9469" y="760"/>
                  <a:pt x="9454" y="753"/>
                  <a:pt x="9438" y="753"/>
                </a:cubicBezTo>
                <a:cubicBezTo>
                  <a:pt x="9423" y="753"/>
                  <a:pt x="9406" y="760"/>
                  <a:pt x="9393" y="772"/>
                </a:cubicBezTo>
                <a:lnTo>
                  <a:pt x="8895" y="1256"/>
                </a:lnTo>
                <a:lnTo>
                  <a:pt x="8895" y="441"/>
                </a:lnTo>
                <a:cubicBezTo>
                  <a:pt x="8895" y="405"/>
                  <a:pt x="8865" y="377"/>
                  <a:pt x="8830" y="377"/>
                </a:cubicBezTo>
                <a:cubicBezTo>
                  <a:pt x="8812" y="377"/>
                  <a:pt x="8796" y="384"/>
                  <a:pt x="8785" y="397"/>
                </a:cubicBezTo>
                <a:cubicBezTo>
                  <a:pt x="8775" y="407"/>
                  <a:pt x="8766" y="425"/>
                  <a:pt x="8766" y="441"/>
                </a:cubicBezTo>
                <a:lnTo>
                  <a:pt x="8766" y="1634"/>
                </a:lnTo>
                <a:cubicBezTo>
                  <a:pt x="8766" y="1652"/>
                  <a:pt x="8773" y="1668"/>
                  <a:pt x="8785" y="1679"/>
                </a:cubicBezTo>
                <a:cubicBezTo>
                  <a:pt x="8796" y="1689"/>
                  <a:pt x="8814" y="1698"/>
                  <a:pt x="8830" y="1698"/>
                </a:cubicBezTo>
                <a:cubicBezTo>
                  <a:pt x="8867" y="1698"/>
                  <a:pt x="8895" y="1670"/>
                  <a:pt x="8895" y="1634"/>
                </a:cubicBezTo>
                <a:lnTo>
                  <a:pt x="8895" y="1437"/>
                </a:lnTo>
                <a:lnTo>
                  <a:pt x="9057" y="1275"/>
                </a:lnTo>
                <a:lnTo>
                  <a:pt x="9388" y="1673"/>
                </a:lnTo>
                <a:cubicBezTo>
                  <a:pt x="9395" y="1682"/>
                  <a:pt x="9402" y="1690"/>
                  <a:pt x="9411" y="1693"/>
                </a:cubicBezTo>
                <a:cubicBezTo>
                  <a:pt x="9420" y="1697"/>
                  <a:pt x="9430" y="1698"/>
                  <a:pt x="9438" y="1698"/>
                </a:cubicBezTo>
                <a:cubicBezTo>
                  <a:pt x="9448" y="1698"/>
                  <a:pt x="9466" y="1696"/>
                  <a:pt x="9480" y="1684"/>
                </a:cubicBezTo>
                <a:lnTo>
                  <a:pt x="9480" y="1684"/>
                </a:lnTo>
                <a:lnTo>
                  <a:pt x="9480" y="1684"/>
                </a:lnTo>
                <a:cubicBezTo>
                  <a:pt x="9494" y="1671"/>
                  <a:pt x="9501" y="1654"/>
                  <a:pt x="9501" y="1636"/>
                </a:cubicBezTo>
                <a:cubicBezTo>
                  <a:pt x="9501" y="1622"/>
                  <a:pt x="9496" y="1606"/>
                  <a:pt x="9485" y="1594"/>
                </a:cubicBezTo>
                <a:lnTo>
                  <a:pt x="9485" y="1594"/>
                </a:lnTo>
                <a:lnTo>
                  <a:pt x="9149" y="1186"/>
                </a:lnTo>
                <a:lnTo>
                  <a:pt x="9482" y="862"/>
                </a:lnTo>
                <a:close/>
                <a:moveTo>
                  <a:pt x="8581" y="779"/>
                </a:moveTo>
                <a:cubicBezTo>
                  <a:pt x="8593" y="790"/>
                  <a:pt x="8600" y="807"/>
                  <a:pt x="8600" y="825"/>
                </a:cubicBezTo>
                <a:lnTo>
                  <a:pt x="8600" y="1633"/>
                </a:lnTo>
                <a:cubicBezTo>
                  <a:pt x="8600" y="1650"/>
                  <a:pt x="8593" y="1666"/>
                  <a:pt x="8581" y="1677"/>
                </a:cubicBezTo>
                <a:cubicBezTo>
                  <a:pt x="8569" y="1687"/>
                  <a:pt x="8553" y="1696"/>
                  <a:pt x="8537" y="1696"/>
                </a:cubicBezTo>
                <a:cubicBezTo>
                  <a:pt x="8519" y="1696"/>
                  <a:pt x="8504" y="1689"/>
                  <a:pt x="8493" y="1677"/>
                </a:cubicBezTo>
                <a:cubicBezTo>
                  <a:pt x="8481" y="1666"/>
                  <a:pt x="8474" y="1650"/>
                  <a:pt x="8474" y="1633"/>
                </a:cubicBezTo>
                <a:lnTo>
                  <a:pt x="8474" y="1553"/>
                </a:lnTo>
                <a:cubicBezTo>
                  <a:pt x="8394" y="1640"/>
                  <a:pt x="8281" y="1696"/>
                  <a:pt x="8156" y="1696"/>
                </a:cubicBezTo>
                <a:cubicBezTo>
                  <a:pt x="8033" y="1696"/>
                  <a:pt x="7920" y="1643"/>
                  <a:pt x="7841" y="1557"/>
                </a:cubicBezTo>
                <a:cubicBezTo>
                  <a:pt x="7760" y="1472"/>
                  <a:pt x="7712" y="1354"/>
                  <a:pt x="7712" y="1228"/>
                </a:cubicBezTo>
                <a:cubicBezTo>
                  <a:pt x="7712" y="1100"/>
                  <a:pt x="7762" y="983"/>
                  <a:pt x="7841" y="899"/>
                </a:cubicBezTo>
                <a:cubicBezTo>
                  <a:pt x="7920" y="814"/>
                  <a:pt x="8033" y="760"/>
                  <a:pt x="8156" y="760"/>
                </a:cubicBezTo>
                <a:cubicBezTo>
                  <a:pt x="8281" y="760"/>
                  <a:pt x="8394" y="814"/>
                  <a:pt x="8474" y="901"/>
                </a:cubicBezTo>
                <a:lnTo>
                  <a:pt x="8474" y="823"/>
                </a:lnTo>
                <a:cubicBezTo>
                  <a:pt x="8474" y="805"/>
                  <a:pt x="8481" y="790"/>
                  <a:pt x="8493" y="777"/>
                </a:cubicBezTo>
                <a:cubicBezTo>
                  <a:pt x="8505" y="767"/>
                  <a:pt x="8521" y="760"/>
                  <a:pt x="8537" y="760"/>
                </a:cubicBezTo>
                <a:cubicBezTo>
                  <a:pt x="8555" y="761"/>
                  <a:pt x="8570" y="768"/>
                  <a:pt x="8581" y="779"/>
                </a:cubicBezTo>
                <a:close/>
                <a:moveTo>
                  <a:pt x="8474" y="1230"/>
                </a:moveTo>
                <a:cubicBezTo>
                  <a:pt x="8474" y="1135"/>
                  <a:pt x="8437" y="1049"/>
                  <a:pt x="8380" y="987"/>
                </a:cubicBezTo>
                <a:cubicBezTo>
                  <a:pt x="8322" y="925"/>
                  <a:pt x="8243" y="888"/>
                  <a:pt x="8156" y="888"/>
                </a:cubicBezTo>
                <a:cubicBezTo>
                  <a:pt x="8070" y="888"/>
                  <a:pt x="7992" y="925"/>
                  <a:pt x="7933" y="987"/>
                </a:cubicBezTo>
                <a:cubicBezTo>
                  <a:pt x="7875" y="1049"/>
                  <a:pt x="7837" y="1135"/>
                  <a:pt x="7837" y="1230"/>
                </a:cubicBezTo>
                <a:cubicBezTo>
                  <a:pt x="7837" y="1324"/>
                  <a:pt x="7874" y="1411"/>
                  <a:pt x="7933" y="1472"/>
                </a:cubicBezTo>
                <a:cubicBezTo>
                  <a:pt x="7991" y="1534"/>
                  <a:pt x="8070" y="1571"/>
                  <a:pt x="8156" y="1571"/>
                </a:cubicBezTo>
                <a:cubicBezTo>
                  <a:pt x="8243" y="1571"/>
                  <a:pt x="8322" y="1534"/>
                  <a:pt x="8380" y="1472"/>
                </a:cubicBezTo>
                <a:cubicBezTo>
                  <a:pt x="8437" y="1409"/>
                  <a:pt x="8474" y="1324"/>
                  <a:pt x="8474" y="1230"/>
                </a:cubicBezTo>
                <a:close/>
                <a:moveTo>
                  <a:pt x="3348" y="1207"/>
                </a:moveTo>
                <a:cubicBezTo>
                  <a:pt x="3297" y="1183"/>
                  <a:pt x="3239" y="1165"/>
                  <a:pt x="3181" y="1146"/>
                </a:cubicBezTo>
                <a:cubicBezTo>
                  <a:pt x="3128" y="1128"/>
                  <a:pt x="3073" y="1112"/>
                  <a:pt x="3035" y="1091"/>
                </a:cubicBezTo>
                <a:cubicBezTo>
                  <a:pt x="3015" y="1080"/>
                  <a:pt x="2999" y="1070"/>
                  <a:pt x="2991" y="1057"/>
                </a:cubicBezTo>
                <a:cubicBezTo>
                  <a:pt x="2980" y="1045"/>
                  <a:pt x="2976" y="1033"/>
                  <a:pt x="2975" y="1015"/>
                </a:cubicBezTo>
                <a:cubicBezTo>
                  <a:pt x="2975" y="992"/>
                  <a:pt x="2982" y="973"/>
                  <a:pt x="2992" y="955"/>
                </a:cubicBezTo>
                <a:cubicBezTo>
                  <a:pt x="3010" y="931"/>
                  <a:pt x="3038" y="911"/>
                  <a:pt x="3072" y="899"/>
                </a:cubicBezTo>
                <a:cubicBezTo>
                  <a:pt x="3103" y="887"/>
                  <a:pt x="3137" y="879"/>
                  <a:pt x="3162" y="879"/>
                </a:cubicBezTo>
                <a:cubicBezTo>
                  <a:pt x="3234" y="879"/>
                  <a:pt x="3280" y="904"/>
                  <a:pt x="3315" y="929"/>
                </a:cubicBezTo>
                <a:cubicBezTo>
                  <a:pt x="3332" y="941"/>
                  <a:pt x="3347" y="954"/>
                  <a:pt x="3361" y="964"/>
                </a:cubicBezTo>
                <a:cubicBezTo>
                  <a:pt x="3368" y="969"/>
                  <a:pt x="3375" y="975"/>
                  <a:pt x="3382" y="978"/>
                </a:cubicBezTo>
                <a:cubicBezTo>
                  <a:pt x="3389" y="982"/>
                  <a:pt x="3398" y="985"/>
                  <a:pt x="3406" y="985"/>
                </a:cubicBezTo>
                <a:cubicBezTo>
                  <a:pt x="3412" y="985"/>
                  <a:pt x="3419" y="983"/>
                  <a:pt x="3424" y="982"/>
                </a:cubicBezTo>
                <a:cubicBezTo>
                  <a:pt x="3429" y="980"/>
                  <a:pt x="3435" y="976"/>
                  <a:pt x="3440" y="971"/>
                </a:cubicBezTo>
                <a:cubicBezTo>
                  <a:pt x="3445" y="968"/>
                  <a:pt x="3449" y="962"/>
                  <a:pt x="3452" y="955"/>
                </a:cubicBezTo>
                <a:cubicBezTo>
                  <a:pt x="3454" y="950"/>
                  <a:pt x="3456" y="943"/>
                  <a:pt x="3456" y="938"/>
                </a:cubicBezTo>
                <a:cubicBezTo>
                  <a:pt x="3456" y="927"/>
                  <a:pt x="3452" y="916"/>
                  <a:pt x="3447" y="906"/>
                </a:cubicBezTo>
                <a:cubicBezTo>
                  <a:pt x="3438" y="888"/>
                  <a:pt x="3422" y="872"/>
                  <a:pt x="3403" y="855"/>
                </a:cubicBezTo>
                <a:cubicBezTo>
                  <a:pt x="3375" y="830"/>
                  <a:pt x="3337" y="805"/>
                  <a:pt x="3297" y="788"/>
                </a:cubicBezTo>
                <a:cubicBezTo>
                  <a:pt x="3256" y="770"/>
                  <a:pt x="3214" y="758"/>
                  <a:pt x="3174" y="758"/>
                </a:cubicBezTo>
                <a:cubicBezTo>
                  <a:pt x="3079" y="758"/>
                  <a:pt x="3001" y="779"/>
                  <a:pt x="2943" y="820"/>
                </a:cubicBezTo>
                <a:cubicBezTo>
                  <a:pt x="2913" y="841"/>
                  <a:pt x="2887" y="864"/>
                  <a:pt x="2869" y="894"/>
                </a:cubicBezTo>
                <a:cubicBezTo>
                  <a:pt x="2850" y="925"/>
                  <a:pt x="2839" y="964"/>
                  <a:pt x="2839" y="1013"/>
                </a:cubicBezTo>
                <a:cubicBezTo>
                  <a:pt x="2839" y="1015"/>
                  <a:pt x="2839" y="1019"/>
                  <a:pt x="2839" y="1020"/>
                </a:cubicBezTo>
                <a:cubicBezTo>
                  <a:pt x="2839" y="1070"/>
                  <a:pt x="2855" y="1109"/>
                  <a:pt x="2880" y="1140"/>
                </a:cubicBezTo>
                <a:cubicBezTo>
                  <a:pt x="2917" y="1188"/>
                  <a:pt x="2973" y="1215"/>
                  <a:pt x="3028" y="1235"/>
                </a:cubicBezTo>
                <a:cubicBezTo>
                  <a:pt x="3082" y="1254"/>
                  <a:pt x="3137" y="1266"/>
                  <a:pt x="3170" y="1279"/>
                </a:cubicBezTo>
                <a:cubicBezTo>
                  <a:pt x="3218" y="1294"/>
                  <a:pt x="3271" y="1312"/>
                  <a:pt x="3308" y="1335"/>
                </a:cubicBezTo>
                <a:cubicBezTo>
                  <a:pt x="3327" y="1347"/>
                  <a:pt x="3341" y="1360"/>
                  <a:pt x="3352" y="1374"/>
                </a:cubicBezTo>
                <a:cubicBezTo>
                  <a:pt x="3362" y="1388"/>
                  <a:pt x="3368" y="1404"/>
                  <a:pt x="3368" y="1421"/>
                </a:cubicBezTo>
                <a:lnTo>
                  <a:pt x="3368" y="1423"/>
                </a:lnTo>
                <a:cubicBezTo>
                  <a:pt x="3368" y="1449"/>
                  <a:pt x="3359" y="1471"/>
                  <a:pt x="3347" y="1490"/>
                </a:cubicBezTo>
                <a:cubicBezTo>
                  <a:pt x="3327" y="1516"/>
                  <a:pt x="3294" y="1538"/>
                  <a:pt x="3258" y="1550"/>
                </a:cubicBezTo>
                <a:cubicBezTo>
                  <a:pt x="3223" y="1562"/>
                  <a:pt x="3188" y="1568"/>
                  <a:pt x="3163" y="1568"/>
                </a:cubicBezTo>
                <a:cubicBezTo>
                  <a:pt x="3080" y="1568"/>
                  <a:pt x="3026" y="1548"/>
                  <a:pt x="2985" y="1527"/>
                </a:cubicBezTo>
                <a:cubicBezTo>
                  <a:pt x="2966" y="1516"/>
                  <a:pt x="2948" y="1508"/>
                  <a:pt x="2934" y="1499"/>
                </a:cubicBezTo>
                <a:cubicBezTo>
                  <a:pt x="2927" y="1495"/>
                  <a:pt x="2920" y="1492"/>
                  <a:pt x="2913" y="1488"/>
                </a:cubicBezTo>
                <a:cubicBezTo>
                  <a:pt x="2906" y="1485"/>
                  <a:pt x="2899" y="1483"/>
                  <a:pt x="2890" y="1483"/>
                </a:cubicBezTo>
                <a:cubicBezTo>
                  <a:pt x="2885" y="1483"/>
                  <a:pt x="2880" y="1483"/>
                  <a:pt x="2874" y="1486"/>
                </a:cubicBezTo>
                <a:cubicBezTo>
                  <a:pt x="2869" y="1488"/>
                  <a:pt x="2864" y="1492"/>
                  <a:pt x="2860" y="1495"/>
                </a:cubicBezTo>
                <a:cubicBezTo>
                  <a:pt x="2855" y="1501"/>
                  <a:pt x="2850" y="1506"/>
                  <a:pt x="2846" y="1513"/>
                </a:cubicBezTo>
                <a:cubicBezTo>
                  <a:pt x="2843" y="1520"/>
                  <a:pt x="2841" y="1527"/>
                  <a:pt x="2841" y="1534"/>
                </a:cubicBezTo>
                <a:cubicBezTo>
                  <a:pt x="2841" y="1546"/>
                  <a:pt x="2846" y="1559"/>
                  <a:pt x="2851" y="1568"/>
                </a:cubicBezTo>
                <a:cubicBezTo>
                  <a:pt x="2862" y="1582"/>
                  <a:pt x="2878" y="1596"/>
                  <a:pt x="2895" y="1610"/>
                </a:cubicBezTo>
                <a:cubicBezTo>
                  <a:pt x="2915" y="1622"/>
                  <a:pt x="2938" y="1636"/>
                  <a:pt x="2966" y="1649"/>
                </a:cubicBezTo>
                <a:cubicBezTo>
                  <a:pt x="3026" y="1677"/>
                  <a:pt x="3103" y="1691"/>
                  <a:pt x="3162" y="1693"/>
                </a:cubicBezTo>
                <a:lnTo>
                  <a:pt x="3162" y="1693"/>
                </a:lnTo>
                <a:cubicBezTo>
                  <a:pt x="3253" y="1693"/>
                  <a:pt x="3331" y="1671"/>
                  <a:pt x="3398" y="1622"/>
                </a:cubicBezTo>
                <a:lnTo>
                  <a:pt x="3398" y="1622"/>
                </a:lnTo>
                <a:lnTo>
                  <a:pt x="3398" y="1622"/>
                </a:lnTo>
                <a:cubicBezTo>
                  <a:pt x="3463" y="1573"/>
                  <a:pt x="3503" y="1501"/>
                  <a:pt x="3503" y="1419"/>
                </a:cubicBezTo>
                <a:cubicBezTo>
                  <a:pt x="3503" y="1375"/>
                  <a:pt x="3493" y="1337"/>
                  <a:pt x="3475" y="1305"/>
                </a:cubicBezTo>
                <a:cubicBezTo>
                  <a:pt x="3445" y="1261"/>
                  <a:pt x="3399" y="1232"/>
                  <a:pt x="3348" y="1207"/>
                </a:cubicBezTo>
                <a:close/>
                <a:moveTo>
                  <a:pt x="7513" y="377"/>
                </a:moveTo>
                <a:cubicBezTo>
                  <a:pt x="7496" y="377"/>
                  <a:pt x="7480" y="384"/>
                  <a:pt x="7469" y="397"/>
                </a:cubicBezTo>
                <a:cubicBezTo>
                  <a:pt x="7457" y="407"/>
                  <a:pt x="7450" y="425"/>
                  <a:pt x="7450" y="441"/>
                </a:cubicBezTo>
                <a:lnTo>
                  <a:pt x="7450" y="1634"/>
                </a:lnTo>
                <a:cubicBezTo>
                  <a:pt x="7450" y="1652"/>
                  <a:pt x="7457" y="1668"/>
                  <a:pt x="7469" y="1679"/>
                </a:cubicBezTo>
                <a:cubicBezTo>
                  <a:pt x="7481" y="1689"/>
                  <a:pt x="7497" y="1698"/>
                  <a:pt x="7513" y="1698"/>
                </a:cubicBezTo>
                <a:cubicBezTo>
                  <a:pt x="7550" y="1698"/>
                  <a:pt x="7578" y="1670"/>
                  <a:pt x="7578" y="1634"/>
                </a:cubicBezTo>
                <a:lnTo>
                  <a:pt x="7578" y="441"/>
                </a:lnTo>
                <a:cubicBezTo>
                  <a:pt x="7578" y="405"/>
                  <a:pt x="7548" y="377"/>
                  <a:pt x="7513" y="377"/>
                </a:cubicBezTo>
                <a:close/>
                <a:moveTo>
                  <a:pt x="10445" y="1200"/>
                </a:moveTo>
                <a:lnTo>
                  <a:pt x="10445" y="1207"/>
                </a:lnTo>
                <a:cubicBezTo>
                  <a:pt x="10445" y="1225"/>
                  <a:pt x="10438" y="1241"/>
                  <a:pt x="10426" y="1250"/>
                </a:cubicBezTo>
                <a:cubicBezTo>
                  <a:pt x="10414" y="1261"/>
                  <a:pt x="10398" y="1266"/>
                  <a:pt x="10382" y="1266"/>
                </a:cubicBezTo>
                <a:lnTo>
                  <a:pt x="9667" y="1266"/>
                </a:lnTo>
                <a:cubicBezTo>
                  <a:pt x="9684" y="1441"/>
                  <a:pt x="9823" y="1569"/>
                  <a:pt x="9991" y="1571"/>
                </a:cubicBezTo>
                <a:lnTo>
                  <a:pt x="10033" y="1571"/>
                </a:lnTo>
                <a:cubicBezTo>
                  <a:pt x="10088" y="1571"/>
                  <a:pt x="10142" y="1552"/>
                  <a:pt x="10188" y="1520"/>
                </a:cubicBezTo>
                <a:cubicBezTo>
                  <a:pt x="10236" y="1488"/>
                  <a:pt x="10276" y="1446"/>
                  <a:pt x="10305" y="1397"/>
                </a:cubicBezTo>
                <a:cubicBezTo>
                  <a:pt x="10310" y="1386"/>
                  <a:pt x="10319" y="1380"/>
                  <a:pt x="10327" y="1374"/>
                </a:cubicBezTo>
                <a:cubicBezTo>
                  <a:pt x="10336" y="1369"/>
                  <a:pt x="10347" y="1367"/>
                  <a:pt x="10357" y="1367"/>
                </a:cubicBezTo>
                <a:cubicBezTo>
                  <a:pt x="10368" y="1367"/>
                  <a:pt x="10380" y="1370"/>
                  <a:pt x="10389" y="1375"/>
                </a:cubicBezTo>
                <a:lnTo>
                  <a:pt x="10389" y="1375"/>
                </a:lnTo>
                <a:lnTo>
                  <a:pt x="10389" y="1375"/>
                </a:lnTo>
                <a:cubicBezTo>
                  <a:pt x="10407" y="1388"/>
                  <a:pt x="10419" y="1409"/>
                  <a:pt x="10419" y="1430"/>
                </a:cubicBezTo>
                <a:cubicBezTo>
                  <a:pt x="10419" y="1441"/>
                  <a:pt x="10416" y="1453"/>
                  <a:pt x="10410" y="1464"/>
                </a:cubicBezTo>
                <a:lnTo>
                  <a:pt x="10410" y="1464"/>
                </a:lnTo>
                <a:lnTo>
                  <a:pt x="10410" y="1464"/>
                </a:lnTo>
                <a:cubicBezTo>
                  <a:pt x="10370" y="1527"/>
                  <a:pt x="10315" y="1585"/>
                  <a:pt x="10252" y="1627"/>
                </a:cubicBezTo>
                <a:cubicBezTo>
                  <a:pt x="10186" y="1670"/>
                  <a:pt x="10112" y="1696"/>
                  <a:pt x="10031" y="1696"/>
                </a:cubicBezTo>
                <a:lnTo>
                  <a:pt x="9989" y="1696"/>
                </a:lnTo>
                <a:cubicBezTo>
                  <a:pt x="9864" y="1696"/>
                  <a:pt x="9749" y="1642"/>
                  <a:pt x="9668" y="1557"/>
                </a:cubicBezTo>
                <a:cubicBezTo>
                  <a:pt x="9587" y="1472"/>
                  <a:pt x="9536" y="1356"/>
                  <a:pt x="9536" y="1230"/>
                </a:cubicBezTo>
                <a:cubicBezTo>
                  <a:pt x="9536" y="1100"/>
                  <a:pt x="9587" y="983"/>
                  <a:pt x="9668" y="897"/>
                </a:cubicBezTo>
                <a:cubicBezTo>
                  <a:pt x="9751" y="813"/>
                  <a:pt x="9864" y="760"/>
                  <a:pt x="9991" y="760"/>
                </a:cubicBezTo>
                <a:cubicBezTo>
                  <a:pt x="10112" y="760"/>
                  <a:pt x="10220" y="807"/>
                  <a:pt x="10301" y="887"/>
                </a:cubicBezTo>
                <a:cubicBezTo>
                  <a:pt x="10382" y="966"/>
                  <a:pt x="10435" y="1075"/>
                  <a:pt x="10445" y="1200"/>
                </a:cubicBezTo>
                <a:close/>
                <a:moveTo>
                  <a:pt x="10305" y="1139"/>
                </a:moveTo>
                <a:cubicBezTo>
                  <a:pt x="10268" y="992"/>
                  <a:pt x="10139" y="887"/>
                  <a:pt x="9993" y="887"/>
                </a:cubicBezTo>
                <a:cubicBezTo>
                  <a:pt x="9841" y="887"/>
                  <a:pt x="9714" y="989"/>
                  <a:pt x="9675" y="1139"/>
                </a:cubicBezTo>
                <a:lnTo>
                  <a:pt x="10305" y="1139"/>
                </a:lnTo>
                <a:close/>
                <a:moveTo>
                  <a:pt x="4027" y="763"/>
                </a:moveTo>
                <a:cubicBezTo>
                  <a:pt x="3926" y="763"/>
                  <a:pt x="3836" y="802"/>
                  <a:pt x="3768" y="864"/>
                </a:cubicBezTo>
                <a:lnTo>
                  <a:pt x="3768" y="827"/>
                </a:lnTo>
                <a:cubicBezTo>
                  <a:pt x="3768" y="809"/>
                  <a:pt x="3761" y="793"/>
                  <a:pt x="3750" y="783"/>
                </a:cubicBezTo>
                <a:cubicBezTo>
                  <a:pt x="3740" y="770"/>
                  <a:pt x="3724" y="763"/>
                  <a:pt x="3706" y="763"/>
                </a:cubicBezTo>
                <a:cubicBezTo>
                  <a:pt x="3688" y="763"/>
                  <a:pt x="3670" y="770"/>
                  <a:pt x="3660" y="783"/>
                </a:cubicBezTo>
                <a:cubicBezTo>
                  <a:pt x="3649" y="795"/>
                  <a:pt x="3643" y="811"/>
                  <a:pt x="3643" y="827"/>
                </a:cubicBezTo>
                <a:lnTo>
                  <a:pt x="3643" y="1652"/>
                </a:lnTo>
                <a:lnTo>
                  <a:pt x="3644" y="1654"/>
                </a:lnTo>
                <a:lnTo>
                  <a:pt x="3644" y="1654"/>
                </a:lnTo>
                <a:cubicBezTo>
                  <a:pt x="3644" y="1657"/>
                  <a:pt x="3646" y="1659"/>
                  <a:pt x="3648" y="1663"/>
                </a:cubicBezTo>
                <a:cubicBezTo>
                  <a:pt x="3657" y="1679"/>
                  <a:pt x="3671" y="1689"/>
                  <a:pt x="3688" y="1694"/>
                </a:cubicBezTo>
                <a:lnTo>
                  <a:pt x="3690" y="1694"/>
                </a:lnTo>
                <a:lnTo>
                  <a:pt x="3704" y="1694"/>
                </a:lnTo>
                <a:cubicBezTo>
                  <a:pt x="3713" y="1694"/>
                  <a:pt x="3722" y="1693"/>
                  <a:pt x="3731" y="1689"/>
                </a:cubicBezTo>
                <a:cubicBezTo>
                  <a:pt x="3738" y="1686"/>
                  <a:pt x="3745" y="1680"/>
                  <a:pt x="3750" y="1673"/>
                </a:cubicBezTo>
                <a:lnTo>
                  <a:pt x="3750" y="1673"/>
                </a:lnTo>
                <a:cubicBezTo>
                  <a:pt x="3750" y="1673"/>
                  <a:pt x="3750" y="1671"/>
                  <a:pt x="3752" y="1671"/>
                </a:cubicBezTo>
                <a:lnTo>
                  <a:pt x="3752" y="1671"/>
                </a:lnTo>
                <a:cubicBezTo>
                  <a:pt x="3755" y="1668"/>
                  <a:pt x="3759" y="1663"/>
                  <a:pt x="3761" y="1659"/>
                </a:cubicBezTo>
                <a:cubicBezTo>
                  <a:pt x="3762" y="1654"/>
                  <a:pt x="3764" y="1650"/>
                  <a:pt x="3764" y="1645"/>
                </a:cubicBezTo>
                <a:lnTo>
                  <a:pt x="3764" y="1643"/>
                </a:lnTo>
                <a:lnTo>
                  <a:pt x="3764" y="1147"/>
                </a:lnTo>
                <a:cubicBezTo>
                  <a:pt x="3766" y="1077"/>
                  <a:pt x="3796" y="1012"/>
                  <a:pt x="3842" y="966"/>
                </a:cubicBezTo>
                <a:cubicBezTo>
                  <a:pt x="3888" y="920"/>
                  <a:pt x="3953" y="890"/>
                  <a:pt x="4023" y="890"/>
                </a:cubicBezTo>
                <a:cubicBezTo>
                  <a:pt x="4095" y="890"/>
                  <a:pt x="4159" y="918"/>
                  <a:pt x="4205" y="966"/>
                </a:cubicBezTo>
                <a:cubicBezTo>
                  <a:pt x="4251" y="1012"/>
                  <a:pt x="4279" y="1077"/>
                  <a:pt x="4279" y="1147"/>
                </a:cubicBezTo>
                <a:lnTo>
                  <a:pt x="4279" y="1634"/>
                </a:lnTo>
                <a:cubicBezTo>
                  <a:pt x="4279" y="1652"/>
                  <a:pt x="4286" y="1668"/>
                  <a:pt x="4298" y="1680"/>
                </a:cubicBezTo>
                <a:cubicBezTo>
                  <a:pt x="4310" y="1691"/>
                  <a:pt x="4326" y="1698"/>
                  <a:pt x="4342" y="1698"/>
                </a:cubicBezTo>
                <a:cubicBezTo>
                  <a:pt x="4360" y="1698"/>
                  <a:pt x="4376" y="1691"/>
                  <a:pt x="4386" y="1680"/>
                </a:cubicBezTo>
                <a:cubicBezTo>
                  <a:pt x="4399" y="1670"/>
                  <a:pt x="4406" y="1652"/>
                  <a:pt x="4406" y="1634"/>
                </a:cubicBezTo>
                <a:lnTo>
                  <a:pt x="4406" y="1147"/>
                </a:lnTo>
                <a:cubicBezTo>
                  <a:pt x="4413" y="936"/>
                  <a:pt x="4240" y="763"/>
                  <a:pt x="4027" y="763"/>
                </a:cubicBezTo>
                <a:close/>
                <a:moveTo>
                  <a:pt x="5294" y="901"/>
                </a:moveTo>
                <a:cubicBezTo>
                  <a:pt x="5375" y="985"/>
                  <a:pt x="5421" y="1103"/>
                  <a:pt x="5423" y="1230"/>
                </a:cubicBezTo>
                <a:cubicBezTo>
                  <a:pt x="5423" y="1356"/>
                  <a:pt x="5375" y="1472"/>
                  <a:pt x="5294" y="1559"/>
                </a:cubicBezTo>
                <a:cubicBezTo>
                  <a:pt x="5214" y="1643"/>
                  <a:pt x="5101" y="1698"/>
                  <a:pt x="4978" y="1698"/>
                </a:cubicBezTo>
                <a:cubicBezTo>
                  <a:pt x="4854" y="1698"/>
                  <a:pt x="4744" y="1644"/>
                  <a:pt x="4663" y="1559"/>
                </a:cubicBezTo>
                <a:cubicBezTo>
                  <a:pt x="4582" y="1475"/>
                  <a:pt x="4533" y="1356"/>
                  <a:pt x="4533" y="1230"/>
                </a:cubicBezTo>
                <a:cubicBezTo>
                  <a:pt x="4533" y="1103"/>
                  <a:pt x="4582" y="987"/>
                  <a:pt x="4663" y="901"/>
                </a:cubicBezTo>
                <a:cubicBezTo>
                  <a:pt x="4742" y="816"/>
                  <a:pt x="4855" y="761"/>
                  <a:pt x="4978" y="761"/>
                </a:cubicBezTo>
                <a:cubicBezTo>
                  <a:pt x="5103" y="761"/>
                  <a:pt x="5214" y="816"/>
                  <a:pt x="5294" y="901"/>
                </a:cubicBezTo>
                <a:close/>
                <a:moveTo>
                  <a:pt x="5296" y="1230"/>
                </a:moveTo>
                <a:cubicBezTo>
                  <a:pt x="5296" y="1135"/>
                  <a:pt x="5258" y="1049"/>
                  <a:pt x="5200" y="987"/>
                </a:cubicBezTo>
                <a:cubicBezTo>
                  <a:pt x="5141" y="925"/>
                  <a:pt x="5063" y="887"/>
                  <a:pt x="4978" y="887"/>
                </a:cubicBezTo>
                <a:cubicBezTo>
                  <a:pt x="4892" y="887"/>
                  <a:pt x="4813" y="925"/>
                  <a:pt x="4755" y="987"/>
                </a:cubicBezTo>
                <a:cubicBezTo>
                  <a:pt x="4696" y="1049"/>
                  <a:pt x="4659" y="1135"/>
                  <a:pt x="4659" y="1230"/>
                </a:cubicBezTo>
                <a:cubicBezTo>
                  <a:pt x="4659" y="1324"/>
                  <a:pt x="4696" y="1410"/>
                  <a:pt x="4755" y="1471"/>
                </a:cubicBezTo>
                <a:cubicBezTo>
                  <a:pt x="4813" y="1533"/>
                  <a:pt x="4892" y="1569"/>
                  <a:pt x="4978" y="1569"/>
                </a:cubicBezTo>
                <a:cubicBezTo>
                  <a:pt x="5065" y="1569"/>
                  <a:pt x="5144" y="1532"/>
                  <a:pt x="5200" y="1471"/>
                </a:cubicBezTo>
                <a:cubicBezTo>
                  <a:pt x="5259" y="1409"/>
                  <a:pt x="5296" y="1324"/>
                  <a:pt x="5296" y="1230"/>
                </a:cubicBezTo>
                <a:close/>
                <a:moveTo>
                  <a:pt x="6671" y="768"/>
                </a:moveTo>
                <a:lnTo>
                  <a:pt x="6671" y="768"/>
                </a:lnTo>
                <a:cubicBezTo>
                  <a:pt x="6669" y="768"/>
                  <a:pt x="6669" y="768"/>
                  <a:pt x="6671" y="768"/>
                </a:cubicBezTo>
                <a:cubicBezTo>
                  <a:pt x="6662" y="765"/>
                  <a:pt x="6655" y="763"/>
                  <a:pt x="6648" y="763"/>
                </a:cubicBezTo>
                <a:cubicBezTo>
                  <a:pt x="6636" y="763"/>
                  <a:pt x="6624" y="767"/>
                  <a:pt x="6613" y="774"/>
                </a:cubicBezTo>
                <a:cubicBezTo>
                  <a:pt x="6603" y="781"/>
                  <a:pt x="6593" y="790"/>
                  <a:pt x="6588" y="802"/>
                </a:cubicBezTo>
                <a:lnTo>
                  <a:pt x="6588" y="802"/>
                </a:lnTo>
                <a:lnTo>
                  <a:pt x="6345" y="1467"/>
                </a:lnTo>
                <a:lnTo>
                  <a:pt x="6158" y="1022"/>
                </a:lnTo>
                <a:lnTo>
                  <a:pt x="6158" y="1022"/>
                </a:lnTo>
                <a:cubicBezTo>
                  <a:pt x="6153" y="1010"/>
                  <a:pt x="6144" y="999"/>
                  <a:pt x="6133" y="994"/>
                </a:cubicBezTo>
                <a:cubicBezTo>
                  <a:pt x="6123" y="987"/>
                  <a:pt x="6110" y="983"/>
                  <a:pt x="6096" y="983"/>
                </a:cubicBezTo>
                <a:cubicBezTo>
                  <a:pt x="6084" y="983"/>
                  <a:pt x="6072" y="987"/>
                  <a:pt x="6061" y="994"/>
                </a:cubicBezTo>
                <a:cubicBezTo>
                  <a:pt x="6051" y="1001"/>
                  <a:pt x="6042" y="1010"/>
                  <a:pt x="6036" y="1022"/>
                </a:cubicBezTo>
                <a:lnTo>
                  <a:pt x="6036" y="1022"/>
                </a:lnTo>
                <a:lnTo>
                  <a:pt x="5848" y="1467"/>
                </a:lnTo>
                <a:lnTo>
                  <a:pt x="5603" y="802"/>
                </a:lnTo>
                <a:lnTo>
                  <a:pt x="5603" y="802"/>
                </a:lnTo>
                <a:cubicBezTo>
                  <a:pt x="5599" y="790"/>
                  <a:pt x="5591" y="779"/>
                  <a:pt x="5580" y="772"/>
                </a:cubicBezTo>
                <a:cubicBezTo>
                  <a:pt x="5569" y="765"/>
                  <a:pt x="5557" y="761"/>
                  <a:pt x="5545" y="761"/>
                </a:cubicBezTo>
                <a:cubicBezTo>
                  <a:pt x="5536" y="761"/>
                  <a:pt x="5529" y="763"/>
                  <a:pt x="5520" y="767"/>
                </a:cubicBezTo>
                <a:lnTo>
                  <a:pt x="5520" y="767"/>
                </a:lnTo>
                <a:lnTo>
                  <a:pt x="5520" y="767"/>
                </a:lnTo>
                <a:cubicBezTo>
                  <a:pt x="5497" y="777"/>
                  <a:pt x="5483" y="800"/>
                  <a:pt x="5483" y="825"/>
                </a:cubicBezTo>
                <a:cubicBezTo>
                  <a:pt x="5483" y="832"/>
                  <a:pt x="5485" y="841"/>
                  <a:pt x="5488" y="848"/>
                </a:cubicBezTo>
                <a:lnTo>
                  <a:pt x="5488" y="848"/>
                </a:lnTo>
                <a:lnTo>
                  <a:pt x="5790" y="1654"/>
                </a:lnTo>
                <a:lnTo>
                  <a:pt x="5790" y="1654"/>
                </a:lnTo>
                <a:cubicBezTo>
                  <a:pt x="5791" y="1659"/>
                  <a:pt x="5795" y="1666"/>
                  <a:pt x="5800" y="1671"/>
                </a:cubicBezTo>
                <a:cubicBezTo>
                  <a:pt x="5804" y="1675"/>
                  <a:pt x="5809" y="1679"/>
                  <a:pt x="5814" y="1682"/>
                </a:cubicBezTo>
                <a:cubicBezTo>
                  <a:pt x="5816" y="1684"/>
                  <a:pt x="5816" y="1684"/>
                  <a:pt x="5820" y="1686"/>
                </a:cubicBezTo>
                <a:cubicBezTo>
                  <a:pt x="5821" y="1687"/>
                  <a:pt x="5825" y="1687"/>
                  <a:pt x="5829" y="1689"/>
                </a:cubicBezTo>
                <a:cubicBezTo>
                  <a:pt x="5834" y="1691"/>
                  <a:pt x="5841" y="1693"/>
                  <a:pt x="5850" y="1693"/>
                </a:cubicBezTo>
                <a:cubicBezTo>
                  <a:pt x="5862" y="1693"/>
                  <a:pt x="5873" y="1689"/>
                  <a:pt x="5883" y="1682"/>
                </a:cubicBezTo>
                <a:cubicBezTo>
                  <a:pt x="5892" y="1675"/>
                  <a:pt x="5901" y="1666"/>
                  <a:pt x="5906" y="1654"/>
                </a:cubicBezTo>
                <a:lnTo>
                  <a:pt x="5906" y="1654"/>
                </a:lnTo>
                <a:lnTo>
                  <a:pt x="6096" y="1200"/>
                </a:lnTo>
                <a:lnTo>
                  <a:pt x="6287" y="1652"/>
                </a:lnTo>
                <a:lnTo>
                  <a:pt x="6287" y="1652"/>
                </a:lnTo>
                <a:cubicBezTo>
                  <a:pt x="6290" y="1664"/>
                  <a:pt x="6299" y="1673"/>
                  <a:pt x="6308" y="1680"/>
                </a:cubicBezTo>
                <a:cubicBezTo>
                  <a:pt x="6317" y="1687"/>
                  <a:pt x="6327" y="1693"/>
                  <a:pt x="6340" y="1693"/>
                </a:cubicBezTo>
                <a:lnTo>
                  <a:pt x="6348" y="1693"/>
                </a:lnTo>
                <a:cubicBezTo>
                  <a:pt x="6355" y="1693"/>
                  <a:pt x="6364" y="1691"/>
                  <a:pt x="6370" y="1689"/>
                </a:cubicBezTo>
                <a:cubicBezTo>
                  <a:pt x="6377" y="1687"/>
                  <a:pt x="6382" y="1684"/>
                  <a:pt x="6385" y="1680"/>
                </a:cubicBezTo>
                <a:cubicBezTo>
                  <a:pt x="6396" y="1673"/>
                  <a:pt x="6403" y="1661"/>
                  <a:pt x="6408" y="1650"/>
                </a:cubicBezTo>
                <a:lnTo>
                  <a:pt x="6408" y="1650"/>
                </a:lnTo>
                <a:lnTo>
                  <a:pt x="6708" y="848"/>
                </a:lnTo>
                <a:cubicBezTo>
                  <a:pt x="6711" y="841"/>
                  <a:pt x="6713" y="832"/>
                  <a:pt x="6713" y="825"/>
                </a:cubicBezTo>
                <a:cubicBezTo>
                  <a:pt x="6708" y="802"/>
                  <a:pt x="6694" y="779"/>
                  <a:pt x="6671" y="768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13"/>
              <a:buFont typeface="Arial"/>
              <a:buNone/>
            </a:pPr>
            <a:r>
              <a:t/>
            </a:r>
            <a:endParaRPr b="0" i="0" sz="1013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6" name="Google Shape;506;g327d8e625f7_1_221"/>
          <p:cNvSpPr/>
          <p:nvPr/>
        </p:nvSpPr>
        <p:spPr>
          <a:xfrm>
            <a:off x="5917776" y="1776875"/>
            <a:ext cx="4395610" cy="4179094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>
              <a:alpha val="1215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9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hank You 01">
  <p:cSld name="Thank You">
    <p:bg>
      <p:bgPr>
        <a:solidFill>
          <a:schemeClr val="accent1"/>
        </a:solidFill>
      </p:bgPr>
    </p:bg>
    <p:spTree>
      <p:nvGrpSpPr>
        <p:cNvPr id="507" name="Shape 5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8" name="Google Shape;508;g327d8e625f7_1_229"/>
          <p:cNvSpPr/>
          <p:nvPr/>
        </p:nvSpPr>
        <p:spPr>
          <a:xfrm>
            <a:off x="457200" y="4444162"/>
            <a:ext cx="1444930" cy="330450"/>
          </a:xfrm>
          <a:custGeom>
            <a:rect b="b" l="l" r="r" t="t"/>
            <a:pathLst>
              <a:path extrusionOk="0" h="2451" w="10771">
                <a:moveTo>
                  <a:pt x="10625" y="726"/>
                </a:moveTo>
                <a:lnTo>
                  <a:pt x="10597" y="726"/>
                </a:lnTo>
                <a:lnTo>
                  <a:pt x="10597" y="761"/>
                </a:lnTo>
                <a:lnTo>
                  <a:pt x="10625" y="761"/>
                </a:lnTo>
                <a:cubicBezTo>
                  <a:pt x="10638" y="761"/>
                  <a:pt x="10646" y="756"/>
                  <a:pt x="10646" y="744"/>
                </a:cubicBezTo>
                <a:cubicBezTo>
                  <a:pt x="10646" y="731"/>
                  <a:pt x="10639" y="726"/>
                  <a:pt x="10625" y="726"/>
                </a:cubicBezTo>
                <a:close/>
                <a:moveTo>
                  <a:pt x="10562" y="693"/>
                </a:moveTo>
                <a:lnTo>
                  <a:pt x="10625" y="693"/>
                </a:lnTo>
                <a:cubicBezTo>
                  <a:pt x="10660" y="693"/>
                  <a:pt x="10683" y="712"/>
                  <a:pt x="10683" y="742"/>
                </a:cubicBezTo>
                <a:cubicBezTo>
                  <a:pt x="10683" y="760"/>
                  <a:pt x="10675" y="774"/>
                  <a:pt x="10660" y="783"/>
                </a:cubicBezTo>
                <a:lnTo>
                  <a:pt x="10685" y="820"/>
                </a:lnTo>
                <a:lnTo>
                  <a:pt x="10685" y="827"/>
                </a:lnTo>
                <a:lnTo>
                  <a:pt x="10648" y="827"/>
                </a:lnTo>
                <a:lnTo>
                  <a:pt x="10623" y="791"/>
                </a:lnTo>
                <a:lnTo>
                  <a:pt x="10595" y="791"/>
                </a:lnTo>
                <a:lnTo>
                  <a:pt x="10595" y="827"/>
                </a:lnTo>
                <a:lnTo>
                  <a:pt x="10560" y="827"/>
                </a:lnTo>
                <a:lnTo>
                  <a:pt x="10560" y="693"/>
                </a:lnTo>
                <a:lnTo>
                  <a:pt x="10562" y="693"/>
                </a:lnTo>
                <a:close/>
                <a:moveTo>
                  <a:pt x="10742" y="761"/>
                </a:moveTo>
                <a:cubicBezTo>
                  <a:pt x="10742" y="691"/>
                  <a:pt x="10694" y="636"/>
                  <a:pt x="10622" y="636"/>
                </a:cubicBezTo>
                <a:cubicBezTo>
                  <a:pt x="10551" y="636"/>
                  <a:pt x="10504" y="687"/>
                  <a:pt x="10504" y="761"/>
                </a:cubicBezTo>
                <a:cubicBezTo>
                  <a:pt x="10504" y="832"/>
                  <a:pt x="10551" y="887"/>
                  <a:pt x="10622" y="887"/>
                </a:cubicBezTo>
                <a:cubicBezTo>
                  <a:pt x="10694" y="888"/>
                  <a:pt x="10742" y="834"/>
                  <a:pt x="10742" y="761"/>
                </a:cubicBezTo>
                <a:close/>
                <a:moveTo>
                  <a:pt x="10770" y="761"/>
                </a:moveTo>
                <a:cubicBezTo>
                  <a:pt x="10770" y="846"/>
                  <a:pt x="10713" y="915"/>
                  <a:pt x="10620" y="915"/>
                </a:cubicBezTo>
                <a:cubicBezTo>
                  <a:pt x="10527" y="915"/>
                  <a:pt x="10472" y="844"/>
                  <a:pt x="10472" y="761"/>
                </a:cubicBezTo>
                <a:cubicBezTo>
                  <a:pt x="10472" y="677"/>
                  <a:pt x="10527" y="608"/>
                  <a:pt x="10620" y="608"/>
                </a:cubicBezTo>
                <a:cubicBezTo>
                  <a:pt x="10715" y="608"/>
                  <a:pt x="10770" y="679"/>
                  <a:pt x="10770" y="761"/>
                </a:cubicBezTo>
                <a:close/>
                <a:moveTo>
                  <a:pt x="2384" y="1061"/>
                </a:moveTo>
                <a:lnTo>
                  <a:pt x="2095" y="1228"/>
                </a:lnTo>
                <a:lnTo>
                  <a:pt x="2384" y="1395"/>
                </a:lnTo>
                <a:cubicBezTo>
                  <a:pt x="2457" y="1437"/>
                  <a:pt x="2483" y="1530"/>
                  <a:pt x="2441" y="1603"/>
                </a:cubicBezTo>
                <a:cubicBezTo>
                  <a:pt x="2398" y="1675"/>
                  <a:pt x="2305" y="1700"/>
                  <a:pt x="2233" y="1659"/>
                </a:cubicBezTo>
                <a:lnTo>
                  <a:pt x="1717" y="1361"/>
                </a:lnTo>
                <a:cubicBezTo>
                  <a:pt x="1681" y="1342"/>
                  <a:pt x="1658" y="1310"/>
                  <a:pt x="1648" y="1275"/>
                </a:cubicBezTo>
                <a:cubicBezTo>
                  <a:pt x="1642" y="1259"/>
                  <a:pt x="1641" y="1242"/>
                  <a:pt x="1641" y="1227"/>
                </a:cubicBezTo>
                <a:cubicBezTo>
                  <a:pt x="1641" y="1214"/>
                  <a:pt x="1642" y="1202"/>
                  <a:pt x="1646" y="1191"/>
                </a:cubicBezTo>
                <a:cubicBezTo>
                  <a:pt x="1657" y="1154"/>
                  <a:pt x="1681" y="1121"/>
                  <a:pt x="1717" y="1100"/>
                </a:cubicBezTo>
                <a:lnTo>
                  <a:pt x="2233" y="802"/>
                </a:lnTo>
                <a:cubicBezTo>
                  <a:pt x="2305" y="760"/>
                  <a:pt x="2398" y="784"/>
                  <a:pt x="2441" y="858"/>
                </a:cubicBezTo>
                <a:cubicBezTo>
                  <a:pt x="2483" y="925"/>
                  <a:pt x="2457" y="1019"/>
                  <a:pt x="2384" y="1061"/>
                </a:cubicBezTo>
                <a:close/>
                <a:moveTo>
                  <a:pt x="2111" y="1869"/>
                </a:moveTo>
                <a:lnTo>
                  <a:pt x="1595" y="1571"/>
                </a:lnTo>
                <a:cubicBezTo>
                  <a:pt x="1567" y="1555"/>
                  <a:pt x="1537" y="1548"/>
                  <a:pt x="1507" y="1552"/>
                </a:cubicBezTo>
                <a:cubicBezTo>
                  <a:pt x="1428" y="1557"/>
                  <a:pt x="1366" y="1624"/>
                  <a:pt x="1366" y="1703"/>
                </a:cubicBezTo>
                <a:lnTo>
                  <a:pt x="1366" y="2299"/>
                </a:lnTo>
                <a:cubicBezTo>
                  <a:pt x="1366" y="2383"/>
                  <a:pt x="1435" y="2450"/>
                  <a:pt x="1517" y="2450"/>
                </a:cubicBezTo>
                <a:cubicBezTo>
                  <a:pt x="1602" y="2450"/>
                  <a:pt x="1669" y="2382"/>
                  <a:pt x="1669" y="2299"/>
                </a:cubicBezTo>
                <a:lnTo>
                  <a:pt x="1669" y="1964"/>
                </a:lnTo>
                <a:lnTo>
                  <a:pt x="1958" y="2131"/>
                </a:lnTo>
                <a:cubicBezTo>
                  <a:pt x="2030" y="2174"/>
                  <a:pt x="2124" y="2149"/>
                  <a:pt x="2166" y="2077"/>
                </a:cubicBezTo>
                <a:cubicBezTo>
                  <a:pt x="2208" y="2005"/>
                  <a:pt x="2183" y="1911"/>
                  <a:pt x="2111" y="1869"/>
                </a:cubicBezTo>
                <a:close/>
                <a:moveTo>
                  <a:pt x="1514" y="1284"/>
                </a:moveTo>
                <a:lnTo>
                  <a:pt x="1299" y="1499"/>
                </a:lnTo>
                <a:cubicBezTo>
                  <a:pt x="1294" y="1506"/>
                  <a:pt x="1281" y="1511"/>
                  <a:pt x="1272" y="1511"/>
                </a:cubicBezTo>
                <a:lnTo>
                  <a:pt x="1257" y="1511"/>
                </a:lnTo>
                <a:lnTo>
                  <a:pt x="1225" y="1511"/>
                </a:lnTo>
                <a:lnTo>
                  <a:pt x="1209" y="1511"/>
                </a:lnTo>
                <a:cubicBezTo>
                  <a:pt x="1200" y="1511"/>
                  <a:pt x="1188" y="1506"/>
                  <a:pt x="1183" y="1499"/>
                </a:cubicBezTo>
                <a:lnTo>
                  <a:pt x="968" y="1284"/>
                </a:lnTo>
                <a:cubicBezTo>
                  <a:pt x="962" y="1279"/>
                  <a:pt x="957" y="1266"/>
                  <a:pt x="957" y="1257"/>
                </a:cubicBezTo>
                <a:lnTo>
                  <a:pt x="957" y="1243"/>
                </a:lnTo>
                <a:lnTo>
                  <a:pt x="957" y="1211"/>
                </a:lnTo>
                <a:lnTo>
                  <a:pt x="957" y="1195"/>
                </a:lnTo>
                <a:cubicBezTo>
                  <a:pt x="957" y="1186"/>
                  <a:pt x="962" y="1174"/>
                  <a:pt x="968" y="1168"/>
                </a:cubicBezTo>
                <a:lnTo>
                  <a:pt x="1183" y="954"/>
                </a:lnTo>
                <a:cubicBezTo>
                  <a:pt x="1190" y="946"/>
                  <a:pt x="1200" y="943"/>
                  <a:pt x="1209" y="943"/>
                </a:cubicBezTo>
                <a:lnTo>
                  <a:pt x="1225" y="943"/>
                </a:lnTo>
                <a:lnTo>
                  <a:pt x="1257" y="943"/>
                </a:lnTo>
                <a:lnTo>
                  <a:pt x="1272" y="943"/>
                </a:lnTo>
                <a:cubicBezTo>
                  <a:pt x="1281" y="943"/>
                  <a:pt x="1294" y="948"/>
                  <a:pt x="1299" y="954"/>
                </a:cubicBezTo>
                <a:lnTo>
                  <a:pt x="1514" y="1168"/>
                </a:lnTo>
                <a:cubicBezTo>
                  <a:pt x="1519" y="1174"/>
                  <a:pt x="1524" y="1186"/>
                  <a:pt x="1524" y="1195"/>
                </a:cubicBezTo>
                <a:lnTo>
                  <a:pt x="1524" y="1211"/>
                </a:lnTo>
                <a:lnTo>
                  <a:pt x="1524" y="1243"/>
                </a:lnTo>
                <a:lnTo>
                  <a:pt x="1524" y="1257"/>
                </a:lnTo>
                <a:cubicBezTo>
                  <a:pt x="1526" y="1266"/>
                  <a:pt x="1521" y="1279"/>
                  <a:pt x="1514" y="1284"/>
                </a:cubicBezTo>
                <a:close/>
                <a:moveTo>
                  <a:pt x="1343" y="1227"/>
                </a:moveTo>
                <a:cubicBezTo>
                  <a:pt x="1343" y="1218"/>
                  <a:pt x="1338" y="1205"/>
                  <a:pt x="1332" y="1200"/>
                </a:cubicBezTo>
                <a:lnTo>
                  <a:pt x="1271" y="1139"/>
                </a:lnTo>
                <a:cubicBezTo>
                  <a:pt x="1265" y="1133"/>
                  <a:pt x="1253" y="1128"/>
                  <a:pt x="1244" y="1128"/>
                </a:cubicBezTo>
                <a:lnTo>
                  <a:pt x="1242" y="1128"/>
                </a:lnTo>
                <a:cubicBezTo>
                  <a:pt x="1234" y="1128"/>
                  <a:pt x="1221" y="1133"/>
                  <a:pt x="1216" y="1139"/>
                </a:cubicBezTo>
                <a:lnTo>
                  <a:pt x="1154" y="1200"/>
                </a:lnTo>
                <a:cubicBezTo>
                  <a:pt x="1147" y="1207"/>
                  <a:pt x="1144" y="1220"/>
                  <a:pt x="1144" y="1227"/>
                </a:cubicBezTo>
                <a:lnTo>
                  <a:pt x="1144" y="1228"/>
                </a:lnTo>
                <a:cubicBezTo>
                  <a:pt x="1144" y="1237"/>
                  <a:pt x="1149" y="1249"/>
                  <a:pt x="1154" y="1254"/>
                </a:cubicBezTo>
                <a:lnTo>
                  <a:pt x="1216" y="1316"/>
                </a:lnTo>
                <a:cubicBezTo>
                  <a:pt x="1221" y="1321"/>
                  <a:pt x="1234" y="1326"/>
                  <a:pt x="1242" y="1326"/>
                </a:cubicBezTo>
                <a:lnTo>
                  <a:pt x="1244" y="1326"/>
                </a:lnTo>
                <a:cubicBezTo>
                  <a:pt x="1253" y="1326"/>
                  <a:pt x="1265" y="1321"/>
                  <a:pt x="1271" y="1316"/>
                </a:cubicBezTo>
                <a:lnTo>
                  <a:pt x="1332" y="1254"/>
                </a:lnTo>
                <a:cubicBezTo>
                  <a:pt x="1338" y="1247"/>
                  <a:pt x="1343" y="1237"/>
                  <a:pt x="1343" y="1228"/>
                </a:cubicBezTo>
                <a:lnTo>
                  <a:pt x="1343" y="1227"/>
                </a:lnTo>
                <a:close/>
                <a:moveTo>
                  <a:pt x="370" y="583"/>
                </a:moveTo>
                <a:lnTo>
                  <a:pt x="887" y="881"/>
                </a:lnTo>
                <a:cubicBezTo>
                  <a:pt x="915" y="897"/>
                  <a:pt x="945" y="904"/>
                  <a:pt x="975" y="901"/>
                </a:cubicBezTo>
                <a:cubicBezTo>
                  <a:pt x="1054" y="895"/>
                  <a:pt x="1116" y="828"/>
                  <a:pt x="1116" y="749"/>
                </a:cubicBezTo>
                <a:lnTo>
                  <a:pt x="1116" y="152"/>
                </a:lnTo>
                <a:cubicBezTo>
                  <a:pt x="1116" y="67"/>
                  <a:pt x="1047" y="0"/>
                  <a:pt x="964" y="0"/>
                </a:cubicBezTo>
                <a:cubicBezTo>
                  <a:pt x="879" y="0"/>
                  <a:pt x="812" y="69"/>
                  <a:pt x="812" y="152"/>
                </a:cubicBezTo>
                <a:lnTo>
                  <a:pt x="812" y="487"/>
                </a:lnTo>
                <a:lnTo>
                  <a:pt x="523" y="319"/>
                </a:lnTo>
                <a:cubicBezTo>
                  <a:pt x="451" y="277"/>
                  <a:pt x="358" y="302"/>
                  <a:pt x="316" y="376"/>
                </a:cubicBezTo>
                <a:cubicBezTo>
                  <a:pt x="273" y="450"/>
                  <a:pt x="298" y="543"/>
                  <a:pt x="370" y="583"/>
                </a:cubicBezTo>
                <a:close/>
                <a:moveTo>
                  <a:pt x="1505" y="902"/>
                </a:moveTo>
                <a:cubicBezTo>
                  <a:pt x="1535" y="904"/>
                  <a:pt x="1565" y="899"/>
                  <a:pt x="1593" y="883"/>
                </a:cubicBezTo>
                <a:lnTo>
                  <a:pt x="2109" y="585"/>
                </a:lnTo>
                <a:cubicBezTo>
                  <a:pt x="2182" y="543"/>
                  <a:pt x="2206" y="450"/>
                  <a:pt x="2166" y="377"/>
                </a:cubicBezTo>
                <a:cubicBezTo>
                  <a:pt x="2124" y="305"/>
                  <a:pt x="2030" y="280"/>
                  <a:pt x="1958" y="321"/>
                </a:cubicBezTo>
                <a:lnTo>
                  <a:pt x="1669" y="488"/>
                </a:lnTo>
                <a:lnTo>
                  <a:pt x="1669" y="153"/>
                </a:lnTo>
                <a:cubicBezTo>
                  <a:pt x="1669" y="69"/>
                  <a:pt x="1600" y="2"/>
                  <a:pt x="1517" y="2"/>
                </a:cubicBezTo>
                <a:cubicBezTo>
                  <a:pt x="1433" y="2"/>
                  <a:pt x="1366" y="71"/>
                  <a:pt x="1366" y="153"/>
                </a:cubicBezTo>
                <a:lnTo>
                  <a:pt x="1366" y="751"/>
                </a:lnTo>
                <a:cubicBezTo>
                  <a:pt x="1366" y="830"/>
                  <a:pt x="1428" y="897"/>
                  <a:pt x="1505" y="902"/>
                </a:cubicBezTo>
                <a:close/>
                <a:moveTo>
                  <a:pt x="976" y="1550"/>
                </a:moveTo>
                <a:cubicBezTo>
                  <a:pt x="946" y="1548"/>
                  <a:pt x="916" y="1553"/>
                  <a:pt x="888" y="1569"/>
                </a:cubicBezTo>
                <a:lnTo>
                  <a:pt x="372" y="1867"/>
                </a:lnTo>
                <a:cubicBezTo>
                  <a:pt x="300" y="1909"/>
                  <a:pt x="275" y="2003"/>
                  <a:pt x="316" y="2075"/>
                </a:cubicBezTo>
                <a:cubicBezTo>
                  <a:pt x="358" y="2147"/>
                  <a:pt x="451" y="2172"/>
                  <a:pt x="523" y="2130"/>
                </a:cubicBezTo>
                <a:lnTo>
                  <a:pt x="812" y="1962"/>
                </a:lnTo>
                <a:lnTo>
                  <a:pt x="812" y="2297"/>
                </a:lnTo>
                <a:cubicBezTo>
                  <a:pt x="812" y="2382"/>
                  <a:pt x="881" y="2449"/>
                  <a:pt x="964" y="2449"/>
                </a:cubicBezTo>
                <a:cubicBezTo>
                  <a:pt x="1049" y="2449"/>
                  <a:pt x="1116" y="2380"/>
                  <a:pt x="1116" y="2297"/>
                </a:cubicBezTo>
                <a:lnTo>
                  <a:pt x="1116" y="1700"/>
                </a:lnTo>
                <a:cubicBezTo>
                  <a:pt x="1117" y="1622"/>
                  <a:pt x="1056" y="1557"/>
                  <a:pt x="976" y="1550"/>
                </a:cubicBezTo>
                <a:close/>
                <a:moveTo>
                  <a:pt x="835" y="1271"/>
                </a:moveTo>
                <a:cubicBezTo>
                  <a:pt x="841" y="1256"/>
                  <a:pt x="842" y="1239"/>
                  <a:pt x="842" y="1223"/>
                </a:cubicBezTo>
                <a:cubicBezTo>
                  <a:pt x="842" y="1211"/>
                  <a:pt x="841" y="1198"/>
                  <a:pt x="837" y="1188"/>
                </a:cubicBezTo>
                <a:cubicBezTo>
                  <a:pt x="827" y="1151"/>
                  <a:pt x="802" y="1117"/>
                  <a:pt x="767" y="1096"/>
                </a:cubicBezTo>
                <a:lnTo>
                  <a:pt x="250" y="797"/>
                </a:lnTo>
                <a:cubicBezTo>
                  <a:pt x="178" y="754"/>
                  <a:pt x="85" y="779"/>
                  <a:pt x="42" y="853"/>
                </a:cubicBezTo>
                <a:cubicBezTo>
                  <a:pt x="0" y="925"/>
                  <a:pt x="25" y="1019"/>
                  <a:pt x="99" y="1061"/>
                </a:cubicBezTo>
                <a:lnTo>
                  <a:pt x="388" y="1228"/>
                </a:lnTo>
                <a:lnTo>
                  <a:pt x="99" y="1395"/>
                </a:lnTo>
                <a:cubicBezTo>
                  <a:pt x="27" y="1437"/>
                  <a:pt x="2" y="1530"/>
                  <a:pt x="42" y="1603"/>
                </a:cubicBezTo>
                <a:cubicBezTo>
                  <a:pt x="85" y="1675"/>
                  <a:pt x="178" y="1700"/>
                  <a:pt x="250" y="1659"/>
                </a:cubicBezTo>
                <a:lnTo>
                  <a:pt x="767" y="1361"/>
                </a:lnTo>
                <a:cubicBezTo>
                  <a:pt x="802" y="1338"/>
                  <a:pt x="825" y="1307"/>
                  <a:pt x="835" y="1271"/>
                </a:cubicBezTo>
                <a:close/>
                <a:moveTo>
                  <a:pt x="7251" y="379"/>
                </a:moveTo>
                <a:lnTo>
                  <a:pt x="7237" y="379"/>
                </a:lnTo>
                <a:cubicBezTo>
                  <a:pt x="7235" y="379"/>
                  <a:pt x="7233" y="379"/>
                  <a:pt x="7231" y="379"/>
                </a:cubicBezTo>
                <a:cubicBezTo>
                  <a:pt x="7229" y="379"/>
                  <a:pt x="7228" y="379"/>
                  <a:pt x="7226" y="379"/>
                </a:cubicBezTo>
                <a:cubicBezTo>
                  <a:pt x="7189" y="379"/>
                  <a:pt x="7154" y="383"/>
                  <a:pt x="7120" y="395"/>
                </a:cubicBezTo>
                <a:cubicBezTo>
                  <a:pt x="7087" y="405"/>
                  <a:pt x="7057" y="423"/>
                  <a:pt x="7034" y="451"/>
                </a:cubicBezTo>
                <a:lnTo>
                  <a:pt x="7034" y="451"/>
                </a:lnTo>
                <a:lnTo>
                  <a:pt x="7034" y="451"/>
                </a:lnTo>
                <a:lnTo>
                  <a:pt x="7034" y="451"/>
                </a:lnTo>
                <a:cubicBezTo>
                  <a:pt x="7009" y="478"/>
                  <a:pt x="6993" y="511"/>
                  <a:pt x="6985" y="546"/>
                </a:cubicBezTo>
                <a:cubicBezTo>
                  <a:pt x="6974" y="583"/>
                  <a:pt x="6970" y="624"/>
                  <a:pt x="6970" y="672"/>
                </a:cubicBezTo>
                <a:lnTo>
                  <a:pt x="6970" y="763"/>
                </a:lnTo>
                <a:lnTo>
                  <a:pt x="6870" y="763"/>
                </a:lnTo>
                <a:cubicBezTo>
                  <a:pt x="6835" y="763"/>
                  <a:pt x="6807" y="791"/>
                  <a:pt x="6807" y="825"/>
                </a:cubicBezTo>
                <a:cubicBezTo>
                  <a:pt x="6807" y="842"/>
                  <a:pt x="6814" y="860"/>
                  <a:pt x="6824" y="872"/>
                </a:cubicBezTo>
                <a:cubicBezTo>
                  <a:pt x="6836" y="885"/>
                  <a:pt x="6852" y="892"/>
                  <a:pt x="6870" y="894"/>
                </a:cubicBezTo>
                <a:lnTo>
                  <a:pt x="6970" y="894"/>
                </a:lnTo>
                <a:lnTo>
                  <a:pt x="6970" y="1634"/>
                </a:lnTo>
                <a:lnTo>
                  <a:pt x="6970" y="1636"/>
                </a:lnTo>
                <a:cubicBezTo>
                  <a:pt x="6970" y="1654"/>
                  <a:pt x="6977" y="1670"/>
                  <a:pt x="6990" y="1682"/>
                </a:cubicBezTo>
                <a:cubicBezTo>
                  <a:pt x="7002" y="1693"/>
                  <a:pt x="7018" y="1700"/>
                  <a:pt x="7036" y="1700"/>
                </a:cubicBezTo>
                <a:cubicBezTo>
                  <a:pt x="7069" y="1700"/>
                  <a:pt x="7097" y="1671"/>
                  <a:pt x="7097" y="1636"/>
                </a:cubicBezTo>
                <a:lnTo>
                  <a:pt x="7097" y="894"/>
                </a:lnTo>
                <a:lnTo>
                  <a:pt x="7205" y="894"/>
                </a:lnTo>
                <a:cubicBezTo>
                  <a:pt x="7222" y="892"/>
                  <a:pt x="7238" y="885"/>
                  <a:pt x="7251" y="874"/>
                </a:cubicBezTo>
                <a:cubicBezTo>
                  <a:pt x="7263" y="862"/>
                  <a:pt x="7270" y="846"/>
                  <a:pt x="7270" y="828"/>
                </a:cubicBezTo>
                <a:lnTo>
                  <a:pt x="7270" y="827"/>
                </a:lnTo>
                <a:cubicBezTo>
                  <a:pt x="7270" y="793"/>
                  <a:pt x="7242" y="765"/>
                  <a:pt x="7207" y="765"/>
                </a:cubicBezTo>
                <a:lnTo>
                  <a:pt x="7097" y="765"/>
                </a:lnTo>
                <a:lnTo>
                  <a:pt x="7097" y="673"/>
                </a:lnTo>
                <a:cubicBezTo>
                  <a:pt x="7097" y="633"/>
                  <a:pt x="7103" y="603"/>
                  <a:pt x="7108" y="582"/>
                </a:cubicBezTo>
                <a:cubicBezTo>
                  <a:pt x="7113" y="561"/>
                  <a:pt x="7122" y="546"/>
                  <a:pt x="7129" y="538"/>
                </a:cubicBezTo>
                <a:cubicBezTo>
                  <a:pt x="7136" y="531"/>
                  <a:pt x="7145" y="524"/>
                  <a:pt x="7161" y="518"/>
                </a:cubicBezTo>
                <a:cubicBezTo>
                  <a:pt x="7177" y="513"/>
                  <a:pt x="7196" y="509"/>
                  <a:pt x="7224" y="509"/>
                </a:cubicBezTo>
                <a:lnTo>
                  <a:pt x="7228" y="509"/>
                </a:lnTo>
                <a:cubicBezTo>
                  <a:pt x="7229" y="509"/>
                  <a:pt x="7231" y="509"/>
                  <a:pt x="7233" y="509"/>
                </a:cubicBezTo>
                <a:cubicBezTo>
                  <a:pt x="7235" y="509"/>
                  <a:pt x="7237" y="509"/>
                  <a:pt x="7238" y="509"/>
                </a:cubicBezTo>
                <a:lnTo>
                  <a:pt x="7247" y="509"/>
                </a:lnTo>
                <a:lnTo>
                  <a:pt x="7252" y="509"/>
                </a:lnTo>
                <a:cubicBezTo>
                  <a:pt x="7288" y="509"/>
                  <a:pt x="7318" y="481"/>
                  <a:pt x="7318" y="444"/>
                </a:cubicBezTo>
                <a:cubicBezTo>
                  <a:pt x="7314" y="409"/>
                  <a:pt x="7286" y="379"/>
                  <a:pt x="7251" y="379"/>
                </a:cubicBezTo>
                <a:close/>
                <a:moveTo>
                  <a:pt x="9482" y="862"/>
                </a:moveTo>
                <a:cubicBezTo>
                  <a:pt x="9494" y="850"/>
                  <a:pt x="9501" y="832"/>
                  <a:pt x="9501" y="816"/>
                </a:cubicBezTo>
                <a:cubicBezTo>
                  <a:pt x="9501" y="800"/>
                  <a:pt x="9494" y="784"/>
                  <a:pt x="9482" y="772"/>
                </a:cubicBez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lnTo>
                  <a:pt x="9482" y="772"/>
                </a:lnTo>
                <a:cubicBezTo>
                  <a:pt x="9469" y="760"/>
                  <a:pt x="9454" y="753"/>
                  <a:pt x="9438" y="753"/>
                </a:cubicBezTo>
                <a:cubicBezTo>
                  <a:pt x="9423" y="753"/>
                  <a:pt x="9406" y="760"/>
                  <a:pt x="9393" y="772"/>
                </a:cubicBezTo>
                <a:lnTo>
                  <a:pt x="8895" y="1256"/>
                </a:lnTo>
                <a:lnTo>
                  <a:pt x="8895" y="441"/>
                </a:lnTo>
                <a:cubicBezTo>
                  <a:pt x="8895" y="405"/>
                  <a:pt x="8865" y="377"/>
                  <a:pt x="8830" y="377"/>
                </a:cubicBezTo>
                <a:cubicBezTo>
                  <a:pt x="8812" y="377"/>
                  <a:pt x="8796" y="384"/>
                  <a:pt x="8785" y="397"/>
                </a:cubicBezTo>
                <a:cubicBezTo>
                  <a:pt x="8775" y="407"/>
                  <a:pt x="8766" y="425"/>
                  <a:pt x="8766" y="441"/>
                </a:cubicBezTo>
                <a:lnTo>
                  <a:pt x="8766" y="1634"/>
                </a:lnTo>
                <a:cubicBezTo>
                  <a:pt x="8766" y="1652"/>
                  <a:pt x="8773" y="1668"/>
                  <a:pt x="8785" y="1679"/>
                </a:cubicBezTo>
                <a:cubicBezTo>
                  <a:pt x="8796" y="1689"/>
                  <a:pt x="8814" y="1698"/>
                  <a:pt x="8830" y="1698"/>
                </a:cubicBezTo>
                <a:cubicBezTo>
                  <a:pt x="8867" y="1698"/>
                  <a:pt x="8895" y="1670"/>
                  <a:pt x="8895" y="1634"/>
                </a:cubicBezTo>
                <a:lnTo>
                  <a:pt x="8895" y="1437"/>
                </a:lnTo>
                <a:lnTo>
                  <a:pt x="9057" y="1275"/>
                </a:lnTo>
                <a:lnTo>
                  <a:pt x="9388" y="1673"/>
                </a:lnTo>
                <a:cubicBezTo>
                  <a:pt x="9395" y="1682"/>
                  <a:pt x="9402" y="1690"/>
                  <a:pt x="9411" y="1693"/>
                </a:cubicBezTo>
                <a:cubicBezTo>
                  <a:pt x="9420" y="1697"/>
                  <a:pt x="9430" y="1698"/>
                  <a:pt x="9438" y="1698"/>
                </a:cubicBezTo>
                <a:cubicBezTo>
                  <a:pt x="9448" y="1698"/>
                  <a:pt x="9466" y="1696"/>
                  <a:pt x="9480" y="1684"/>
                </a:cubicBezTo>
                <a:lnTo>
                  <a:pt x="9480" y="1684"/>
                </a:lnTo>
                <a:lnTo>
                  <a:pt x="9480" y="1684"/>
                </a:lnTo>
                <a:cubicBezTo>
                  <a:pt x="9494" y="1671"/>
                  <a:pt x="9501" y="1654"/>
                  <a:pt x="9501" y="1636"/>
                </a:cubicBezTo>
                <a:cubicBezTo>
                  <a:pt x="9501" y="1622"/>
                  <a:pt x="9496" y="1606"/>
                  <a:pt x="9485" y="1594"/>
                </a:cubicBezTo>
                <a:lnTo>
                  <a:pt x="9485" y="1594"/>
                </a:lnTo>
                <a:lnTo>
                  <a:pt x="9149" y="1186"/>
                </a:lnTo>
                <a:lnTo>
                  <a:pt x="9482" y="862"/>
                </a:lnTo>
                <a:close/>
                <a:moveTo>
                  <a:pt x="8581" y="779"/>
                </a:moveTo>
                <a:cubicBezTo>
                  <a:pt x="8593" y="790"/>
                  <a:pt x="8600" y="807"/>
                  <a:pt x="8600" y="825"/>
                </a:cubicBezTo>
                <a:lnTo>
                  <a:pt x="8600" y="1633"/>
                </a:lnTo>
                <a:cubicBezTo>
                  <a:pt x="8600" y="1650"/>
                  <a:pt x="8593" y="1666"/>
                  <a:pt x="8581" y="1677"/>
                </a:cubicBezTo>
                <a:cubicBezTo>
                  <a:pt x="8569" y="1687"/>
                  <a:pt x="8553" y="1696"/>
                  <a:pt x="8537" y="1696"/>
                </a:cubicBezTo>
                <a:cubicBezTo>
                  <a:pt x="8519" y="1696"/>
                  <a:pt x="8504" y="1689"/>
                  <a:pt x="8493" y="1677"/>
                </a:cubicBezTo>
                <a:cubicBezTo>
                  <a:pt x="8481" y="1666"/>
                  <a:pt x="8474" y="1650"/>
                  <a:pt x="8474" y="1633"/>
                </a:cubicBezTo>
                <a:lnTo>
                  <a:pt x="8474" y="1553"/>
                </a:lnTo>
                <a:cubicBezTo>
                  <a:pt x="8394" y="1640"/>
                  <a:pt x="8281" y="1696"/>
                  <a:pt x="8156" y="1696"/>
                </a:cubicBezTo>
                <a:cubicBezTo>
                  <a:pt x="8033" y="1696"/>
                  <a:pt x="7920" y="1643"/>
                  <a:pt x="7841" y="1557"/>
                </a:cubicBezTo>
                <a:cubicBezTo>
                  <a:pt x="7760" y="1472"/>
                  <a:pt x="7712" y="1354"/>
                  <a:pt x="7712" y="1228"/>
                </a:cubicBezTo>
                <a:cubicBezTo>
                  <a:pt x="7712" y="1100"/>
                  <a:pt x="7762" y="983"/>
                  <a:pt x="7841" y="899"/>
                </a:cubicBezTo>
                <a:cubicBezTo>
                  <a:pt x="7920" y="814"/>
                  <a:pt x="8033" y="760"/>
                  <a:pt x="8156" y="760"/>
                </a:cubicBezTo>
                <a:cubicBezTo>
                  <a:pt x="8281" y="760"/>
                  <a:pt x="8394" y="814"/>
                  <a:pt x="8474" y="901"/>
                </a:cubicBezTo>
                <a:lnTo>
                  <a:pt x="8474" y="823"/>
                </a:lnTo>
                <a:cubicBezTo>
                  <a:pt x="8474" y="805"/>
                  <a:pt x="8481" y="790"/>
                  <a:pt x="8493" y="777"/>
                </a:cubicBezTo>
                <a:cubicBezTo>
                  <a:pt x="8505" y="767"/>
                  <a:pt x="8521" y="760"/>
                  <a:pt x="8537" y="760"/>
                </a:cubicBezTo>
                <a:cubicBezTo>
                  <a:pt x="8555" y="761"/>
                  <a:pt x="8570" y="768"/>
                  <a:pt x="8581" y="779"/>
                </a:cubicBezTo>
                <a:close/>
                <a:moveTo>
                  <a:pt x="8474" y="1230"/>
                </a:moveTo>
                <a:cubicBezTo>
                  <a:pt x="8474" y="1135"/>
                  <a:pt x="8437" y="1049"/>
                  <a:pt x="8380" y="987"/>
                </a:cubicBezTo>
                <a:cubicBezTo>
                  <a:pt x="8322" y="925"/>
                  <a:pt x="8243" y="888"/>
                  <a:pt x="8156" y="888"/>
                </a:cubicBezTo>
                <a:cubicBezTo>
                  <a:pt x="8070" y="888"/>
                  <a:pt x="7992" y="925"/>
                  <a:pt x="7933" y="987"/>
                </a:cubicBezTo>
                <a:cubicBezTo>
                  <a:pt x="7875" y="1049"/>
                  <a:pt x="7837" y="1135"/>
                  <a:pt x="7837" y="1230"/>
                </a:cubicBezTo>
                <a:cubicBezTo>
                  <a:pt x="7837" y="1324"/>
                  <a:pt x="7874" y="1411"/>
                  <a:pt x="7933" y="1472"/>
                </a:cubicBezTo>
                <a:cubicBezTo>
                  <a:pt x="7991" y="1534"/>
                  <a:pt x="8070" y="1571"/>
                  <a:pt x="8156" y="1571"/>
                </a:cubicBezTo>
                <a:cubicBezTo>
                  <a:pt x="8243" y="1571"/>
                  <a:pt x="8322" y="1534"/>
                  <a:pt x="8380" y="1472"/>
                </a:cubicBezTo>
                <a:cubicBezTo>
                  <a:pt x="8437" y="1409"/>
                  <a:pt x="8474" y="1324"/>
                  <a:pt x="8474" y="1230"/>
                </a:cubicBezTo>
                <a:close/>
                <a:moveTo>
                  <a:pt x="3348" y="1207"/>
                </a:moveTo>
                <a:cubicBezTo>
                  <a:pt x="3297" y="1183"/>
                  <a:pt x="3239" y="1165"/>
                  <a:pt x="3181" y="1146"/>
                </a:cubicBezTo>
                <a:cubicBezTo>
                  <a:pt x="3128" y="1128"/>
                  <a:pt x="3073" y="1112"/>
                  <a:pt x="3035" y="1091"/>
                </a:cubicBezTo>
                <a:cubicBezTo>
                  <a:pt x="3015" y="1080"/>
                  <a:pt x="2999" y="1070"/>
                  <a:pt x="2991" y="1057"/>
                </a:cubicBezTo>
                <a:cubicBezTo>
                  <a:pt x="2980" y="1045"/>
                  <a:pt x="2976" y="1033"/>
                  <a:pt x="2975" y="1015"/>
                </a:cubicBezTo>
                <a:cubicBezTo>
                  <a:pt x="2975" y="992"/>
                  <a:pt x="2982" y="973"/>
                  <a:pt x="2992" y="955"/>
                </a:cubicBezTo>
                <a:cubicBezTo>
                  <a:pt x="3010" y="931"/>
                  <a:pt x="3038" y="911"/>
                  <a:pt x="3072" y="899"/>
                </a:cubicBezTo>
                <a:cubicBezTo>
                  <a:pt x="3103" y="887"/>
                  <a:pt x="3137" y="879"/>
                  <a:pt x="3162" y="879"/>
                </a:cubicBezTo>
                <a:cubicBezTo>
                  <a:pt x="3234" y="879"/>
                  <a:pt x="3280" y="904"/>
                  <a:pt x="3315" y="929"/>
                </a:cubicBezTo>
                <a:cubicBezTo>
                  <a:pt x="3332" y="941"/>
                  <a:pt x="3347" y="954"/>
                  <a:pt x="3361" y="964"/>
                </a:cubicBezTo>
                <a:cubicBezTo>
                  <a:pt x="3368" y="969"/>
                  <a:pt x="3375" y="975"/>
                  <a:pt x="3382" y="978"/>
                </a:cubicBezTo>
                <a:cubicBezTo>
                  <a:pt x="3389" y="982"/>
                  <a:pt x="3398" y="985"/>
                  <a:pt x="3406" y="985"/>
                </a:cubicBezTo>
                <a:cubicBezTo>
                  <a:pt x="3412" y="985"/>
                  <a:pt x="3419" y="983"/>
                  <a:pt x="3424" y="982"/>
                </a:cubicBezTo>
                <a:cubicBezTo>
                  <a:pt x="3429" y="980"/>
                  <a:pt x="3435" y="976"/>
                  <a:pt x="3440" y="971"/>
                </a:cubicBezTo>
                <a:cubicBezTo>
                  <a:pt x="3445" y="968"/>
                  <a:pt x="3449" y="962"/>
                  <a:pt x="3452" y="955"/>
                </a:cubicBezTo>
                <a:cubicBezTo>
                  <a:pt x="3454" y="950"/>
                  <a:pt x="3456" y="943"/>
                  <a:pt x="3456" y="938"/>
                </a:cubicBezTo>
                <a:cubicBezTo>
                  <a:pt x="3456" y="927"/>
                  <a:pt x="3452" y="916"/>
                  <a:pt x="3447" y="906"/>
                </a:cubicBezTo>
                <a:cubicBezTo>
                  <a:pt x="3438" y="888"/>
                  <a:pt x="3422" y="872"/>
                  <a:pt x="3403" y="855"/>
                </a:cubicBezTo>
                <a:cubicBezTo>
                  <a:pt x="3375" y="830"/>
                  <a:pt x="3337" y="805"/>
                  <a:pt x="3297" y="788"/>
                </a:cubicBezTo>
                <a:cubicBezTo>
                  <a:pt x="3256" y="770"/>
                  <a:pt x="3214" y="758"/>
                  <a:pt x="3174" y="758"/>
                </a:cubicBezTo>
                <a:cubicBezTo>
                  <a:pt x="3079" y="758"/>
                  <a:pt x="3001" y="779"/>
                  <a:pt x="2943" y="820"/>
                </a:cubicBezTo>
                <a:cubicBezTo>
                  <a:pt x="2913" y="841"/>
                  <a:pt x="2887" y="864"/>
                  <a:pt x="2869" y="894"/>
                </a:cubicBezTo>
                <a:cubicBezTo>
                  <a:pt x="2850" y="925"/>
                  <a:pt x="2839" y="964"/>
                  <a:pt x="2839" y="1013"/>
                </a:cubicBezTo>
                <a:cubicBezTo>
                  <a:pt x="2839" y="1015"/>
                  <a:pt x="2839" y="1019"/>
                  <a:pt x="2839" y="1020"/>
                </a:cubicBezTo>
                <a:cubicBezTo>
                  <a:pt x="2839" y="1070"/>
                  <a:pt x="2855" y="1109"/>
                  <a:pt x="2880" y="1140"/>
                </a:cubicBezTo>
                <a:cubicBezTo>
                  <a:pt x="2917" y="1188"/>
                  <a:pt x="2973" y="1215"/>
                  <a:pt x="3028" y="1235"/>
                </a:cubicBezTo>
                <a:cubicBezTo>
                  <a:pt x="3082" y="1254"/>
                  <a:pt x="3137" y="1266"/>
                  <a:pt x="3170" y="1279"/>
                </a:cubicBezTo>
                <a:cubicBezTo>
                  <a:pt x="3218" y="1294"/>
                  <a:pt x="3271" y="1312"/>
                  <a:pt x="3308" y="1335"/>
                </a:cubicBezTo>
                <a:cubicBezTo>
                  <a:pt x="3327" y="1347"/>
                  <a:pt x="3341" y="1360"/>
                  <a:pt x="3352" y="1374"/>
                </a:cubicBezTo>
                <a:cubicBezTo>
                  <a:pt x="3362" y="1388"/>
                  <a:pt x="3368" y="1404"/>
                  <a:pt x="3368" y="1421"/>
                </a:cubicBezTo>
                <a:lnTo>
                  <a:pt x="3368" y="1423"/>
                </a:lnTo>
                <a:cubicBezTo>
                  <a:pt x="3368" y="1449"/>
                  <a:pt x="3359" y="1471"/>
                  <a:pt x="3347" y="1490"/>
                </a:cubicBezTo>
                <a:cubicBezTo>
                  <a:pt x="3327" y="1516"/>
                  <a:pt x="3294" y="1538"/>
                  <a:pt x="3258" y="1550"/>
                </a:cubicBezTo>
                <a:cubicBezTo>
                  <a:pt x="3223" y="1562"/>
                  <a:pt x="3188" y="1568"/>
                  <a:pt x="3163" y="1568"/>
                </a:cubicBezTo>
                <a:cubicBezTo>
                  <a:pt x="3080" y="1568"/>
                  <a:pt x="3026" y="1548"/>
                  <a:pt x="2985" y="1527"/>
                </a:cubicBezTo>
                <a:cubicBezTo>
                  <a:pt x="2966" y="1516"/>
                  <a:pt x="2948" y="1508"/>
                  <a:pt x="2934" y="1499"/>
                </a:cubicBezTo>
                <a:cubicBezTo>
                  <a:pt x="2927" y="1495"/>
                  <a:pt x="2920" y="1492"/>
                  <a:pt x="2913" y="1488"/>
                </a:cubicBezTo>
                <a:cubicBezTo>
                  <a:pt x="2906" y="1485"/>
                  <a:pt x="2899" y="1483"/>
                  <a:pt x="2890" y="1483"/>
                </a:cubicBezTo>
                <a:cubicBezTo>
                  <a:pt x="2885" y="1483"/>
                  <a:pt x="2880" y="1483"/>
                  <a:pt x="2874" y="1486"/>
                </a:cubicBezTo>
                <a:cubicBezTo>
                  <a:pt x="2869" y="1488"/>
                  <a:pt x="2864" y="1492"/>
                  <a:pt x="2860" y="1495"/>
                </a:cubicBezTo>
                <a:cubicBezTo>
                  <a:pt x="2855" y="1501"/>
                  <a:pt x="2850" y="1506"/>
                  <a:pt x="2846" y="1513"/>
                </a:cubicBezTo>
                <a:cubicBezTo>
                  <a:pt x="2843" y="1520"/>
                  <a:pt x="2841" y="1527"/>
                  <a:pt x="2841" y="1534"/>
                </a:cubicBezTo>
                <a:cubicBezTo>
                  <a:pt x="2841" y="1546"/>
                  <a:pt x="2846" y="1559"/>
                  <a:pt x="2851" y="1568"/>
                </a:cubicBezTo>
                <a:cubicBezTo>
                  <a:pt x="2862" y="1582"/>
                  <a:pt x="2878" y="1596"/>
                  <a:pt x="2895" y="1610"/>
                </a:cubicBezTo>
                <a:cubicBezTo>
                  <a:pt x="2915" y="1622"/>
                  <a:pt x="2938" y="1636"/>
                  <a:pt x="2966" y="1649"/>
                </a:cubicBezTo>
                <a:cubicBezTo>
                  <a:pt x="3026" y="1677"/>
                  <a:pt x="3103" y="1691"/>
                  <a:pt x="3162" y="1693"/>
                </a:cubicBezTo>
                <a:lnTo>
                  <a:pt x="3162" y="1693"/>
                </a:lnTo>
                <a:cubicBezTo>
                  <a:pt x="3253" y="1693"/>
                  <a:pt x="3331" y="1671"/>
                  <a:pt x="3398" y="1622"/>
                </a:cubicBezTo>
                <a:lnTo>
                  <a:pt x="3398" y="1622"/>
                </a:lnTo>
                <a:lnTo>
                  <a:pt x="3398" y="1622"/>
                </a:lnTo>
                <a:cubicBezTo>
                  <a:pt x="3463" y="1573"/>
                  <a:pt x="3503" y="1501"/>
                  <a:pt x="3503" y="1419"/>
                </a:cubicBezTo>
                <a:cubicBezTo>
                  <a:pt x="3503" y="1375"/>
                  <a:pt x="3493" y="1337"/>
                  <a:pt x="3475" y="1305"/>
                </a:cubicBezTo>
                <a:cubicBezTo>
                  <a:pt x="3445" y="1261"/>
                  <a:pt x="3399" y="1232"/>
                  <a:pt x="3348" y="1207"/>
                </a:cubicBezTo>
                <a:close/>
                <a:moveTo>
                  <a:pt x="7513" y="377"/>
                </a:moveTo>
                <a:cubicBezTo>
                  <a:pt x="7496" y="377"/>
                  <a:pt x="7480" y="384"/>
                  <a:pt x="7469" y="397"/>
                </a:cubicBezTo>
                <a:cubicBezTo>
                  <a:pt x="7457" y="407"/>
                  <a:pt x="7450" y="425"/>
                  <a:pt x="7450" y="441"/>
                </a:cubicBezTo>
                <a:lnTo>
                  <a:pt x="7450" y="1634"/>
                </a:lnTo>
                <a:cubicBezTo>
                  <a:pt x="7450" y="1652"/>
                  <a:pt x="7457" y="1668"/>
                  <a:pt x="7469" y="1679"/>
                </a:cubicBezTo>
                <a:cubicBezTo>
                  <a:pt x="7481" y="1689"/>
                  <a:pt x="7497" y="1698"/>
                  <a:pt x="7513" y="1698"/>
                </a:cubicBezTo>
                <a:cubicBezTo>
                  <a:pt x="7550" y="1698"/>
                  <a:pt x="7578" y="1670"/>
                  <a:pt x="7578" y="1634"/>
                </a:cubicBezTo>
                <a:lnTo>
                  <a:pt x="7578" y="441"/>
                </a:lnTo>
                <a:cubicBezTo>
                  <a:pt x="7578" y="405"/>
                  <a:pt x="7548" y="377"/>
                  <a:pt x="7513" y="377"/>
                </a:cubicBezTo>
                <a:close/>
                <a:moveTo>
                  <a:pt x="10445" y="1200"/>
                </a:moveTo>
                <a:lnTo>
                  <a:pt x="10445" y="1207"/>
                </a:lnTo>
                <a:cubicBezTo>
                  <a:pt x="10445" y="1225"/>
                  <a:pt x="10438" y="1241"/>
                  <a:pt x="10426" y="1250"/>
                </a:cubicBezTo>
                <a:cubicBezTo>
                  <a:pt x="10414" y="1261"/>
                  <a:pt x="10398" y="1266"/>
                  <a:pt x="10382" y="1266"/>
                </a:cubicBezTo>
                <a:lnTo>
                  <a:pt x="9667" y="1266"/>
                </a:lnTo>
                <a:cubicBezTo>
                  <a:pt x="9684" y="1441"/>
                  <a:pt x="9823" y="1569"/>
                  <a:pt x="9991" y="1571"/>
                </a:cubicBezTo>
                <a:lnTo>
                  <a:pt x="10033" y="1571"/>
                </a:lnTo>
                <a:cubicBezTo>
                  <a:pt x="10088" y="1571"/>
                  <a:pt x="10142" y="1552"/>
                  <a:pt x="10188" y="1520"/>
                </a:cubicBezTo>
                <a:cubicBezTo>
                  <a:pt x="10236" y="1488"/>
                  <a:pt x="10276" y="1446"/>
                  <a:pt x="10305" y="1397"/>
                </a:cubicBezTo>
                <a:cubicBezTo>
                  <a:pt x="10310" y="1386"/>
                  <a:pt x="10319" y="1380"/>
                  <a:pt x="10327" y="1374"/>
                </a:cubicBezTo>
                <a:cubicBezTo>
                  <a:pt x="10336" y="1369"/>
                  <a:pt x="10347" y="1367"/>
                  <a:pt x="10357" y="1367"/>
                </a:cubicBezTo>
                <a:cubicBezTo>
                  <a:pt x="10368" y="1367"/>
                  <a:pt x="10380" y="1370"/>
                  <a:pt x="10389" y="1375"/>
                </a:cubicBezTo>
                <a:lnTo>
                  <a:pt x="10389" y="1375"/>
                </a:lnTo>
                <a:lnTo>
                  <a:pt x="10389" y="1375"/>
                </a:lnTo>
                <a:cubicBezTo>
                  <a:pt x="10407" y="1388"/>
                  <a:pt x="10419" y="1409"/>
                  <a:pt x="10419" y="1430"/>
                </a:cubicBezTo>
                <a:cubicBezTo>
                  <a:pt x="10419" y="1441"/>
                  <a:pt x="10416" y="1453"/>
                  <a:pt x="10410" y="1464"/>
                </a:cubicBezTo>
                <a:lnTo>
                  <a:pt x="10410" y="1464"/>
                </a:lnTo>
                <a:lnTo>
                  <a:pt x="10410" y="1464"/>
                </a:lnTo>
                <a:cubicBezTo>
                  <a:pt x="10370" y="1527"/>
                  <a:pt x="10315" y="1585"/>
                  <a:pt x="10252" y="1627"/>
                </a:cubicBezTo>
                <a:cubicBezTo>
                  <a:pt x="10186" y="1670"/>
                  <a:pt x="10112" y="1696"/>
                  <a:pt x="10031" y="1696"/>
                </a:cubicBezTo>
                <a:lnTo>
                  <a:pt x="9989" y="1696"/>
                </a:lnTo>
                <a:cubicBezTo>
                  <a:pt x="9864" y="1696"/>
                  <a:pt x="9749" y="1642"/>
                  <a:pt x="9668" y="1557"/>
                </a:cubicBezTo>
                <a:cubicBezTo>
                  <a:pt x="9587" y="1472"/>
                  <a:pt x="9536" y="1356"/>
                  <a:pt x="9536" y="1230"/>
                </a:cubicBezTo>
                <a:cubicBezTo>
                  <a:pt x="9536" y="1100"/>
                  <a:pt x="9587" y="983"/>
                  <a:pt x="9668" y="897"/>
                </a:cubicBezTo>
                <a:cubicBezTo>
                  <a:pt x="9751" y="813"/>
                  <a:pt x="9864" y="760"/>
                  <a:pt x="9991" y="760"/>
                </a:cubicBezTo>
                <a:cubicBezTo>
                  <a:pt x="10112" y="760"/>
                  <a:pt x="10220" y="807"/>
                  <a:pt x="10301" y="887"/>
                </a:cubicBezTo>
                <a:cubicBezTo>
                  <a:pt x="10382" y="966"/>
                  <a:pt x="10435" y="1075"/>
                  <a:pt x="10445" y="1200"/>
                </a:cubicBezTo>
                <a:close/>
                <a:moveTo>
                  <a:pt x="10305" y="1139"/>
                </a:moveTo>
                <a:cubicBezTo>
                  <a:pt x="10268" y="992"/>
                  <a:pt x="10139" y="887"/>
                  <a:pt x="9993" y="887"/>
                </a:cubicBezTo>
                <a:cubicBezTo>
                  <a:pt x="9841" y="887"/>
                  <a:pt x="9714" y="989"/>
                  <a:pt x="9675" y="1139"/>
                </a:cubicBezTo>
                <a:lnTo>
                  <a:pt x="10305" y="1139"/>
                </a:lnTo>
                <a:close/>
                <a:moveTo>
                  <a:pt x="4027" y="763"/>
                </a:moveTo>
                <a:cubicBezTo>
                  <a:pt x="3926" y="763"/>
                  <a:pt x="3836" y="802"/>
                  <a:pt x="3768" y="864"/>
                </a:cubicBezTo>
                <a:lnTo>
                  <a:pt x="3768" y="827"/>
                </a:lnTo>
                <a:cubicBezTo>
                  <a:pt x="3768" y="809"/>
                  <a:pt x="3761" y="793"/>
                  <a:pt x="3750" y="783"/>
                </a:cubicBezTo>
                <a:cubicBezTo>
                  <a:pt x="3740" y="770"/>
                  <a:pt x="3724" y="763"/>
                  <a:pt x="3706" y="763"/>
                </a:cubicBezTo>
                <a:cubicBezTo>
                  <a:pt x="3688" y="763"/>
                  <a:pt x="3670" y="770"/>
                  <a:pt x="3660" y="783"/>
                </a:cubicBezTo>
                <a:cubicBezTo>
                  <a:pt x="3649" y="795"/>
                  <a:pt x="3643" y="811"/>
                  <a:pt x="3643" y="827"/>
                </a:cubicBezTo>
                <a:lnTo>
                  <a:pt x="3643" y="1652"/>
                </a:lnTo>
                <a:lnTo>
                  <a:pt x="3644" y="1654"/>
                </a:lnTo>
                <a:lnTo>
                  <a:pt x="3644" y="1654"/>
                </a:lnTo>
                <a:cubicBezTo>
                  <a:pt x="3644" y="1657"/>
                  <a:pt x="3646" y="1659"/>
                  <a:pt x="3648" y="1663"/>
                </a:cubicBezTo>
                <a:cubicBezTo>
                  <a:pt x="3657" y="1679"/>
                  <a:pt x="3671" y="1689"/>
                  <a:pt x="3688" y="1694"/>
                </a:cubicBezTo>
                <a:lnTo>
                  <a:pt x="3690" y="1694"/>
                </a:lnTo>
                <a:lnTo>
                  <a:pt x="3704" y="1694"/>
                </a:lnTo>
                <a:cubicBezTo>
                  <a:pt x="3713" y="1694"/>
                  <a:pt x="3722" y="1693"/>
                  <a:pt x="3731" y="1689"/>
                </a:cubicBezTo>
                <a:cubicBezTo>
                  <a:pt x="3738" y="1686"/>
                  <a:pt x="3745" y="1680"/>
                  <a:pt x="3750" y="1673"/>
                </a:cubicBezTo>
                <a:lnTo>
                  <a:pt x="3750" y="1673"/>
                </a:lnTo>
                <a:cubicBezTo>
                  <a:pt x="3750" y="1673"/>
                  <a:pt x="3750" y="1671"/>
                  <a:pt x="3752" y="1671"/>
                </a:cubicBezTo>
                <a:lnTo>
                  <a:pt x="3752" y="1671"/>
                </a:lnTo>
                <a:cubicBezTo>
                  <a:pt x="3755" y="1668"/>
                  <a:pt x="3759" y="1663"/>
                  <a:pt x="3761" y="1659"/>
                </a:cubicBezTo>
                <a:cubicBezTo>
                  <a:pt x="3762" y="1654"/>
                  <a:pt x="3764" y="1650"/>
                  <a:pt x="3764" y="1645"/>
                </a:cubicBezTo>
                <a:lnTo>
                  <a:pt x="3764" y="1643"/>
                </a:lnTo>
                <a:lnTo>
                  <a:pt x="3764" y="1147"/>
                </a:lnTo>
                <a:cubicBezTo>
                  <a:pt x="3766" y="1077"/>
                  <a:pt x="3796" y="1012"/>
                  <a:pt x="3842" y="966"/>
                </a:cubicBezTo>
                <a:cubicBezTo>
                  <a:pt x="3888" y="920"/>
                  <a:pt x="3953" y="890"/>
                  <a:pt x="4023" y="890"/>
                </a:cubicBezTo>
                <a:cubicBezTo>
                  <a:pt x="4095" y="890"/>
                  <a:pt x="4159" y="918"/>
                  <a:pt x="4205" y="966"/>
                </a:cubicBezTo>
                <a:cubicBezTo>
                  <a:pt x="4251" y="1012"/>
                  <a:pt x="4279" y="1077"/>
                  <a:pt x="4279" y="1147"/>
                </a:cubicBezTo>
                <a:lnTo>
                  <a:pt x="4279" y="1634"/>
                </a:lnTo>
                <a:cubicBezTo>
                  <a:pt x="4279" y="1652"/>
                  <a:pt x="4286" y="1668"/>
                  <a:pt x="4298" y="1680"/>
                </a:cubicBezTo>
                <a:cubicBezTo>
                  <a:pt x="4310" y="1691"/>
                  <a:pt x="4326" y="1698"/>
                  <a:pt x="4342" y="1698"/>
                </a:cubicBezTo>
                <a:cubicBezTo>
                  <a:pt x="4360" y="1698"/>
                  <a:pt x="4376" y="1691"/>
                  <a:pt x="4386" y="1680"/>
                </a:cubicBezTo>
                <a:cubicBezTo>
                  <a:pt x="4399" y="1670"/>
                  <a:pt x="4406" y="1652"/>
                  <a:pt x="4406" y="1634"/>
                </a:cubicBezTo>
                <a:lnTo>
                  <a:pt x="4406" y="1147"/>
                </a:lnTo>
                <a:cubicBezTo>
                  <a:pt x="4413" y="936"/>
                  <a:pt x="4240" y="763"/>
                  <a:pt x="4027" y="763"/>
                </a:cubicBezTo>
                <a:close/>
                <a:moveTo>
                  <a:pt x="5294" y="901"/>
                </a:moveTo>
                <a:cubicBezTo>
                  <a:pt x="5375" y="985"/>
                  <a:pt x="5421" y="1103"/>
                  <a:pt x="5423" y="1230"/>
                </a:cubicBezTo>
                <a:cubicBezTo>
                  <a:pt x="5423" y="1356"/>
                  <a:pt x="5375" y="1472"/>
                  <a:pt x="5294" y="1559"/>
                </a:cubicBezTo>
                <a:cubicBezTo>
                  <a:pt x="5214" y="1643"/>
                  <a:pt x="5101" y="1698"/>
                  <a:pt x="4978" y="1698"/>
                </a:cubicBezTo>
                <a:cubicBezTo>
                  <a:pt x="4854" y="1698"/>
                  <a:pt x="4744" y="1644"/>
                  <a:pt x="4663" y="1559"/>
                </a:cubicBezTo>
                <a:cubicBezTo>
                  <a:pt x="4582" y="1475"/>
                  <a:pt x="4533" y="1356"/>
                  <a:pt x="4533" y="1230"/>
                </a:cubicBezTo>
                <a:cubicBezTo>
                  <a:pt x="4533" y="1103"/>
                  <a:pt x="4582" y="987"/>
                  <a:pt x="4663" y="901"/>
                </a:cubicBezTo>
                <a:cubicBezTo>
                  <a:pt x="4742" y="816"/>
                  <a:pt x="4855" y="761"/>
                  <a:pt x="4978" y="761"/>
                </a:cubicBezTo>
                <a:cubicBezTo>
                  <a:pt x="5103" y="761"/>
                  <a:pt x="5214" y="816"/>
                  <a:pt x="5294" y="901"/>
                </a:cubicBezTo>
                <a:close/>
                <a:moveTo>
                  <a:pt x="5296" y="1230"/>
                </a:moveTo>
                <a:cubicBezTo>
                  <a:pt x="5296" y="1135"/>
                  <a:pt x="5258" y="1049"/>
                  <a:pt x="5200" y="987"/>
                </a:cubicBezTo>
                <a:cubicBezTo>
                  <a:pt x="5141" y="925"/>
                  <a:pt x="5063" y="887"/>
                  <a:pt x="4978" y="887"/>
                </a:cubicBezTo>
                <a:cubicBezTo>
                  <a:pt x="4892" y="887"/>
                  <a:pt x="4813" y="925"/>
                  <a:pt x="4755" y="987"/>
                </a:cubicBezTo>
                <a:cubicBezTo>
                  <a:pt x="4696" y="1049"/>
                  <a:pt x="4659" y="1135"/>
                  <a:pt x="4659" y="1230"/>
                </a:cubicBezTo>
                <a:cubicBezTo>
                  <a:pt x="4659" y="1324"/>
                  <a:pt x="4696" y="1410"/>
                  <a:pt x="4755" y="1471"/>
                </a:cubicBezTo>
                <a:cubicBezTo>
                  <a:pt x="4813" y="1533"/>
                  <a:pt x="4892" y="1569"/>
                  <a:pt x="4978" y="1569"/>
                </a:cubicBezTo>
                <a:cubicBezTo>
                  <a:pt x="5065" y="1569"/>
                  <a:pt x="5144" y="1532"/>
                  <a:pt x="5200" y="1471"/>
                </a:cubicBezTo>
                <a:cubicBezTo>
                  <a:pt x="5259" y="1409"/>
                  <a:pt x="5296" y="1324"/>
                  <a:pt x="5296" y="1230"/>
                </a:cubicBezTo>
                <a:close/>
                <a:moveTo>
                  <a:pt x="6671" y="768"/>
                </a:moveTo>
                <a:lnTo>
                  <a:pt x="6671" y="768"/>
                </a:lnTo>
                <a:cubicBezTo>
                  <a:pt x="6669" y="768"/>
                  <a:pt x="6669" y="768"/>
                  <a:pt x="6671" y="768"/>
                </a:cubicBezTo>
                <a:cubicBezTo>
                  <a:pt x="6662" y="765"/>
                  <a:pt x="6655" y="763"/>
                  <a:pt x="6648" y="763"/>
                </a:cubicBezTo>
                <a:cubicBezTo>
                  <a:pt x="6636" y="763"/>
                  <a:pt x="6624" y="767"/>
                  <a:pt x="6613" y="774"/>
                </a:cubicBezTo>
                <a:cubicBezTo>
                  <a:pt x="6603" y="781"/>
                  <a:pt x="6593" y="790"/>
                  <a:pt x="6588" y="802"/>
                </a:cubicBezTo>
                <a:lnTo>
                  <a:pt x="6588" y="802"/>
                </a:lnTo>
                <a:lnTo>
                  <a:pt x="6345" y="1467"/>
                </a:lnTo>
                <a:lnTo>
                  <a:pt x="6158" y="1022"/>
                </a:lnTo>
                <a:lnTo>
                  <a:pt x="6158" y="1022"/>
                </a:lnTo>
                <a:cubicBezTo>
                  <a:pt x="6153" y="1010"/>
                  <a:pt x="6144" y="999"/>
                  <a:pt x="6133" y="994"/>
                </a:cubicBezTo>
                <a:cubicBezTo>
                  <a:pt x="6123" y="987"/>
                  <a:pt x="6110" y="983"/>
                  <a:pt x="6096" y="983"/>
                </a:cubicBezTo>
                <a:cubicBezTo>
                  <a:pt x="6084" y="983"/>
                  <a:pt x="6072" y="987"/>
                  <a:pt x="6061" y="994"/>
                </a:cubicBezTo>
                <a:cubicBezTo>
                  <a:pt x="6051" y="1001"/>
                  <a:pt x="6042" y="1010"/>
                  <a:pt x="6036" y="1022"/>
                </a:cubicBezTo>
                <a:lnTo>
                  <a:pt x="6036" y="1022"/>
                </a:lnTo>
                <a:lnTo>
                  <a:pt x="5848" y="1467"/>
                </a:lnTo>
                <a:lnTo>
                  <a:pt x="5603" y="802"/>
                </a:lnTo>
                <a:lnTo>
                  <a:pt x="5603" y="802"/>
                </a:lnTo>
                <a:cubicBezTo>
                  <a:pt x="5599" y="790"/>
                  <a:pt x="5591" y="779"/>
                  <a:pt x="5580" y="772"/>
                </a:cubicBezTo>
                <a:cubicBezTo>
                  <a:pt x="5569" y="765"/>
                  <a:pt x="5557" y="761"/>
                  <a:pt x="5545" y="761"/>
                </a:cubicBezTo>
                <a:cubicBezTo>
                  <a:pt x="5536" y="761"/>
                  <a:pt x="5529" y="763"/>
                  <a:pt x="5520" y="767"/>
                </a:cubicBezTo>
                <a:lnTo>
                  <a:pt x="5520" y="767"/>
                </a:lnTo>
                <a:lnTo>
                  <a:pt x="5520" y="767"/>
                </a:lnTo>
                <a:cubicBezTo>
                  <a:pt x="5497" y="777"/>
                  <a:pt x="5483" y="800"/>
                  <a:pt x="5483" y="825"/>
                </a:cubicBezTo>
                <a:cubicBezTo>
                  <a:pt x="5483" y="832"/>
                  <a:pt x="5485" y="841"/>
                  <a:pt x="5488" y="848"/>
                </a:cubicBezTo>
                <a:lnTo>
                  <a:pt x="5488" y="848"/>
                </a:lnTo>
                <a:lnTo>
                  <a:pt x="5790" y="1654"/>
                </a:lnTo>
                <a:lnTo>
                  <a:pt x="5790" y="1654"/>
                </a:lnTo>
                <a:cubicBezTo>
                  <a:pt x="5791" y="1659"/>
                  <a:pt x="5795" y="1666"/>
                  <a:pt x="5800" y="1671"/>
                </a:cubicBezTo>
                <a:cubicBezTo>
                  <a:pt x="5804" y="1675"/>
                  <a:pt x="5809" y="1679"/>
                  <a:pt x="5814" y="1682"/>
                </a:cubicBezTo>
                <a:cubicBezTo>
                  <a:pt x="5816" y="1684"/>
                  <a:pt x="5816" y="1684"/>
                  <a:pt x="5820" y="1686"/>
                </a:cubicBezTo>
                <a:cubicBezTo>
                  <a:pt x="5821" y="1687"/>
                  <a:pt x="5825" y="1687"/>
                  <a:pt x="5829" y="1689"/>
                </a:cubicBezTo>
                <a:cubicBezTo>
                  <a:pt x="5834" y="1691"/>
                  <a:pt x="5841" y="1693"/>
                  <a:pt x="5850" y="1693"/>
                </a:cubicBezTo>
                <a:cubicBezTo>
                  <a:pt x="5862" y="1693"/>
                  <a:pt x="5873" y="1689"/>
                  <a:pt x="5883" y="1682"/>
                </a:cubicBezTo>
                <a:cubicBezTo>
                  <a:pt x="5892" y="1675"/>
                  <a:pt x="5901" y="1666"/>
                  <a:pt x="5906" y="1654"/>
                </a:cubicBezTo>
                <a:lnTo>
                  <a:pt x="5906" y="1654"/>
                </a:lnTo>
                <a:lnTo>
                  <a:pt x="6096" y="1200"/>
                </a:lnTo>
                <a:lnTo>
                  <a:pt x="6287" y="1652"/>
                </a:lnTo>
                <a:lnTo>
                  <a:pt x="6287" y="1652"/>
                </a:lnTo>
                <a:cubicBezTo>
                  <a:pt x="6290" y="1664"/>
                  <a:pt x="6299" y="1673"/>
                  <a:pt x="6308" y="1680"/>
                </a:cubicBezTo>
                <a:cubicBezTo>
                  <a:pt x="6317" y="1687"/>
                  <a:pt x="6327" y="1693"/>
                  <a:pt x="6340" y="1693"/>
                </a:cubicBezTo>
                <a:lnTo>
                  <a:pt x="6348" y="1693"/>
                </a:lnTo>
                <a:cubicBezTo>
                  <a:pt x="6355" y="1693"/>
                  <a:pt x="6364" y="1691"/>
                  <a:pt x="6370" y="1689"/>
                </a:cubicBezTo>
                <a:cubicBezTo>
                  <a:pt x="6377" y="1687"/>
                  <a:pt x="6382" y="1684"/>
                  <a:pt x="6385" y="1680"/>
                </a:cubicBezTo>
                <a:cubicBezTo>
                  <a:pt x="6396" y="1673"/>
                  <a:pt x="6403" y="1661"/>
                  <a:pt x="6408" y="1650"/>
                </a:cubicBezTo>
                <a:lnTo>
                  <a:pt x="6408" y="1650"/>
                </a:lnTo>
                <a:lnTo>
                  <a:pt x="6708" y="848"/>
                </a:lnTo>
                <a:cubicBezTo>
                  <a:pt x="6711" y="841"/>
                  <a:pt x="6713" y="832"/>
                  <a:pt x="6713" y="825"/>
                </a:cubicBezTo>
                <a:cubicBezTo>
                  <a:pt x="6708" y="802"/>
                  <a:pt x="6694" y="779"/>
                  <a:pt x="6671" y="768"/>
                </a:cubicBezTo>
                <a:close/>
              </a:path>
            </a:pathLst>
          </a:custGeom>
          <a:solidFill>
            <a:srgbClr val="FFFFFF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13"/>
              <a:buFont typeface="Arial"/>
              <a:buNone/>
            </a:pPr>
            <a:r>
              <a:t/>
            </a:r>
            <a:endParaRPr b="0" i="0" sz="1013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09" name="Google Shape;509;g327d8e625f7_1_229"/>
          <p:cNvSpPr txBox="1"/>
          <p:nvPr>
            <p:ph idx="1" type="body"/>
          </p:nvPr>
        </p:nvSpPr>
        <p:spPr>
          <a:xfrm>
            <a:off x="365750" y="1886350"/>
            <a:ext cx="7484400" cy="13572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5200"/>
              <a:buNone/>
              <a:defRPr b="1" sz="5200" cap="non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2pPr>
            <a:lvl3pPr indent="-342900" lvl="2" marL="1371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3pPr>
            <a:lvl4pPr indent="-342900" lvl="3" marL="18288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4pPr>
            <a:lvl5pPr indent="-342900" lvl="4" marL="22860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6pPr>
            <a:lvl7pPr indent="-342900" lvl="6" marL="32004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7pPr>
            <a:lvl8pPr indent="-342900" lvl="7" marL="3657600" algn="l">
              <a:lnSpc>
                <a:spcPct val="100000"/>
              </a:lnSpc>
              <a:spcBef>
                <a:spcPts val="100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8pPr>
            <a:lvl9pPr indent="-342900" lvl="8" marL="4114800" algn="l">
              <a:lnSpc>
                <a:spcPct val="100000"/>
              </a:lnSpc>
              <a:spcBef>
                <a:spcPts val="1000"/>
              </a:spcBef>
              <a:spcAft>
                <a:spcPts val="100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10" name="Google Shape;510;g327d8e625f7_1_229"/>
          <p:cNvSpPr/>
          <p:nvPr/>
        </p:nvSpPr>
        <p:spPr>
          <a:xfrm>
            <a:off x="457202" y="4864608"/>
            <a:ext cx="17085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2023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1" name="Google Shape;511;g327d8e625f7_1_229"/>
          <p:cNvSpPr/>
          <p:nvPr/>
        </p:nvSpPr>
        <p:spPr>
          <a:xfrm>
            <a:off x="5917776" y="1776875"/>
            <a:ext cx="4395610" cy="4179094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rgbClr val="FFFFFF">
              <a:alpha val="12156"/>
            </a:srgbClr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9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ummit22 - Splash 1">
  <p:cSld name="Summit22 - Splash_1">
    <p:spTree>
      <p:nvGrpSpPr>
        <p:cNvPr id="512" name="Shape 5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3" name="Google Shape;513;g327d8e625f7_1_23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3" cy="5143487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Layout>
</file>

<file path=ppt/slideLayouts/slideLayout9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ummit22 - New Cover">
  <p:cSld name="Summit22 - Title 1_4">
    <p:bg>
      <p:bgPr>
        <a:solidFill>
          <a:schemeClr val="lt1"/>
        </a:solidFill>
      </p:bgPr>
    </p:bg>
    <p:spTree>
      <p:nvGrpSpPr>
        <p:cNvPr id="514" name="Shape 5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5" name="Google Shape;515;g327d8e625f7_1_236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-9750"/>
            <a:ext cx="9144003" cy="5153250"/>
          </a:xfrm>
          <a:prstGeom prst="rect">
            <a:avLst/>
          </a:prstGeom>
          <a:noFill/>
          <a:ln>
            <a:noFill/>
          </a:ln>
        </p:spPr>
      </p:pic>
      <p:sp>
        <p:nvSpPr>
          <p:cNvPr id="516" name="Google Shape;516;g327d8e625f7_1_236"/>
          <p:cNvSpPr txBox="1"/>
          <p:nvPr>
            <p:ph idx="1" type="body"/>
          </p:nvPr>
        </p:nvSpPr>
        <p:spPr>
          <a:xfrm>
            <a:off x="648546" y="2824478"/>
            <a:ext cx="78639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None/>
              <a:defRPr b="1" sz="27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17" name="Google Shape;517;g327d8e625f7_1_236"/>
          <p:cNvSpPr txBox="1"/>
          <p:nvPr>
            <p:ph idx="2" type="body"/>
          </p:nvPr>
        </p:nvSpPr>
        <p:spPr>
          <a:xfrm>
            <a:off x="645160" y="3655727"/>
            <a:ext cx="78705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None/>
              <a:defRPr b="1" sz="11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18" name="Google Shape;518;g327d8e625f7_1_236"/>
          <p:cNvSpPr/>
          <p:nvPr/>
        </p:nvSpPr>
        <p:spPr>
          <a:xfrm>
            <a:off x="557784" y="4898914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2022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19" name="Google Shape;519;g327d8e625f7_1_236"/>
          <p:cNvSpPr/>
          <p:nvPr/>
        </p:nvSpPr>
        <p:spPr>
          <a:xfrm>
            <a:off x="345195" y="4878329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0" name="Google Shape;520;g327d8e625f7_1_236"/>
          <p:cNvSpPr txBox="1"/>
          <p:nvPr/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9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peaker Bio 2">
  <p:cSld name="Summit22 - Divider1_1_1_1_1_1_2">
    <p:bg>
      <p:bgPr>
        <a:solidFill>
          <a:schemeClr val="lt1"/>
        </a:solidFill>
      </p:bgPr>
    </p:bg>
    <p:spTree>
      <p:nvGrpSpPr>
        <p:cNvPr id="521" name="Shape 5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22" name="Google Shape;522;g327d8e625f7_1_243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7279" y="-9750"/>
            <a:ext cx="9178665" cy="5162999"/>
          </a:xfrm>
          <a:prstGeom prst="rect">
            <a:avLst/>
          </a:prstGeom>
          <a:noFill/>
          <a:ln>
            <a:noFill/>
          </a:ln>
        </p:spPr>
      </p:pic>
      <p:sp>
        <p:nvSpPr>
          <p:cNvPr id="523" name="Google Shape;523;g327d8e625f7_1_243"/>
          <p:cNvSpPr/>
          <p:nvPr/>
        </p:nvSpPr>
        <p:spPr>
          <a:xfrm>
            <a:off x="345195" y="4878329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4" name="Google Shape;524;g327d8e625f7_1_243"/>
          <p:cNvSpPr/>
          <p:nvPr/>
        </p:nvSpPr>
        <p:spPr>
          <a:xfrm>
            <a:off x="557784" y="4898914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2022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5" name="Google Shape;525;g327d8e625f7_1_243"/>
          <p:cNvSpPr txBox="1"/>
          <p:nvPr/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26" name="Google Shape;526;g327d8e625f7_1_243"/>
          <p:cNvSpPr/>
          <p:nvPr>
            <p:ph idx="2" type="pic"/>
          </p:nvPr>
        </p:nvSpPr>
        <p:spPr>
          <a:xfrm>
            <a:off x="480450" y="523875"/>
            <a:ext cx="3262200" cy="4029300"/>
          </a:xfrm>
          <a:prstGeom prst="rect">
            <a:avLst/>
          </a:prstGeom>
          <a:solidFill>
            <a:srgbClr val="F2F2F2"/>
          </a:solidFill>
          <a:ln cap="flat" cmpd="sng" w="9525">
            <a:solidFill>
              <a:schemeClr val="lt1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7" name="Google Shape;527;g327d8e625f7_1_243"/>
          <p:cNvSpPr txBox="1"/>
          <p:nvPr>
            <p:ph idx="1" type="body"/>
          </p:nvPr>
        </p:nvSpPr>
        <p:spPr>
          <a:xfrm>
            <a:off x="4027950" y="1021491"/>
            <a:ext cx="3955200" cy="994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810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b="1" sz="2400">
                <a:solidFill>
                  <a:schemeClr val="lt1"/>
                </a:solidFill>
              </a:defRPr>
            </a:lvl1pPr>
            <a:lvl2pPr indent="-3810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2pPr>
            <a:lvl3pPr indent="-381000" lvl="2" marL="1371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3pPr>
            <a:lvl4pPr indent="-381000" lvl="3" marL="1828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4pPr>
            <a:lvl5pPr indent="-381000" lvl="4" marL="22860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5pPr>
            <a:lvl6pPr indent="-381000" lvl="5" marL="2743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6pPr>
            <a:lvl7pPr indent="-381000" lvl="6" marL="3200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7pPr>
            <a:lvl8pPr indent="-381000" lvl="7" marL="36576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8pPr>
            <a:lvl9pPr indent="-381000" lvl="8" marL="41148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2400"/>
              <a:buChar char="•"/>
              <a:defRPr sz="2400">
                <a:solidFill>
                  <a:schemeClr val="lt1"/>
                </a:solidFill>
              </a:defRPr>
            </a:lvl9pPr>
          </a:lstStyle>
          <a:p/>
        </p:txBody>
      </p:sp>
      <p:sp>
        <p:nvSpPr>
          <p:cNvPr id="528" name="Google Shape;528;g327d8e625f7_1_243"/>
          <p:cNvSpPr txBox="1"/>
          <p:nvPr>
            <p:ph idx="3" type="body"/>
          </p:nvPr>
        </p:nvSpPr>
        <p:spPr>
          <a:xfrm>
            <a:off x="4027950" y="1830025"/>
            <a:ext cx="4146300" cy="29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lt1"/>
              </a:buClr>
              <a:buSzPts val="1800"/>
              <a:buChar char="•"/>
              <a:defRPr>
                <a:solidFill>
                  <a:schemeClr val="lt1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800"/>
              <a:buChar char="•"/>
              <a:defRPr/>
            </a:lvl2pPr>
            <a:lvl3pPr indent="-317500" lvl="2" marL="1371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  <a:defRPr/>
            </a:lvl3pPr>
            <a:lvl4pPr indent="-317500" lvl="3" marL="1828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  <a:defRPr/>
            </a:lvl4pPr>
            <a:lvl5pPr indent="-317500" lvl="4" marL="22860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  <a:defRPr/>
            </a:lvl5pPr>
            <a:lvl6pPr indent="-317500" lvl="5" marL="2743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  <a:defRPr/>
            </a:lvl6pPr>
            <a:lvl7pPr indent="-317500" lvl="6" marL="32004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  <a:defRPr/>
            </a:lvl7pPr>
            <a:lvl8pPr indent="-317500" lvl="7" marL="36576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  <a:defRPr/>
            </a:lvl8pPr>
            <a:lvl9pPr indent="-317500" lvl="8" marL="41148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1400"/>
              <a:buChar char="•"/>
              <a:defRPr/>
            </a:lvl9pPr>
          </a:lstStyle>
          <a:p/>
        </p:txBody>
      </p:sp>
      <p:sp>
        <p:nvSpPr>
          <p:cNvPr id="529" name="Google Shape;529;g327d8e625f7_1_243"/>
          <p:cNvSpPr txBox="1"/>
          <p:nvPr>
            <p:ph idx="12" type="sldNum"/>
          </p:nvPr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ummit22 - Divider Slide 2">
  <p:cSld name="Summit22 - Title 1_2_1">
    <p:bg>
      <p:bgPr>
        <a:solidFill>
          <a:schemeClr val="lt1"/>
        </a:solidFill>
      </p:bgPr>
    </p:bg>
    <p:spTree>
      <p:nvGrpSpPr>
        <p:cNvPr id="530" name="Shape 5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1" name="Google Shape;531;g327d8e625f7_1_252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0" y="0"/>
            <a:ext cx="9144003" cy="5143501"/>
          </a:xfrm>
          <a:prstGeom prst="rect">
            <a:avLst/>
          </a:prstGeom>
          <a:noFill/>
          <a:ln>
            <a:noFill/>
          </a:ln>
        </p:spPr>
      </p:pic>
      <p:sp>
        <p:nvSpPr>
          <p:cNvPr id="532" name="Google Shape;532;g327d8e625f7_1_252"/>
          <p:cNvSpPr txBox="1"/>
          <p:nvPr>
            <p:ph idx="1" type="body"/>
          </p:nvPr>
        </p:nvSpPr>
        <p:spPr>
          <a:xfrm>
            <a:off x="648546" y="2824478"/>
            <a:ext cx="7863900" cy="73140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2700"/>
              <a:buNone/>
              <a:defRPr b="1" sz="27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33" name="Google Shape;533;g327d8e625f7_1_252"/>
          <p:cNvSpPr txBox="1"/>
          <p:nvPr>
            <p:ph idx="2" type="body"/>
          </p:nvPr>
        </p:nvSpPr>
        <p:spPr>
          <a:xfrm>
            <a:off x="645160" y="3655727"/>
            <a:ext cx="7870500" cy="228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100"/>
              <a:buNone/>
              <a:defRPr b="1" sz="11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34" name="Google Shape;534;g327d8e625f7_1_252"/>
          <p:cNvSpPr/>
          <p:nvPr/>
        </p:nvSpPr>
        <p:spPr>
          <a:xfrm>
            <a:off x="345195" y="4878329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5" name="Google Shape;535;g327d8e625f7_1_252"/>
          <p:cNvSpPr/>
          <p:nvPr/>
        </p:nvSpPr>
        <p:spPr>
          <a:xfrm>
            <a:off x="557784" y="4898914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2022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36" name="Google Shape;536;g327d8e625f7_1_252"/>
          <p:cNvSpPr txBox="1"/>
          <p:nvPr/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0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plit Layout">
  <p:cSld name="Split Layout">
    <p:spTree>
      <p:nvGrpSpPr>
        <p:cNvPr id="537" name="Shape 5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38" name="Google Shape;538;g327d8e625f7_1_259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17279" y="-9750"/>
            <a:ext cx="9178665" cy="5162999"/>
          </a:xfrm>
          <a:prstGeom prst="rect">
            <a:avLst/>
          </a:prstGeom>
          <a:noFill/>
          <a:ln>
            <a:noFill/>
          </a:ln>
        </p:spPr>
      </p:pic>
      <p:sp>
        <p:nvSpPr>
          <p:cNvPr id="539" name="Google Shape;539;g327d8e625f7_1_259"/>
          <p:cNvSpPr txBox="1"/>
          <p:nvPr>
            <p:ph idx="1" type="body"/>
          </p:nvPr>
        </p:nvSpPr>
        <p:spPr>
          <a:xfrm>
            <a:off x="4819651" y="904875"/>
            <a:ext cx="3978900" cy="39147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 sz="1400">
                <a:solidFill>
                  <a:schemeClr val="lt1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400"/>
              <a:buFont typeface="Arial"/>
              <a:buNone/>
              <a:defRPr>
                <a:solidFill>
                  <a:schemeClr val="lt1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>
                <a:solidFill>
                  <a:schemeClr val="lt1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>
                <a:solidFill>
                  <a:schemeClr val="lt1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lt1"/>
              </a:buClr>
              <a:buSzPts val="1200"/>
              <a:buFont typeface="Arial"/>
              <a:buNone/>
              <a:defRPr>
                <a:solidFill>
                  <a:schemeClr val="lt1"/>
                </a:solidFill>
              </a:defRPr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40" name="Google Shape;540;g327d8e625f7_1_259"/>
          <p:cNvSpPr/>
          <p:nvPr/>
        </p:nvSpPr>
        <p:spPr>
          <a:xfrm>
            <a:off x="-17275" y="-9600"/>
            <a:ext cx="4589400" cy="5163000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013"/>
              <a:buFont typeface="Arial"/>
              <a:buNone/>
            </a:pPr>
            <a:r>
              <a:t/>
            </a:r>
            <a:endParaRPr b="0" i="0" sz="1013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1" name="Google Shape;541;g327d8e625f7_1_259"/>
          <p:cNvSpPr txBox="1"/>
          <p:nvPr>
            <p:ph idx="2" type="body"/>
          </p:nvPr>
        </p:nvSpPr>
        <p:spPr>
          <a:xfrm>
            <a:off x="345195" y="226036"/>
            <a:ext cx="3955200" cy="543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b="1" i="0" sz="2700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42" name="Google Shape;542;g327d8e625f7_1_259"/>
          <p:cNvSpPr/>
          <p:nvPr/>
        </p:nvSpPr>
        <p:spPr>
          <a:xfrm>
            <a:off x="345195" y="4878329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accen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3" name="Google Shape;543;g327d8e625f7_1_259"/>
          <p:cNvSpPr txBox="1"/>
          <p:nvPr>
            <p:ph idx="3" type="body"/>
          </p:nvPr>
        </p:nvSpPr>
        <p:spPr>
          <a:xfrm>
            <a:off x="345447" y="731520"/>
            <a:ext cx="3955200" cy="294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rgbClr val="5B5B5B"/>
              </a:buClr>
              <a:buSzPts val="1600"/>
              <a:buNone/>
              <a:defRPr sz="1600">
                <a:solidFill>
                  <a:srgbClr val="5B5B5B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44" name="Google Shape;544;g327d8e625f7_1_259"/>
          <p:cNvSpPr/>
          <p:nvPr/>
        </p:nvSpPr>
        <p:spPr>
          <a:xfrm>
            <a:off x="557784" y="4898914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rPr>
              <a:t>© 2022 Snowflake Inc. All Rights Reserved</a:t>
            </a:r>
            <a:endParaRPr b="0" i="0" sz="600" u="none" cap="none" strike="noStrike">
              <a:solidFill>
                <a:srgbClr val="929292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5" name="Google Shape;545;g327d8e625f7_1_259"/>
          <p:cNvSpPr txBox="1"/>
          <p:nvPr/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0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ummit22 - Bkg :ight">
  <p:cSld name="Summit22 - Thank You_1">
    <p:spTree>
      <p:nvGrpSpPr>
        <p:cNvPr id="546" name="Shape 5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7" name="Google Shape;547;g327d8e625f7_1_268"/>
          <p:cNvSpPr/>
          <p:nvPr/>
        </p:nvSpPr>
        <p:spPr>
          <a:xfrm>
            <a:off x="-35575" y="-9750"/>
            <a:ext cx="9212100" cy="5163000"/>
          </a:xfrm>
          <a:prstGeom prst="rect">
            <a:avLst/>
          </a:prstGeom>
          <a:gradFill>
            <a:gsLst>
              <a:gs pos="0">
                <a:srgbClr val="98DEFF"/>
              </a:gs>
              <a:gs pos="100000">
                <a:srgbClr val="B2E7FF">
                  <a:alpha val="49019"/>
                </a:srgbClr>
              </a:gs>
            </a:gsLst>
            <a:lin ang="5400012" scaled="0"/>
          </a:gra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8" name="Google Shape;548;g327d8e625f7_1_268"/>
          <p:cNvSpPr/>
          <p:nvPr/>
        </p:nvSpPr>
        <p:spPr>
          <a:xfrm>
            <a:off x="345195" y="4878329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49" name="Google Shape;549;g327d8e625f7_1_268"/>
          <p:cNvSpPr/>
          <p:nvPr/>
        </p:nvSpPr>
        <p:spPr>
          <a:xfrm>
            <a:off x="557784" y="4898914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2022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0" name="Google Shape;550;g327d8e625f7_1_268"/>
          <p:cNvSpPr txBox="1"/>
          <p:nvPr/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1" name="Google Shape;551;g327d8e625f7_1_268"/>
          <p:cNvSpPr txBox="1"/>
          <p:nvPr>
            <p:ph idx="1" type="body"/>
          </p:nvPr>
        </p:nvSpPr>
        <p:spPr>
          <a:xfrm>
            <a:off x="345195" y="228600"/>
            <a:ext cx="8453700" cy="68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b="1" sz="2700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</p:spTree>
  </p:cSld>
  <p:clrMapOvr>
    <a:masterClrMapping/>
  </p:clrMapOvr>
</p:sldLayout>
</file>

<file path=ppt/slideLayouts/slideLayout10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ummit22 - Vegas with Characters Content Slide">
  <p:cSld name="Summit22 - Title 1_5">
    <p:bg>
      <p:bgPr>
        <a:solidFill>
          <a:schemeClr val="lt1"/>
        </a:solidFill>
      </p:bgPr>
    </p:bg>
    <p:spTree>
      <p:nvGrpSpPr>
        <p:cNvPr id="552" name="Shape 5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3" name="Google Shape;553;g327d8e625f7_1_274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-8867" y="-19512"/>
            <a:ext cx="9178665" cy="5162999"/>
          </a:xfrm>
          <a:prstGeom prst="rect">
            <a:avLst/>
          </a:prstGeom>
          <a:noFill/>
          <a:ln>
            <a:noFill/>
          </a:ln>
        </p:spPr>
      </p:pic>
      <p:sp>
        <p:nvSpPr>
          <p:cNvPr id="554" name="Google Shape;554;g327d8e625f7_1_274"/>
          <p:cNvSpPr/>
          <p:nvPr/>
        </p:nvSpPr>
        <p:spPr>
          <a:xfrm>
            <a:off x="345195" y="4878329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5" name="Google Shape;555;g327d8e625f7_1_274"/>
          <p:cNvSpPr/>
          <p:nvPr/>
        </p:nvSpPr>
        <p:spPr>
          <a:xfrm>
            <a:off x="557784" y="4898914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2022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56" name="Google Shape;556;g327d8e625f7_1_274"/>
          <p:cNvSpPr txBox="1"/>
          <p:nvPr>
            <p:ph idx="1" type="body"/>
          </p:nvPr>
        </p:nvSpPr>
        <p:spPr>
          <a:xfrm>
            <a:off x="345196" y="231569"/>
            <a:ext cx="84537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700"/>
              <a:buNone/>
              <a:defRPr b="1" i="0" sz="2700" cap="non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57" name="Google Shape;557;g327d8e625f7_1_274"/>
          <p:cNvSpPr txBox="1"/>
          <p:nvPr/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Layouts/slideLayout10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ummit22 - Thank You">
  <p:cSld name="Summit22 - Thank You_2">
    <p:spTree>
      <p:nvGrpSpPr>
        <p:cNvPr id="558" name="Shape 5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59" name="Google Shape;559;g327d8e625f7_1_280"/>
          <p:cNvPicPr preferRelativeResize="0"/>
          <p:nvPr/>
        </p:nvPicPr>
        <p:blipFill rotWithShape="1">
          <a:blip r:embed="rId2">
            <a:alphaModFix/>
          </a:blip>
          <a:srcRect b="0" l="0" r="0" t="0"/>
          <a:stretch/>
        </p:blipFill>
        <p:spPr>
          <a:xfrm>
            <a:off x="10" y="-13"/>
            <a:ext cx="9143997" cy="5143545"/>
          </a:xfrm>
          <a:prstGeom prst="rect">
            <a:avLst/>
          </a:prstGeom>
          <a:noFill/>
          <a:ln>
            <a:noFill/>
          </a:ln>
        </p:spPr>
      </p:pic>
      <p:sp>
        <p:nvSpPr>
          <p:cNvPr id="560" name="Google Shape;560;g327d8e625f7_1_280"/>
          <p:cNvSpPr/>
          <p:nvPr/>
        </p:nvSpPr>
        <p:spPr>
          <a:xfrm>
            <a:off x="345195" y="4878329"/>
            <a:ext cx="135250" cy="128588"/>
          </a:xfrm>
          <a:custGeom>
            <a:rect b="b" l="l" r="r" t="t"/>
            <a:pathLst>
              <a:path extrusionOk="0" h="5143500" w="5409981">
                <a:moveTo>
                  <a:pt x="4983153" y="2221521"/>
                </a:moveTo>
                <a:lnTo>
                  <a:pt x="4374172" y="2572015"/>
                </a:lnTo>
                <a:lnTo>
                  <a:pt x="4983153" y="2921450"/>
                </a:lnTo>
                <a:cubicBezTo>
                  <a:pt x="5136954" y="3010067"/>
                  <a:pt x="5189546" y="3205051"/>
                  <a:pt x="5100656" y="3358310"/>
                </a:cubicBezTo>
                <a:cubicBezTo>
                  <a:pt x="5011767" y="3511568"/>
                  <a:pt x="4815574" y="3562963"/>
                  <a:pt x="4662302" y="3474876"/>
                </a:cubicBezTo>
                <a:lnTo>
                  <a:pt x="3571781" y="2848198"/>
                </a:lnTo>
                <a:cubicBezTo>
                  <a:pt x="3499053" y="2805943"/>
                  <a:pt x="3448581" y="2739977"/>
                  <a:pt x="3426193" y="2665798"/>
                </a:cubicBezTo>
                <a:cubicBezTo>
                  <a:pt x="3407864" y="2607519"/>
                  <a:pt x="3406806" y="2545180"/>
                  <a:pt x="3423146" y="2486312"/>
                </a:cubicBezTo>
                <a:cubicBezTo>
                  <a:pt x="3445647" y="2405409"/>
                  <a:pt x="3499023" y="2336577"/>
                  <a:pt x="3571781" y="2294640"/>
                </a:cubicBezTo>
                <a:lnTo>
                  <a:pt x="4662302" y="1668359"/>
                </a:lnTo>
                <a:cubicBezTo>
                  <a:pt x="4815574" y="1580272"/>
                  <a:pt x="5011899" y="1632594"/>
                  <a:pt x="5100656" y="1785456"/>
                </a:cubicBezTo>
                <a:cubicBezTo>
                  <a:pt x="5189414" y="1938317"/>
                  <a:pt x="5136954" y="2133168"/>
                  <a:pt x="4983153" y="2221521"/>
                </a:cubicBezTo>
                <a:close/>
                <a:moveTo>
                  <a:pt x="4406628" y="3920213"/>
                </a:moveTo>
                <a:lnTo>
                  <a:pt x="3316240" y="3294330"/>
                </a:lnTo>
                <a:cubicBezTo>
                  <a:pt x="3260045" y="3261658"/>
                  <a:pt x="3195149" y="3247089"/>
                  <a:pt x="3130380" y="3252605"/>
                </a:cubicBezTo>
                <a:cubicBezTo>
                  <a:pt x="2964126" y="3264526"/>
                  <a:pt x="2833507" y="3402684"/>
                  <a:pt x="2833507" y="3570911"/>
                </a:cubicBezTo>
                <a:lnTo>
                  <a:pt x="2833507" y="4823869"/>
                </a:lnTo>
                <a:cubicBezTo>
                  <a:pt x="2833507" y="5000441"/>
                  <a:pt x="2976578" y="5143500"/>
                  <a:pt x="3154225" y="5143500"/>
                </a:cubicBezTo>
                <a:cubicBezTo>
                  <a:pt x="3331872" y="5143500"/>
                  <a:pt x="3475473" y="5000441"/>
                  <a:pt x="3475473" y="4823869"/>
                </a:cubicBezTo>
                <a:lnTo>
                  <a:pt x="3475473" y="4123013"/>
                </a:lnTo>
                <a:lnTo>
                  <a:pt x="4086043" y="4473772"/>
                </a:lnTo>
                <a:cubicBezTo>
                  <a:pt x="4239447" y="4562389"/>
                  <a:pt x="4435640" y="4509934"/>
                  <a:pt x="4524132" y="4357471"/>
                </a:cubicBezTo>
                <a:cubicBezTo>
                  <a:pt x="4612625" y="4205007"/>
                  <a:pt x="4560298" y="4008566"/>
                  <a:pt x="4406628" y="3920213"/>
                </a:cubicBezTo>
                <a:close/>
                <a:moveTo>
                  <a:pt x="3148529" y="2694410"/>
                </a:moveTo>
                <a:lnTo>
                  <a:pt x="2695205" y="3144913"/>
                </a:lnTo>
                <a:cubicBezTo>
                  <a:pt x="2682222" y="3158159"/>
                  <a:pt x="2657185" y="3169021"/>
                  <a:pt x="2638374" y="3169021"/>
                </a:cubicBezTo>
                <a:lnTo>
                  <a:pt x="2504973" y="3169021"/>
                </a:lnTo>
                <a:cubicBezTo>
                  <a:pt x="2486692" y="3169021"/>
                  <a:pt x="2461257" y="3158159"/>
                  <a:pt x="2448142" y="3144913"/>
                </a:cubicBezTo>
                <a:lnTo>
                  <a:pt x="1995083" y="2694410"/>
                </a:lnTo>
                <a:cubicBezTo>
                  <a:pt x="1982100" y="2681694"/>
                  <a:pt x="1971635" y="2656261"/>
                  <a:pt x="1971635" y="2638246"/>
                </a:cubicBezTo>
                <a:lnTo>
                  <a:pt x="1971635" y="2505387"/>
                </a:lnTo>
                <a:cubicBezTo>
                  <a:pt x="1971635" y="2486974"/>
                  <a:pt x="1982100" y="2461409"/>
                  <a:pt x="1995083" y="2448560"/>
                </a:cubicBezTo>
                <a:lnTo>
                  <a:pt x="2448142" y="1998057"/>
                </a:lnTo>
                <a:cubicBezTo>
                  <a:pt x="2461257" y="1984811"/>
                  <a:pt x="2486692" y="1974346"/>
                  <a:pt x="2504973" y="1974346"/>
                </a:cubicBezTo>
                <a:lnTo>
                  <a:pt x="2638374" y="1974346"/>
                </a:lnTo>
                <a:cubicBezTo>
                  <a:pt x="2656787" y="1974346"/>
                  <a:pt x="2682222" y="1984811"/>
                  <a:pt x="2695205" y="1998057"/>
                </a:cubicBezTo>
                <a:lnTo>
                  <a:pt x="3148529" y="2448560"/>
                </a:lnTo>
                <a:cubicBezTo>
                  <a:pt x="3161379" y="2461409"/>
                  <a:pt x="3171844" y="2486974"/>
                  <a:pt x="3171844" y="2505387"/>
                </a:cubicBezTo>
                <a:lnTo>
                  <a:pt x="3171844" y="2638246"/>
                </a:lnTo>
                <a:cubicBezTo>
                  <a:pt x="3171844" y="2656261"/>
                  <a:pt x="3161379" y="2681694"/>
                  <a:pt x="3148529" y="2694410"/>
                </a:cubicBezTo>
                <a:close/>
                <a:moveTo>
                  <a:pt x="2786214" y="2569366"/>
                </a:moveTo>
                <a:cubicBezTo>
                  <a:pt x="2786214" y="2551086"/>
                  <a:pt x="2775086" y="2525786"/>
                  <a:pt x="2762236" y="2512275"/>
                </a:cubicBezTo>
                <a:lnTo>
                  <a:pt x="2630955" y="2382329"/>
                </a:lnTo>
                <a:cubicBezTo>
                  <a:pt x="2617973" y="2369481"/>
                  <a:pt x="2592538" y="2358751"/>
                  <a:pt x="2574257" y="2358751"/>
                </a:cubicBezTo>
                <a:lnTo>
                  <a:pt x="2569090" y="2358751"/>
                </a:lnTo>
                <a:cubicBezTo>
                  <a:pt x="2550809" y="2358751"/>
                  <a:pt x="2525374" y="2369481"/>
                  <a:pt x="2512656" y="2382329"/>
                </a:cubicBezTo>
                <a:lnTo>
                  <a:pt x="2381375" y="2512275"/>
                </a:lnTo>
                <a:cubicBezTo>
                  <a:pt x="2368260" y="2525786"/>
                  <a:pt x="2358192" y="2551086"/>
                  <a:pt x="2358192" y="2569366"/>
                </a:cubicBezTo>
                <a:lnTo>
                  <a:pt x="2358192" y="2574399"/>
                </a:lnTo>
                <a:cubicBezTo>
                  <a:pt x="2358192" y="2592414"/>
                  <a:pt x="2368260" y="2617582"/>
                  <a:pt x="2381375" y="2630696"/>
                </a:cubicBezTo>
                <a:lnTo>
                  <a:pt x="2512656" y="2761038"/>
                </a:lnTo>
                <a:cubicBezTo>
                  <a:pt x="2525506" y="2773887"/>
                  <a:pt x="2550809" y="2784617"/>
                  <a:pt x="2569090" y="2784617"/>
                </a:cubicBezTo>
                <a:lnTo>
                  <a:pt x="2574257" y="2784617"/>
                </a:lnTo>
                <a:cubicBezTo>
                  <a:pt x="2592538" y="2784617"/>
                  <a:pt x="2617973" y="2773887"/>
                  <a:pt x="2630955" y="2761038"/>
                </a:cubicBezTo>
                <a:lnTo>
                  <a:pt x="2762236" y="2630696"/>
                </a:lnTo>
                <a:cubicBezTo>
                  <a:pt x="2775086" y="2617582"/>
                  <a:pt x="2786214" y="2592414"/>
                  <a:pt x="2786214" y="2574399"/>
                </a:cubicBezTo>
                <a:close/>
                <a:moveTo>
                  <a:pt x="736718" y="1222757"/>
                </a:moveTo>
                <a:lnTo>
                  <a:pt x="1827239" y="1849170"/>
                </a:lnTo>
                <a:cubicBezTo>
                  <a:pt x="1883672" y="1881603"/>
                  <a:pt x="1948619" y="1896152"/>
                  <a:pt x="2013497" y="1890895"/>
                </a:cubicBezTo>
                <a:cubicBezTo>
                  <a:pt x="2179486" y="1878709"/>
                  <a:pt x="2310502" y="1740286"/>
                  <a:pt x="2310502" y="1572324"/>
                </a:cubicBezTo>
                <a:lnTo>
                  <a:pt x="2310502" y="319233"/>
                </a:lnTo>
                <a:cubicBezTo>
                  <a:pt x="2310502" y="143059"/>
                  <a:pt x="2166503" y="0"/>
                  <a:pt x="1989651" y="0"/>
                </a:cubicBezTo>
                <a:cubicBezTo>
                  <a:pt x="1812799" y="0"/>
                  <a:pt x="1668536" y="143059"/>
                  <a:pt x="1668536" y="319233"/>
                </a:cubicBezTo>
                <a:lnTo>
                  <a:pt x="1668536" y="1020355"/>
                </a:lnTo>
                <a:lnTo>
                  <a:pt x="1057436" y="669198"/>
                </a:lnTo>
                <a:cubicBezTo>
                  <a:pt x="904297" y="580978"/>
                  <a:pt x="708369" y="633301"/>
                  <a:pt x="619347" y="785897"/>
                </a:cubicBezTo>
                <a:cubicBezTo>
                  <a:pt x="530985" y="938468"/>
                  <a:pt x="583048" y="1133777"/>
                  <a:pt x="735632" y="1222131"/>
                </a:cubicBezTo>
                <a:cubicBezTo>
                  <a:pt x="735994" y="1222340"/>
                  <a:pt x="736356" y="1222549"/>
                  <a:pt x="736718" y="1222757"/>
                </a:cubicBezTo>
                <a:close/>
                <a:moveTo>
                  <a:pt x="3130380" y="1890895"/>
                </a:moveTo>
                <a:cubicBezTo>
                  <a:pt x="3195131" y="1896154"/>
                  <a:pt x="3259952" y="1881602"/>
                  <a:pt x="3316240" y="1849170"/>
                </a:cubicBezTo>
                <a:lnTo>
                  <a:pt x="4406628" y="1222757"/>
                </a:lnTo>
                <a:cubicBezTo>
                  <a:pt x="4559590" y="1135057"/>
                  <a:pt x="4612489" y="939974"/>
                  <a:pt x="4524782" y="787025"/>
                </a:cubicBezTo>
                <a:cubicBezTo>
                  <a:pt x="4524567" y="786649"/>
                  <a:pt x="4524350" y="786273"/>
                  <a:pt x="4524132" y="785897"/>
                </a:cubicBezTo>
                <a:cubicBezTo>
                  <a:pt x="4435640" y="633301"/>
                  <a:pt x="4239447" y="580978"/>
                  <a:pt x="4086043" y="669198"/>
                </a:cubicBezTo>
                <a:lnTo>
                  <a:pt x="3475473" y="1020355"/>
                </a:lnTo>
                <a:lnTo>
                  <a:pt x="3475473" y="319233"/>
                </a:lnTo>
                <a:cubicBezTo>
                  <a:pt x="3475473" y="143059"/>
                  <a:pt x="3331872" y="0"/>
                  <a:pt x="3154225" y="0"/>
                </a:cubicBezTo>
                <a:cubicBezTo>
                  <a:pt x="2976578" y="0"/>
                  <a:pt x="2833507" y="143059"/>
                  <a:pt x="2833507" y="319233"/>
                </a:cubicBezTo>
                <a:lnTo>
                  <a:pt x="2833507" y="1572324"/>
                </a:lnTo>
                <a:cubicBezTo>
                  <a:pt x="2833507" y="1740286"/>
                  <a:pt x="2964126" y="1878709"/>
                  <a:pt x="3130380" y="1890895"/>
                </a:cubicBezTo>
                <a:close/>
                <a:moveTo>
                  <a:pt x="2013497" y="3252605"/>
                </a:moveTo>
                <a:cubicBezTo>
                  <a:pt x="1948600" y="3247084"/>
                  <a:pt x="1883576" y="3261651"/>
                  <a:pt x="1827239" y="3294330"/>
                </a:cubicBezTo>
                <a:lnTo>
                  <a:pt x="736718" y="3920213"/>
                </a:lnTo>
                <a:cubicBezTo>
                  <a:pt x="583314" y="4008566"/>
                  <a:pt x="530854" y="4204477"/>
                  <a:pt x="619347" y="4357471"/>
                </a:cubicBezTo>
                <a:cubicBezTo>
                  <a:pt x="707839" y="4510464"/>
                  <a:pt x="904297" y="4562389"/>
                  <a:pt x="1057436" y="4473772"/>
                </a:cubicBezTo>
                <a:lnTo>
                  <a:pt x="1668536" y="4123013"/>
                </a:lnTo>
                <a:lnTo>
                  <a:pt x="1668536" y="4823869"/>
                </a:lnTo>
                <a:cubicBezTo>
                  <a:pt x="1668536" y="5000441"/>
                  <a:pt x="1812137" y="5143500"/>
                  <a:pt x="1989651" y="5143500"/>
                </a:cubicBezTo>
                <a:cubicBezTo>
                  <a:pt x="2167166" y="5143500"/>
                  <a:pt x="2310502" y="5000441"/>
                  <a:pt x="2310502" y="4823869"/>
                </a:cubicBezTo>
                <a:lnTo>
                  <a:pt x="2310502" y="3570911"/>
                </a:lnTo>
                <a:cubicBezTo>
                  <a:pt x="2310502" y="3402684"/>
                  <a:pt x="2179486" y="3264526"/>
                  <a:pt x="2013497" y="3252605"/>
                </a:cubicBezTo>
                <a:close/>
                <a:moveTo>
                  <a:pt x="1717816" y="2665798"/>
                </a:moveTo>
                <a:cubicBezTo>
                  <a:pt x="1728394" y="2632182"/>
                  <a:pt x="1733318" y="2597044"/>
                  <a:pt x="1732388" y="2561815"/>
                </a:cubicBezTo>
                <a:cubicBezTo>
                  <a:pt x="1731063" y="2536648"/>
                  <a:pt x="1727884" y="2511480"/>
                  <a:pt x="1720730" y="2486312"/>
                </a:cubicBezTo>
                <a:cubicBezTo>
                  <a:pt x="1699137" y="2408292"/>
                  <a:pt x="1648002" y="2338617"/>
                  <a:pt x="1571300" y="2294640"/>
                </a:cubicBezTo>
                <a:lnTo>
                  <a:pt x="481574" y="1668359"/>
                </a:lnTo>
                <a:cubicBezTo>
                  <a:pt x="327773" y="1580272"/>
                  <a:pt x="131580" y="1632594"/>
                  <a:pt x="43352" y="1785456"/>
                </a:cubicBezTo>
                <a:cubicBezTo>
                  <a:pt x="-44875" y="1938317"/>
                  <a:pt x="6790" y="2133168"/>
                  <a:pt x="160591" y="2221521"/>
                </a:cubicBezTo>
                <a:lnTo>
                  <a:pt x="769571" y="2572015"/>
                </a:lnTo>
                <a:lnTo>
                  <a:pt x="160591" y="2921450"/>
                </a:lnTo>
                <a:cubicBezTo>
                  <a:pt x="6790" y="3010067"/>
                  <a:pt x="-45670" y="3205051"/>
                  <a:pt x="43352" y="3358310"/>
                </a:cubicBezTo>
                <a:cubicBezTo>
                  <a:pt x="132374" y="3511568"/>
                  <a:pt x="327773" y="3562963"/>
                  <a:pt x="481574" y="3474876"/>
                </a:cubicBezTo>
                <a:lnTo>
                  <a:pt x="1571300" y="2848198"/>
                </a:lnTo>
                <a:cubicBezTo>
                  <a:pt x="1641515" y="2808189"/>
                  <a:pt x="1693892" y="2742984"/>
                  <a:pt x="1717816" y="2665798"/>
                </a:cubicBezTo>
                <a:close/>
                <a:moveTo>
                  <a:pt x="5160799" y="588131"/>
                </a:moveTo>
                <a:lnTo>
                  <a:pt x="5112049" y="588131"/>
                </a:lnTo>
                <a:lnTo>
                  <a:pt x="5112049" y="648137"/>
                </a:lnTo>
                <a:lnTo>
                  <a:pt x="5160799" y="648137"/>
                </a:lnTo>
                <a:cubicBezTo>
                  <a:pt x="5183452" y="648137"/>
                  <a:pt x="5198157" y="637937"/>
                  <a:pt x="5198157" y="618730"/>
                </a:cubicBezTo>
                <a:cubicBezTo>
                  <a:pt x="5198157" y="599523"/>
                  <a:pt x="5184512" y="588131"/>
                  <a:pt x="5160799" y="588131"/>
                </a:cubicBezTo>
                <a:close/>
                <a:moveTo>
                  <a:pt x="5052039" y="532630"/>
                </a:moveTo>
                <a:lnTo>
                  <a:pt x="5161859" y="532630"/>
                </a:lnTo>
                <a:cubicBezTo>
                  <a:pt x="5222002" y="532630"/>
                  <a:pt x="5261612" y="565480"/>
                  <a:pt x="5261612" y="616346"/>
                </a:cubicBezTo>
                <a:cubicBezTo>
                  <a:pt x="5261612" y="648137"/>
                  <a:pt x="5245715" y="671847"/>
                  <a:pt x="5222002" y="686683"/>
                </a:cubicBezTo>
                <a:lnTo>
                  <a:pt x="5265056" y="748940"/>
                </a:lnTo>
                <a:lnTo>
                  <a:pt x="5265056" y="761392"/>
                </a:lnTo>
                <a:lnTo>
                  <a:pt x="5202661" y="761392"/>
                </a:lnTo>
                <a:lnTo>
                  <a:pt x="5160799" y="701386"/>
                </a:lnTo>
                <a:lnTo>
                  <a:pt x="5112049" y="701386"/>
                </a:lnTo>
                <a:lnTo>
                  <a:pt x="5112049" y="761392"/>
                </a:lnTo>
                <a:lnTo>
                  <a:pt x="5052039" y="761392"/>
                </a:lnTo>
                <a:close/>
                <a:moveTo>
                  <a:pt x="5358979" y="651581"/>
                </a:moveTo>
                <a:cubicBezTo>
                  <a:pt x="5358979" y="529186"/>
                  <a:pt x="5277508" y="436330"/>
                  <a:pt x="5152851" y="436330"/>
                </a:cubicBezTo>
                <a:cubicBezTo>
                  <a:pt x="5030445" y="436330"/>
                  <a:pt x="4948842" y="524682"/>
                  <a:pt x="4948842" y="651581"/>
                </a:cubicBezTo>
                <a:cubicBezTo>
                  <a:pt x="4948842" y="772783"/>
                  <a:pt x="5030445" y="866699"/>
                  <a:pt x="5152851" y="866699"/>
                </a:cubicBezTo>
                <a:cubicBezTo>
                  <a:pt x="5277508" y="866699"/>
                  <a:pt x="5358979" y="773843"/>
                  <a:pt x="5358979" y="651581"/>
                </a:cubicBezTo>
                <a:close/>
                <a:moveTo>
                  <a:pt x="5409982" y="651581"/>
                </a:moveTo>
                <a:cubicBezTo>
                  <a:pt x="5409982" y="795434"/>
                  <a:pt x="5313674" y="915445"/>
                  <a:pt x="5152851" y="915445"/>
                </a:cubicBezTo>
                <a:cubicBezTo>
                  <a:pt x="4992028" y="915445"/>
                  <a:pt x="4897972" y="794242"/>
                  <a:pt x="4897972" y="651581"/>
                </a:cubicBezTo>
                <a:cubicBezTo>
                  <a:pt x="4897972" y="508919"/>
                  <a:pt x="4993088" y="387584"/>
                  <a:pt x="5152851" y="387584"/>
                </a:cubicBezTo>
                <a:cubicBezTo>
                  <a:pt x="5312614" y="387584"/>
                  <a:pt x="5409982" y="507594"/>
                  <a:pt x="5409982" y="651581"/>
                </a:cubicBezTo>
                <a:close/>
              </a:path>
            </a:pathLst>
          </a:cu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350"/>
              <a:buFont typeface="Arial"/>
              <a:buNone/>
            </a:pPr>
            <a:r>
              <a:t/>
            </a:r>
            <a:endParaRPr b="0" i="0" sz="135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1" name="Google Shape;561;g327d8e625f7_1_280"/>
          <p:cNvSpPr/>
          <p:nvPr/>
        </p:nvSpPr>
        <p:spPr>
          <a:xfrm>
            <a:off x="557784" y="4898914"/>
            <a:ext cx="1473300" cy="92400"/>
          </a:xfrm>
          <a:prstGeom prst="rect">
            <a:avLst/>
          </a:prstGeom>
          <a:noFill/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r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© 2022 Snowflake Inc. All Rights Reserved</a:t>
            </a:r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562" name="Google Shape;562;g327d8e625f7_1_280"/>
          <p:cNvSpPr txBox="1"/>
          <p:nvPr>
            <p:ph idx="1" type="body"/>
          </p:nvPr>
        </p:nvSpPr>
        <p:spPr>
          <a:xfrm>
            <a:off x="2272412" y="2285447"/>
            <a:ext cx="4599300" cy="5670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ctr">
              <a:lnSpc>
                <a:spcPct val="90000"/>
              </a:lnSpc>
              <a:spcBef>
                <a:spcPts val="750"/>
              </a:spcBef>
              <a:spcAft>
                <a:spcPts val="0"/>
              </a:spcAft>
              <a:buClr>
                <a:schemeClr val="dk2"/>
              </a:buClr>
              <a:buSzPts val="4000"/>
              <a:buNone/>
              <a:defRPr b="1" sz="4000">
                <a:solidFill>
                  <a:schemeClr val="dk2"/>
                </a:solidFill>
              </a:defRPr>
            </a:lvl1pPr>
            <a:lvl2pPr indent="-342900" lvl="1" marL="914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2pPr>
            <a:lvl3pPr indent="-342900" lvl="2" marL="1371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4pPr>
            <a:lvl5pPr indent="-342900" lvl="4" marL="22860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5pPr>
            <a:lvl6pPr indent="-342900" lvl="5" marL="27432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lnSpc>
                <a:spcPct val="90000"/>
              </a:lnSpc>
              <a:spcBef>
                <a:spcPts val="375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563" name="Google Shape;563;g327d8e625f7_1_280"/>
          <p:cNvSpPr txBox="1"/>
          <p:nvPr/>
        </p:nvSpPr>
        <p:spPr>
          <a:xfrm>
            <a:off x="8325201" y="4898914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/>
          <a:p>
            <a: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</a:pPr>
            <a:fld id="{00000000-1234-1234-1234-123412341234}" type="slidenum">
              <a:rPr b="0" i="0" lang="en-US" sz="600" u="none" cap="none" strike="noStrike">
                <a:solidFill>
                  <a:schemeClr val="lt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600" u="none" cap="none" strike="noStrike">
              <a:solidFill>
                <a:schemeClr val="lt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slideLayout" Target="../slideLayouts/slideLayout16.xml"/><Relationship Id="rId17" Type="http://schemas.openxmlformats.org/officeDocument/2006/relationships/slideLayout" Target="../slideLayouts/slideLayout17.xml"/><Relationship Id="rId18" Type="http://schemas.openxmlformats.org/officeDocument/2006/relationships/slideLayout" Target="../slideLayouts/slideLayout18.xml"/><Relationship Id="rId19" Type="http://schemas.openxmlformats.org/officeDocument/2006/relationships/slideLayout" Target="../slideLayouts/slideLayout19.xml"/><Relationship Id="rId20" Type="http://schemas.openxmlformats.org/officeDocument/2006/relationships/slideLayout" Target="../slideLayouts/slideLayout20.xml"/><Relationship Id="rId21" Type="http://schemas.openxmlformats.org/officeDocument/2006/relationships/slideLayout" Target="../slideLayouts/slideLayout21.xml"/><Relationship Id="rId22" Type="http://schemas.openxmlformats.org/officeDocument/2006/relationships/slideLayout" Target="../slideLayouts/slideLayout22.xml"/><Relationship Id="rId23" Type="http://schemas.openxmlformats.org/officeDocument/2006/relationships/slideLayout" Target="../slideLayouts/slideLayout23.xml"/><Relationship Id="rId24" Type="http://schemas.openxmlformats.org/officeDocument/2006/relationships/slideLayout" Target="../slideLayouts/slideLayout24.xml"/><Relationship Id="rId25" Type="http://schemas.openxmlformats.org/officeDocument/2006/relationships/slideLayout" Target="../slideLayouts/slideLayout25.xml"/><Relationship Id="rId26" Type="http://schemas.openxmlformats.org/officeDocument/2006/relationships/slideLayout" Target="../slideLayouts/slideLayout26.xml"/><Relationship Id="rId27" Type="http://schemas.openxmlformats.org/officeDocument/2006/relationships/slideLayout" Target="../slideLayouts/slideLayout27.xml"/><Relationship Id="rId28" Type="http://schemas.openxmlformats.org/officeDocument/2006/relationships/slideLayout" Target="../slideLayouts/slideLayout28.xml"/><Relationship Id="rId29" Type="http://schemas.openxmlformats.org/officeDocument/2006/relationships/slideLayout" Target="../slideLayouts/slideLayout29.xml"/><Relationship Id="rId30" Type="http://schemas.openxmlformats.org/officeDocument/2006/relationships/slideLayout" Target="../slideLayouts/slideLayout30.xml"/><Relationship Id="rId31" Type="http://schemas.openxmlformats.org/officeDocument/2006/relationships/slideLayout" Target="../slideLayouts/slideLayout31.xml"/><Relationship Id="rId32" Type="http://schemas.openxmlformats.org/officeDocument/2006/relationships/slideLayout" Target="../slideLayouts/slideLayout32.xml"/><Relationship Id="rId33" Type="http://schemas.openxmlformats.org/officeDocument/2006/relationships/slideLayout" Target="../slideLayouts/slideLayout33.xml"/><Relationship Id="rId34" Type="http://schemas.openxmlformats.org/officeDocument/2006/relationships/slideLayout" Target="../slideLayouts/slideLayout34.xml"/><Relationship Id="rId35" Type="http://schemas.openxmlformats.org/officeDocument/2006/relationships/theme" Target="../theme/theme1.xml"/></Relationships>
</file>

<file path=ppt/slideMasters/_rels/slideMaster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5.xml"/><Relationship Id="rId2" Type="http://schemas.openxmlformats.org/officeDocument/2006/relationships/slideLayout" Target="../slideLayouts/slideLayout36.xml"/><Relationship Id="rId3" Type="http://schemas.openxmlformats.org/officeDocument/2006/relationships/slideLayout" Target="../slideLayouts/slideLayout37.xml"/><Relationship Id="rId4" Type="http://schemas.openxmlformats.org/officeDocument/2006/relationships/slideLayout" Target="../slideLayouts/slideLayout38.xml"/><Relationship Id="rId5" Type="http://schemas.openxmlformats.org/officeDocument/2006/relationships/slideLayout" Target="../slideLayouts/slideLayout39.xml"/><Relationship Id="rId6" Type="http://schemas.openxmlformats.org/officeDocument/2006/relationships/slideLayout" Target="../slideLayouts/slideLayout40.xml"/><Relationship Id="rId7" Type="http://schemas.openxmlformats.org/officeDocument/2006/relationships/slideLayout" Target="../slideLayouts/slideLayout41.xml"/><Relationship Id="rId8" Type="http://schemas.openxmlformats.org/officeDocument/2006/relationships/slideLayout" Target="../slideLayouts/slideLayout42.xml"/><Relationship Id="rId9" Type="http://schemas.openxmlformats.org/officeDocument/2006/relationships/slideLayout" Target="../slideLayouts/slideLayout43.xml"/><Relationship Id="rId10" Type="http://schemas.openxmlformats.org/officeDocument/2006/relationships/slideLayout" Target="../slideLayouts/slideLayout44.xml"/><Relationship Id="rId11" Type="http://schemas.openxmlformats.org/officeDocument/2006/relationships/slideLayout" Target="../slideLayouts/slideLayout45.xml"/><Relationship Id="rId12" Type="http://schemas.openxmlformats.org/officeDocument/2006/relationships/slideLayout" Target="../slideLayouts/slideLayout46.xml"/><Relationship Id="rId13" Type="http://schemas.openxmlformats.org/officeDocument/2006/relationships/slideLayout" Target="../slideLayouts/slideLayout47.xml"/><Relationship Id="rId14" Type="http://schemas.openxmlformats.org/officeDocument/2006/relationships/slideLayout" Target="../slideLayouts/slideLayout48.xml"/><Relationship Id="rId15" Type="http://schemas.openxmlformats.org/officeDocument/2006/relationships/slideLayout" Target="../slideLayouts/slideLayout49.xml"/><Relationship Id="rId16" Type="http://schemas.openxmlformats.org/officeDocument/2006/relationships/slideLayout" Target="../slideLayouts/slideLayout50.xml"/><Relationship Id="rId17" Type="http://schemas.openxmlformats.org/officeDocument/2006/relationships/slideLayout" Target="../slideLayouts/slideLayout51.xml"/><Relationship Id="rId18" Type="http://schemas.openxmlformats.org/officeDocument/2006/relationships/slideLayout" Target="../slideLayouts/slideLayout52.xml"/><Relationship Id="rId19" Type="http://schemas.openxmlformats.org/officeDocument/2006/relationships/slideLayout" Target="../slideLayouts/slideLayout53.xml"/><Relationship Id="rId20" Type="http://schemas.openxmlformats.org/officeDocument/2006/relationships/slideLayout" Target="../slideLayouts/slideLayout54.xml"/><Relationship Id="rId21" Type="http://schemas.openxmlformats.org/officeDocument/2006/relationships/slideLayout" Target="../slideLayouts/slideLayout55.xml"/><Relationship Id="rId22" Type="http://schemas.openxmlformats.org/officeDocument/2006/relationships/slideLayout" Target="../slideLayouts/slideLayout56.xml"/><Relationship Id="rId23" Type="http://schemas.openxmlformats.org/officeDocument/2006/relationships/slideLayout" Target="../slideLayouts/slideLayout57.xml"/><Relationship Id="rId24" Type="http://schemas.openxmlformats.org/officeDocument/2006/relationships/slideLayout" Target="../slideLayouts/slideLayout58.xml"/><Relationship Id="rId25" Type="http://schemas.openxmlformats.org/officeDocument/2006/relationships/slideLayout" Target="../slideLayouts/slideLayout59.xml"/><Relationship Id="rId26" Type="http://schemas.openxmlformats.org/officeDocument/2006/relationships/slideLayout" Target="../slideLayouts/slideLayout60.xml"/><Relationship Id="rId27" Type="http://schemas.openxmlformats.org/officeDocument/2006/relationships/slideLayout" Target="../slideLayouts/slideLayout61.xml"/><Relationship Id="rId28" Type="http://schemas.openxmlformats.org/officeDocument/2006/relationships/slideLayout" Target="../slideLayouts/slideLayout62.xml"/><Relationship Id="rId29" Type="http://schemas.openxmlformats.org/officeDocument/2006/relationships/slideLayout" Target="../slideLayouts/slideLayout63.xml"/><Relationship Id="rId30" Type="http://schemas.openxmlformats.org/officeDocument/2006/relationships/slideLayout" Target="../slideLayouts/slideLayout64.xml"/><Relationship Id="rId31" Type="http://schemas.openxmlformats.org/officeDocument/2006/relationships/slideLayout" Target="../slideLayouts/slideLayout65.xml"/><Relationship Id="rId32" Type="http://schemas.openxmlformats.org/officeDocument/2006/relationships/slideLayout" Target="../slideLayouts/slideLayout66.xml"/><Relationship Id="rId33" Type="http://schemas.openxmlformats.org/officeDocument/2006/relationships/slideLayout" Target="../slideLayouts/slideLayout67.xml"/><Relationship Id="rId34" Type="http://schemas.openxmlformats.org/officeDocument/2006/relationships/slideLayout" Target="../slideLayouts/slideLayout68.xml"/><Relationship Id="rId35" Type="http://schemas.openxmlformats.org/officeDocument/2006/relationships/theme" Target="../theme/theme2.xml"/></Relationships>
</file>

<file path=ppt/slideMasters/_rels/slideMaster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9.xml"/><Relationship Id="rId2" Type="http://schemas.openxmlformats.org/officeDocument/2006/relationships/slideLayout" Target="../slideLayouts/slideLayout70.xml"/><Relationship Id="rId3" Type="http://schemas.openxmlformats.org/officeDocument/2006/relationships/slideLayout" Target="../slideLayouts/slideLayout71.xml"/><Relationship Id="rId4" Type="http://schemas.openxmlformats.org/officeDocument/2006/relationships/slideLayout" Target="../slideLayouts/slideLayout72.xml"/><Relationship Id="rId5" Type="http://schemas.openxmlformats.org/officeDocument/2006/relationships/slideLayout" Target="../slideLayouts/slideLayout73.xml"/><Relationship Id="rId6" Type="http://schemas.openxmlformats.org/officeDocument/2006/relationships/slideLayout" Target="../slideLayouts/slideLayout74.xml"/><Relationship Id="rId7" Type="http://schemas.openxmlformats.org/officeDocument/2006/relationships/slideLayout" Target="../slideLayouts/slideLayout75.xml"/><Relationship Id="rId8" Type="http://schemas.openxmlformats.org/officeDocument/2006/relationships/slideLayout" Target="../slideLayouts/slideLayout76.xml"/><Relationship Id="rId9" Type="http://schemas.openxmlformats.org/officeDocument/2006/relationships/slideLayout" Target="../slideLayouts/slideLayout77.xml"/><Relationship Id="rId10" Type="http://schemas.openxmlformats.org/officeDocument/2006/relationships/slideLayout" Target="../slideLayouts/slideLayout78.xml"/><Relationship Id="rId11" Type="http://schemas.openxmlformats.org/officeDocument/2006/relationships/slideLayout" Target="../slideLayouts/slideLayout79.xml"/><Relationship Id="rId12" Type="http://schemas.openxmlformats.org/officeDocument/2006/relationships/slideLayout" Target="../slideLayouts/slideLayout80.xml"/><Relationship Id="rId13" Type="http://schemas.openxmlformats.org/officeDocument/2006/relationships/slideLayout" Target="../slideLayouts/slideLayout81.xml"/><Relationship Id="rId14" Type="http://schemas.openxmlformats.org/officeDocument/2006/relationships/slideLayout" Target="../slideLayouts/slideLayout82.xml"/><Relationship Id="rId15" Type="http://schemas.openxmlformats.org/officeDocument/2006/relationships/slideLayout" Target="../slideLayouts/slideLayout83.xml"/><Relationship Id="rId16" Type="http://schemas.openxmlformats.org/officeDocument/2006/relationships/slideLayout" Target="../slideLayouts/slideLayout84.xml"/><Relationship Id="rId17" Type="http://schemas.openxmlformats.org/officeDocument/2006/relationships/slideLayout" Target="../slideLayouts/slideLayout85.xml"/><Relationship Id="rId18" Type="http://schemas.openxmlformats.org/officeDocument/2006/relationships/slideLayout" Target="../slideLayouts/slideLayout86.xml"/><Relationship Id="rId19" Type="http://schemas.openxmlformats.org/officeDocument/2006/relationships/slideLayout" Target="../slideLayouts/slideLayout87.xml"/><Relationship Id="rId20" Type="http://schemas.openxmlformats.org/officeDocument/2006/relationships/slideLayout" Target="../slideLayouts/slideLayout88.xml"/><Relationship Id="rId21" Type="http://schemas.openxmlformats.org/officeDocument/2006/relationships/slideLayout" Target="../slideLayouts/slideLayout89.xml"/><Relationship Id="rId22" Type="http://schemas.openxmlformats.org/officeDocument/2006/relationships/slideLayout" Target="../slideLayouts/slideLayout90.xml"/><Relationship Id="rId23" Type="http://schemas.openxmlformats.org/officeDocument/2006/relationships/slideLayout" Target="../slideLayouts/slideLayout91.xml"/><Relationship Id="rId24" Type="http://schemas.openxmlformats.org/officeDocument/2006/relationships/slideLayout" Target="../slideLayouts/slideLayout92.xml"/><Relationship Id="rId25" Type="http://schemas.openxmlformats.org/officeDocument/2006/relationships/slideLayout" Target="../slideLayouts/slideLayout93.xml"/><Relationship Id="rId26" Type="http://schemas.openxmlformats.org/officeDocument/2006/relationships/slideLayout" Target="../slideLayouts/slideLayout94.xml"/><Relationship Id="rId27" Type="http://schemas.openxmlformats.org/officeDocument/2006/relationships/slideLayout" Target="../slideLayouts/slideLayout95.xml"/><Relationship Id="rId28" Type="http://schemas.openxmlformats.org/officeDocument/2006/relationships/slideLayout" Target="../slideLayouts/slideLayout96.xml"/><Relationship Id="rId29" Type="http://schemas.openxmlformats.org/officeDocument/2006/relationships/slideLayout" Target="../slideLayouts/slideLayout97.xml"/><Relationship Id="rId30" Type="http://schemas.openxmlformats.org/officeDocument/2006/relationships/slideLayout" Target="../slideLayouts/slideLayout98.xml"/><Relationship Id="rId31" Type="http://schemas.openxmlformats.org/officeDocument/2006/relationships/slideLayout" Target="../slideLayouts/slideLayout99.xml"/><Relationship Id="rId32" Type="http://schemas.openxmlformats.org/officeDocument/2006/relationships/slideLayout" Target="../slideLayouts/slideLayout100.xml"/><Relationship Id="rId33" Type="http://schemas.openxmlformats.org/officeDocument/2006/relationships/slideLayout" Target="../slideLayouts/slideLayout101.xml"/><Relationship Id="rId34" Type="http://schemas.openxmlformats.org/officeDocument/2006/relationships/slideLayout" Target="../slideLayouts/slideLayout102.xml"/><Relationship Id="rId35" Type="http://schemas.openxmlformats.org/officeDocument/2006/relationships/slideLayout" Target="../slideLayouts/slideLayout103.xml"/><Relationship Id="rId36" Type="http://schemas.openxmlformats.org/officeDocument/2006/relationships/theme" Target="../theme/theme4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20"/>
          <p:cNvSpPr txBox="1"/>
          <p:nvPr>
            <p:ph type="title"/>
          </p:nvPr>
        </p:nvSpPr>
        <p:spPr>
          <a:xfrm>
            <a:off x="366550" y="228600"/>
            <a:ext cx="8320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lv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Arial"/>
              <a:buNone/>
              <a:defRPr b="1" i="0" sz="2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marR="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marR="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marR="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marR="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marR="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marR="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marR="0" rtl="0" algn="l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7" name="Google Shape;7;p20"/>
          <p:cNvSpPr txBox="1"/>
          <p:nvPr>
            <p:ph idx="1" type="body"/>
          </p:nvPr>
        </p:nvSpPr>
        <p:spPr>
          <a:xfrm>
            <a:off x="365750" y="1280150"/>
            <a:ext cx="8320200" cy="340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5B5B5B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5B5B5B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5B5B5B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5B5B5B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5B5B5B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5B5B5B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5B5B5B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5B5B5B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5B5B5B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20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  <p:sldLayoutId id="2147483661" r:id="rId13"/>
    <p:sldLayoutId id="2147483662" r:id="rId14"/>
    <p:sldLayoutId id="2147483663" r:id="rId15"/>
    <p:sldLayoutId id="2147483664" r:id="rId16"/>
    <p:sldLayoutId id="2147483665" r:id="rId17"/>
    <p:sldLayoutId id="2147483666" r:id="rId18"/>
    <p:sldLayoutId id="2147483667" r:id="rId19"/>
    <p:sldLayoutId id="2147483668" r:id="rId20"/>
    <p:sldLayoutId id="2147483669" r:id="rId21"/>
    <p:sldLayoutId id="2147483670" r:id="rId22"/>
    <p:sldLayoutId id="2147483671" r:id="rId23"/>
    <p:sldLayoutId id="2147483672" r:id="rId24"/>
    <p:sldLayoutId id="2147483673" r:id="rId25"/>
    <p:sldLayoutId id="2147483674" r:id="rId26"/>
    <p:sldLayoutId id="2147483675" r:id="rId27"/>
    <p:sldLayoutId id="2147483676" r:id="rId28"/>
    <p:sldLayoutId id="2147483677" r:id="rId29"/>
    <p:sldLayoutId id="2147483678" r:id="rId30"/>
    <p:sldLayoutId id="2147483679" r:id="rId31"/>
    <p:sldLayoutId id="2147483680" r:id="rId32"/>
    <p:sldLayoutId id="2147483681" r:id="rId33"/>
    <p:sldLayoutId id="2147483682" r:id="rId34"/>
  </p:sldLayoutIdLst>
  <mc:AlternateContent>
    <mc:Choice Requires="p14">
      <p:transition spd="med" p14:dur="600">
        <p:fade/>
      </p:transition>
    </mc:Choice>
    <mc:Fallback>
      <p:transition spd="med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2880">
          <p15:clr>
            <a:srgbClr val="F26B43"/>
          </p15:clr>
        </p15:guide>
        <p15:guide id="2" orient="horz" pos="403">
          <p15:clr>
            <a:srgbClr val="F26B43"/>
          </p15:clr>
        </p15:guide>
        <p15:guide id="3" orient="horz" pos="1620">
          <p15:clr>
            <a:srgbClr val="EA4335"/>
          </p15:clr>
        </p15:guide>
        <p15:guide id="4" orient="horz" pos="2952">
          <p15:clr>
            <a:srgbClr val="F26B43"/>
          </p15:clr>
        </p15:guide>
        <p15:guide id="5" pos="288">
          <p15:clr>
            <a:srgbClr val="EA4335"/>
          </p15:clr>
        </p15:guide>
        <p15:guide id="6" pos="5472">
          <p15:clr>
            <a:srgbClr val="EA4335"/>
          </p15:clr>
        </p15:guide>
      </p15:sldGuideLst>
    </p:ext>
  </p:extLst>
</p:sldMaster>
</file>

<file path=ppt/slideMasters/slideMaster2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23"/>
          <p:cNvSpPr txBox="1"/>
          <p:nvPr>
            <p:ph type="title"/>
          </p:nvPr>
        </p:nvSpPr>
        <p:spPr>
          <a:xfrm>
            <a:off x="366550" y="228600"/>
            <a:ext cx="8320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lv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Arial"/>
              <a:buNone/>
              <a:defRPr b="1" i="0" sz="2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marR="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marR="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marR="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marR="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marR="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marR="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marR="0" rtl="0" algn="l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189" name="Google Shape;189;p23"/>
          <p:cNvSpPr txBox="1"/>
          <p:nvPr>
            <p:ph idx="1" type="body"/>
          </p:nvPr>
        </p:nvSpPr>
        <p:spPr>
          <a:xfrm>
            <a:off x="365750" y="1280150"/>
            <a:ext cx="8320200" cy="340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5B5B5B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5B5B5B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5B5B5B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5B5B5B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5B5B5B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5B5B5B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5B5B5B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5B5B5B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5B5B5B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190" name="Google Shape;190;p23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84" r:id="rId1"/>
    <p:sldLayoutId id="2147483685" r:id="rId2"/>
    <p:sldLayoutId id="2147483686" r:id="rId3"/>
    <p:sldLayoutId id="2147483687" r:id="rId4"/>
    <p:sldLayoutId id="2147483688" r:id="rId5"/>
    <p:sldLayoutId id="2147483689" r:id="rId6"/>
    <p:sldLayoutId id="2147483690" r:id="rId7"/>
    <p:sldLayoutId id="2147483691" r:id="rId8"/>
    <p:sldLayoutId id="2147483692" r:id="rId9"/>
    <p:sldLayoutId id="2147483693" r:id="rId10"/>
    <p:sldLayoutId id="2147483694" r:id="rId11"/>
    <p:sldLayoutId id="2147483695" r:id="rId12"/>
    <p:sldLayoutId id="2147483696" r:id="rId13"/>
    <p:sldLayoutId id="2147483697" r:id="rId14"/>
    <p:sldLayoutId id="2147483698" r:id="rId15"/>
    <p:sldLayoutId id="2147483699" r:id="rId16"/>
    <p:sldLayoutId id="2147483700" r:id="rId17"/>
    <p:sldLayoutId id="2147483701" r:id="rId18"/>
    <p:sldLayoutId id="2147483702" r:id="rId19"/>
    <p:sldLayoutId id="2147483703" r:id="rId20"/>
    <p:sldLayoutId id="2147483704" r:id="rId21"/>
    <p:sldLayoutId id="2147483705" r:id="rId22"/>
    <p:sldLayoutId id="2147483706" r:id="rId23"/>
    <p:sldLayoutId id="2147483707" r:id="rId24"/>
    <p:sldLayoutId id="2147483708" r:id="rId25"/>
    <p:sldLayoutId id="2147483709" r:id="rId26"/>
    <p:sldLayoutId id="2147483710" r:id="rId27"/>
    <p:sldLayoutId id="2147483711" r:id="rId28"/>
    <p:sldLayoutId id="2147483712" r:id="rId29"/>
    <p:sldLayoutId id="2147483713" r:id="rId30"/>
    <p:sldLayoutId id="2147483714" r:id="rId31"/>
    <p:sldLayoutId id="2147483715" r:id="rId32"/>
    <p:sldLayoutId id="2147483716" r:id="rId33"/>
    <p:sldLayoutId id="2147483717" r:id="rId34"/>
  </p:sldLayoutIdLst>
  <mc:AlternateContent>
    <mc:Choice Requires="p14">
      <p:transition spd="med" p14:dur="600">
        <p:fade/>
      </p:transition>
    </mc:Choice>
    <mc:Fallback>
      <p:transition spd="med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2880">
          <p15:clr>
            <a:srgbClr val="F26B43"/>
          </p15:clr>
        </p15:guide>
        <p15:guide id="2" orient="horz" pos="403">
          <p15:clr>
            <a:srgbClr val="F26B43"/>
          </p15:clr>
        </p15:guide>
        <p15:guide id="3" orient="horz" pos="1620">
          <p15:clr>
            <a:srgbClr val="EA4335"/>
          </p15:clr>
        </p15:guide>
        <p15:guide id="4" orient="horz" pos="2952">
          <p15:clr>
            <a:srgbClr val="F26B43"/>
          </p15:clr>
        </p15:guide>
        <p15:guide id="5" pos="288">
          <p15:clr>
            <a:srgbClr val="EA4335"/>
          </p15:clr>
        </p15:guide>
        <p15:guide id="6" pos="5472">
          <p15:clr>
            <a:srgbClr val="EA4335"/>
          </p15:clr>
        </p15:guide>
      </p15:sldGuideLst>
    </p:ext>
  </p:extLst>
</p:sldMaster>
</file>

<file path=ppt/slideMasters/slideMaster3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374" name="Shape 3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75" name="Google Shape;375;g327d8e625f7_1_104"/>
          <p:cNvSpPr txBox="1"/>
          <p:nvPr>
            <p:ph type="title"/>
          </p:nvPr>
        </p:nvSpPr>
        <p:spPr>
          <a:xfrm>
            <a:off x="366550" y="228600"/>
            <a:ext cx="8320200" cy="685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lvl="0" marR="0" rtl="0" algn="l">
              <a:lnSpc>
                <a:spcPct val="105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600"/>
              <a:buFont typeface="Arial"/>
              <a:buNone/>
              <a:defRPr b="1" i="0" sz="26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 marR="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2pPr>
            <a:lvl3pPr lvl="2" marR="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3pPr>
            <a:lvl4pPr lvl="3" marR="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4pPr>
            <a:lvl5pPr lvl="4" marR="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5pPr>
            <a:lvl6pPr lvl="5" marR="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6pPr>
            <a:lvl7pPr lvl="6" marR="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7pPr>
            <a:lvl8pPr lvl="7" marR="0" rtl="0" algn="l">
              <a:lnSpc>
                <a:spcPct val="105000"/>
              </a:lnSpc>
              <a:spcBef>
                <a:spcPts val="100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8pPr>
            <a:lvl9pPr lvl="8" marR="0" rtl="0" algn="l">
              <a:lnSpc>
                <a:spcPct val="105000"/>
              </a:lnSpc>
              <a:spcBef>
                <a:spcPts val="1000"/>
              </a:spcBef>
              <a:spcAft>
                <a:spcPts val="1000"/>
              </a:spcAft>
              <a:buClr>
                <a:srgbClr val="000000"/>
              </a:buClr>
              <a:buSzPts val="1400"/>
              <a:buFont typeface="Montserrat"/>
              <a:buNone/>
              <a:defRPr b="1" i="0" sz="1800" u="none" cap="none" strike="noStrike">
                <a:solidFill>
                  <a:srgbClr val="000000"/>
                </a:solidFill>
                <a:latin typeface="Montserrat"/>
                <a:ea typeface="Montserrat"/>
                <a:cs typeface="Montserrat"/>
                <a:sym typeface="Montserrat"/>
              </a:defRPr>
            </a:lvl9pPr>
          </a:lstStyle>
          <a:p/>
        </p:txBody>
      </p:sp>
      <p:sp>
        <p:nvSpPr>
          <p:cNvPr id="376" name="Google Shape;376;g327d8e625f7_1_104"/>
          <p:cNvSpPr txBox="1"/>
          <p:nvPr>
            <p:ph idx="1" type="body"/>
          </p:nvPr>
        </p:nvSpPr>
        <p:spPr>
          <a:xfrm>
            <a:off x="365750" y="1280150"/>
            <a:ext cx="8320200" cy="3406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sp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5B5B5B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42900" lvl="1" marL="9144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Arial"/>
              <a:buChar char="•"/>
              <a:defRPr b="0" i="0" sz="1800" u="none" cap="none" strike="noStrike">
                <a:solidFill>
                  <a:srgbClr val="5B5B5B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5B5B5B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5B5B5B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5B5B5B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5B5B5B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5B5B5B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0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5B5B5B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000"/>
              </a:spcBef>
              <a:spcAft>
                <a:spcPts val="1000"/>
              </a:spcAft>
              <a:buClr>
                <a:schemeClr val="accent1"/>
              </a:buClr>
              <a:buSzPts val="1400"/>
              <a:buFont typeface="Arial"/>
              <a:buChar char="•"/>
              <a:defRPr b="0" i="0" sz="1400" u="none" cap="none" strike="noStrike">
                <a:solidFill>
                  <a:srgbClr val="5B5B5B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377" name="Google Shape;377;g327d8e625f7_1_104"/>
          <p:cNvSpPr txBox="1"/>
          <p:nvPr>
            <p:ph idx="12" type="sldNum"/>
          </p:nvPr>
        </p:nvSpPr>
        <p:spPr>
          <a:xfrm>
            <a:off x="8229600" y="4866905"/>
            <a:ext cx="473700" cy="92400"/>
          </a:xfrm>
          <a:prstGeom prst="rect">
            <a:avLst/>
          </a:prstGeom>
          <a:noFill/>
          <a:ln>
            <a:noFill/>
          </a:ln>
        </p:spPr>
        <p:txBody>
          <a:bodyPr anchorCtr="0" anchor="b" bIns="0" lIns="0" spcFirstLastPara="1" rIns="0" wrap="square" tIns="0">
            <a:sp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"/>
              <a:buFont typeface="Arial"/>
              <a:buNone/>
              <a:defRPr b="0" i="0" sz="600" u="none" cap="none" strike="noStrike">
                <a:solidFill>
                  <a:srgbClr val="92929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719" r:id="rId1"/>
    <p:sldLayoutId id="2147483720" r:id="rId2"/>
    <p:sldLayoutId id="2147483721" r:id="rId3"/>
    <p:sldLayoutId id="2147483722" r:id="rId4"/>
    <p:sldLayoutId id="2147483723" r:id="rId5"/>
    <p:sldLayoutId id="2147483724" r:id="rId6"/>
    <p:sldLayoutId id="2147483725" r:id="rId7"/>
    <p:sldLayoutId id="2147483726" r:id="rId8"/>
    <p:sldLayoutId id="2147483727" r:id="rId9"/>
    <p:sldLayoutId id="2147483728" r:id="rId10"/>
    <p:sldLayoutId id="2147483729" r:id="rId11"/>
    <p:sldLayoutId id="2147483730" r:id="rId12"/>
    <p:sldLayoutId id="2147483731" r:id="rId13"/>
    <p:sldLayoutId id="2147483732" r:id="rId14"/>
    <p:sldLayoutId id="2147483733" r:id="rId15"/>
    <p:sldLayoutId id="2147483734" r:id="rId16"/>
    <p:sldLayoutId id="2147483735" r:id="rId17"/>
    <p:sldLayoutId id="2147483736" r:id="rId18"/>
    <p:sldLayoutId id="2147483737" r:id="rId19"/>
    <p:sldLayoutId id="2147483738" r:id="rId20"/>
    <p:sldLayoutId id="2147483739" r:id="rId21"/>
    <p:sldLayoutId id="2147483740" r:id="rId22"/>
    <p:sldLayoutId id="2147483741" r:id="rId23"/>
    <p:sldLayoutId id="2147483742" r:id="rId24"/>
    <p:sldLayoutId id="2147483743" r:id="rId25"/>
    <p:sldLayoutId id="2147483744" r:id="rId26"/>
    <p:sldLayoutId id="2147483745" r:id="rId27"/>
    <p:sldLayoutId id="2147483746" r:id="rId28"/>
    <p:sldLayoutId id="2147483747" r:id="rId29"/>
    <p:sldLayoutId id="2147483748" r:id="rId30"/>
    <p:sldLayoutId id="2147483749" r:id="rId31"/>
    <p:sldLayoutId id="2147483750" r:id="rId32"/>
    <p:sldLayoutId id="2147483751" r:id="rId33"/>
    <p:sldLayoutId id="2147483752" r:id="rId34"/>
    <p:sldLayoutId id="2147483753" r:id="rId35"/>
  </p:sldLayoutIdLst>
  <mc:AlternateContent>
    <mc:Choice Requires="p14">
      <p:transition spd="med" p14:dur="600">
        <p:fade/>
      </p:transition>
    </mc:Choice>
    <mc:Fallback>
      <p:transition spd="med">
        <p:fade/>
      </p:transition>
    </mc:Fallback>
  </mc:AlternateConten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  <p:extLst>
    <p:ext uri="{27BBF7A9-308A-43DC-89C8-2F10F3537804}">
      <p15:sldGuideLst>
        <p15:guide id="1" pos="2880">
          <p15:clr>
            <a:srgbClr val="F26B43"/>
          </p15:clr>
        </p15:guide>
        <p15:guide id="2" orient="horz" pos="403">
          <p15:clr>
            <a:srgbClr val="F26B43"/>
          </p15:clr>
        </p15:guide>
        <p15:guide id="3" orient="horz" pos="1620">
          <p15:clr>
            <a:srgbClr val="EA4335"/>
          </p15:clr>
        </p15:guide>
        <p15:guide id="4" orient="horz" pos="2952">
          <p15:clr>
            <a:srgbClr val="F26B43"/>
          </p15:clr>
        </p15:guide>
        <p15:guide id="5" pos="288">
          <p15:clr>
            <a:srgbClr val="EA4335"/>
          </p15:clr>
        </p15:guide>
        <p15:guide id="6" pos="5472">
          <p15:clr>
            <a:srgbClr val="EA4335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3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6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530352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5303520" y="0"/>
            <a:ext cx="54864" cy="514350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365760" y="45720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</a:rPr>
              <a:t>SUPER MARIO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365760" y="914400"/>
            <a:ext cx="466344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4000" b="1" i="0">
                <a:solidFill>
                  <a:srgbClr val="11567F"/>
                </a:solidFill>
              </a:rPr>
              <a:t>SPCS Telemetry</a:t>
            </a:r>
          </a:p>
        </p:txBody>
      </p:sp>
      <p:sp>
        <p:nvSpPr>
          <p:cNvPr id="6" name="Rectangle 5"/>
          <p:cNvSpPr/>
          <p:nvPr/>
        </p:nvSpPr>
        <p:spPr>
          <a:xfrm>
            <a:off x="365760" y="1993392"/>
            <a:ext cx="1371600" cy="45720"/>
          </a:xfrm>
          <a:prstGeom prst="rect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365760" y="2103120"/>
            <a:ext cx="466344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0" i="0">
                <a:solidFill>
                  <a:srgbClr val="11567F"/>
                </a:solidFill>
              </a:rPr>
              <a:t>Real-time Game Analytics on Snowflake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65760" y="265176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</a:rPr>
              <a:t>Snowpark Container Services  ·  OpenTelemetry  ·  Interactive Tables  ·  Cortex AI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3246120"/>
            <a:ext cx="1078992" cy="347472"/>
          </a:xfrm>
          <a:prstGeom prst="roundRect">
            <a:avLst>
              <a:gd name="adj" fmla="val 10000"/>
            </a:avLst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57200" y="32918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🐳 SPCS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1554480" y="3246120"/>
            <a:ext cx="1078992" cy="347472"/>
          </a:xfrm>
          <a:prstGeom prst="roundRect">
            <a:avLst>
              <a:gd name="adj" fmla="val 10000"/>
            </a:avLst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645920" y="32918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📡 OTel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43200" y="3246120"/>
            <a:ext cx="1078992" cy="347472"/>
          </a:xfrm>
          <a:prstGeom prst="roundRect">
            <a:avLst>
              <a:gd name="adj" fmla="val 10000"/>
            </a:avLst>
          </a:prstGeom>
          <a:solidFill>
            <a:srgbClr val="7D4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34640" y="32918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⚡ Tables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931920" y="3246120"/>
            <a:ext cx="1078992" cy="347472"/>
          </a:xfrm>
          <a:prstGeom prst="roundRect">
            <a:avLst>
              <a:gd name="adj" fmla="val 10000"/>
            </a:avLst>
          </a:prstGeom>
          <a:solidFill>
            <a:srgbClr val="D45B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023360" y="3291840"/>
            <a:ext cx="9144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</a:rPr>
              <a:t>🤖 Cortex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5760" y="379476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1">
                <a:solidFill>
                  <a:srgbClr val="11567F"/>
                </a:solidFill>
              </a:rPr>
              <a:t>Solutions Engineering Demo  ·  20 min including live demo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5760" y="4160520"/>
            <a:ext cx="4663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29B5E8"/>
                </a:solidFill>
              </a:rPr>
              <a:t>github.com/sfc-gh-tdahlberg/mario-spcs-telemetry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Agenda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B"/>
                </a:solidFill>
              </a:rPr>
              <a:t>20 minutes · architecture + live demo + learnings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411480" y="1024128"/>
            <a:ext cx="420624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11480" y="1024128"/>
            <a:ext cx="4206240" cy="54864"/>
          </a:xfrm>
          <a:prstGeom prst="roundRect">
            <a:avLst>
              <a:gd name="adj" fmla="val 5000"/>
            </a:avLst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548640" y="1252728"/>
            <a:ext cx="457200" cy="45720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43000" y="1225296"/>
            <a:ext cx="3337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1567F"/>
                </a:solidFill>
              </a:rPr>
              <a:t>What We Built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43000" y="1591056"/>
            <a:ext cx="3337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</a:rPr>
              <a:t>Five components overview · 2 min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11480" y="2276856"/>
            <a:ext cx="420624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411480" y="2276856"/>
            <a:ext cx="4206240" cy="54864"/>
          </a:xfrm>
          <a:prstGeom prst="roundRect">
            <a:avLst>
              <a:gd name="adj" fmla="val 5000"/>
            </a:avLst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548640" y="2505456"/>
            <a:ext cx="457200" cy="45720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43000" y="2478024"/>
            <a:ext cx="3337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1567F"/>
                </a:solidFill>
              </a:rPr>
              <a:t>Architecture Deep Dive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143000" y="2843784"/>
            <a:ext cx="3337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</a:rPr>
              <a:t>Full data flow from browser to dashboard · 3 min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11480" y="3529584"/>
            <a:ext cx="420624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411480" y="3529584"/>
            <a:ext cx="4206240" cy="54864"/>
          </a:xfrm>
          <a:prstGeom prst="roundRect">
            <a:avLst>
              <a:gd name="adj" fmla="val 5000"/>
            </a:avLst>
          </a:prstGeom>
          <a:solidFill>
            <a:srgbClr val="7D4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548640" y="3758184"/>
            <a:ext cx="457200" cy="457200"/>
          </a:xfrm>
          <a:prstGeom prst="ellipse">
            <a:avLst/>
          </a:prstGeom>
          <a:solidFill>
            <a:srgbClr val="7D4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43000" y="3730752"/>
            <a:ext cx="3337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1567F"/>
                </a:solidFill>
              </a:rPr>
              <a:t>Player Identity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43000" y="4096512"/>
            <a:ext cx="3337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</a:rPr>
              <a:t>How SPCS auth flows into telemetry · 2 min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983480" y="1024128"/>
            <a:ext cx="420624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983480" y="1024128"/>
            <a:ext cx="4206240" cy="54864"/>
          </a:xfrm>
          <a:prstGeom prst="roundRect">
            <a:avLst>
              <a:gd name="adj" fmla="val 5000"/>
            </a:avLst>
          </a:prstGeom>
          <a:solidFill>
            <a:srgbClr val="D45B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5120640" y="1252728"/>
            <a:ext cx="457200" cy="457200"/>
          </a:xfrm>
          <a:prstGeom prst="ellipse">
            <a:avLst/>
          </a:prstGeom>
          <a:solidFill>
            <a:srgbClr val="D45B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04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715000" y="1225296"/>
            <a:ext cx="3337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1567F"/>
                </a:solidFill>
              </a:rPr>
              <a:t>Real-time Pipeline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715000" y="1591056"/>
            <a:ext cx="3337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</a:rPr>
              <a:t>Interactive Tables + Cortex AI · 2 min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4983480" y="2276856"/>
            <a:ext cx="420624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4983480" y="2276856"/>
            <a:ext cx="4206240" cy="54864"/>
          </a:xfrm>
          <a:prstGeom prst="roundRect">
            <a:avLst>
              <a:gd name="adj" fmla="val 5000"/>
            </a:avLst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5120640" y="2505456"/>
            <a:ext cx="457200" cy="457200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🎮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715000" y="2478024"/>
            <a:ext cx="3337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1567F"/>
                </a:solidFill>
              </a:rPr>
              <a:t>LIVE DEMO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715000" y="2843784"/>
            <a:ext cx="3337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</a:rPr>
              <a:t>Play · watch · ask Cortex · 10 min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4983480" y="3529584"/>
            <a:ext cx="4206240" cy="10972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4983480" y="3529584"/>
            <a:ext cx="4206240" cy="54864"/>
          </a:xfrm>
          <a:prstGeom prst="roundRect">
            <a:avLst>
              <a:gd name="adj" fmla="val 5000"/>
            </a:avLst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Oval 30"/>
          <p:cNvSpPr/>
          <p:nvPr/>
        </p:nvSpPr>
        <p:spPr>
          <a:xfrm>
            <a:off x="5120640" y="3758184"/>
            <a:ext cx="457200" cy="457200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400" b="1">
                <a:solidFill>
                  <a:srgbClr val="FFFFFF"/>
                </a:solidFill>
              </a:defRPr>
            </a:pPr>
            <a:r>
              <a:t>05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715000" y="3730752"/>
            <a:ext cx="333756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1" i="0">
                <a:solidFill>
                  <a:srgbClr val="11567F"/>
                </a:solidFill>
              </a:rPr>
              <a:t>Key Learnings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715000" y="4096512"/>
            <a:ext cx="333756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</a:rPr>
              <a:t>What surprised us building this · 1 min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What We Built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B"/>
                </a:solidFill>
              </a:rPr>
              <a:t>Five components · one Snowflake account · zero external infrastructure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024128"/>
            <a:ext cx="1627632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1024128"/>
            <a:ext cx="1627632" cy="54864"/>
          </a:xfrm>
          <a:prstGeom prst="roundRect">
            <a:avLst>
              <a:gd name="adj" fmla="val 5000"/>
            </a:avLst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133856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</a:rPr>
              <a:t>🎮  Game on SPCS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527048"/>
            <a:ext cx="1353312" cy="3090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262626"/>
                </a:solidFill>
              </a:defRPr>
            </a:pPr>
            <a:r>
              <a:t>HTML5 Super Mario in a Docker</a:t>
            </a:r>
          </a:p>
          <a:p>
            <a:pPr>
              <a:spcAft>
                <a:spcPts val="300"/>
              </a:spcAft>
              <a:defRPr sz="1100">
                <a:solidFill>
                  <a:srgbClr val="262626"/>
                </a:solidFill>
              </a:defRPr>
            </a:pPr>
            <a:r>
              <a:t>container with public ingress,</a:t>
            </a:r>
          </a:p>
          <a:p>
            <a:pPr>
              <a:spcAft>
                <a:spcPts val="300"/>
              </a:spcAft>
              <a:defRPr sz="1100">
                <a:solidFill>
                  <a:srgbClr val="262626"/>
                </a:solidFill>
              </a:defRPr>
            </a:pPr>
            <a:r>
              <a:t>authentication, and auto-resume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93391" y="1024128"/>
            <a:ext cx="1627632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993391" y="1024128"/>
            <a:ext cx="1627632" cy="54864"/>
          </a:xfrm>
          <a:prstGeom prst="roundRect">
            <a:avLst>
              <a:gd name="adj" fmla="val 5000"/>
            </a:avLst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130551" y="1133856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</a:rPr>
              <a:t>📡  Telemetry Pipeline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130551" y="1527048"/>
            <a:ext cx="1353312" cy="3090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262626"/>
                </a:solidFill>
              </a:defRPr>
            </a:pPr>
            <a:r>
              <a:t>Browser JS → nginx → Python</a:t>
            </a:r>
          </a:p>
          <a:p>
            <a:pPr>
              <a:spcAft>
                <a:spcPts val="300"/>
              </a:spcAft>
              <a:defRPr sz="1100">
                <a:solidFill>
                  <a:srgbClr val="262626"/>
                </a:solidFill>
              </a:defRPr>
            </a:pPr>
            <a:r>
              <a:t>sidecar → OpenTelemetry OTLP</a:t>
            </a:r>
          </a:p>
          <a:p>
            <a:pPr>
              <a:spcAft>
                <a:spcPts val="300"/>
              </a:spcAft>
              <a:defRPr sz="1100">
                <a:solidFill>
                  <a:srgbClr val="262626"/>
                </a:solidFill>
              </a:defRPr>
            </a:pPr>
            <a:r>
              <a:t>gRPC → SPCS Event Table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712463" y="1024128"/>
            <a:ext cx="1627632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712463" y="1024128"/>
            <a:ext cx="1627632" cy="54864"/>
          </a:xfrm>
          <a:prstGeom prst="roundRect">
            <a:avLst>
              <a:gd name="adj" fmla="val 5000"/>
            </a:avLst>
          </a:prstGeom>
          <a:solidFill>
            <a:srgbClr val="7D4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849623" y="1133856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</a:rPr>
              <a:t>⚡  Interactive 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849623" y="1527048"/>
            <a:ext cx="1353312" cy="3090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262626"/>
                </a:solidFill>
              </a:defRPr>
            </a:pPr>
            <a:r>
              <a:t>6 live tables at 1-min lag</a:t>
            </a:r>
          </a:p>
          <a:p>
            <a:pPr>
              <a:spcAft>
                <a:spcPts val="300"/>
              </a:spcAft>
              <a:defRPr sz="1100">
                <a:solidFill>
                  <a:srgbClr val="262626"/>
                </a:solidFill>
              </a:defRPr>
            </a:pPr>
            <a:r>
              <a:t>Interactive Warehouse (IWH)</a:t>
            </a:r>
          </a:p>
          <a:p>
            <a:pPr>
              <a:spcAft>
                <a:spcPts val="300"/>
              </a:spcAft>
              <a:defRPr sz="1100">
                <a:solidFill>
                  <a:srgbClr val="262626"/>
                </a:solidFill>
              </a:defRPr>
            </a:pPr>
            <a:r>
              <a:t>sub-second query latency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431536" y="1024128"/>
            <a:ext cx="1627632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431536" y="1024128"/>
            <a:ext cx="1627632" cy="54864"/>
          </a:xfrm>
          <a:prstGeom prst="roundRect">
            <a:avLst>
              <a:gd name="adj" fmla="val 5000"/>
            </a:avLst>
          </a:prstGeom>
          <a:solidFill>
            <a:srgbClr val="D45B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568696" y="1133856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</a:rPr>
              <a:t>🤖  Cortex AI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568696" y="1527048"/>
            <a:ext cx="1353312" cy="3090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262626"/>
                </a:solidFill>
              </a:defRPr>
            </a:pPr>
            <a:r>
              <a:t>Semantic View + 10 VQRs</a:t>
            </a:r>
          </a:p>
          <a:p>
            <a:pPr>
              <a:spcAft>
                <a:spcPts val="300"/>
              </a:spcAft>
              <a:defRPr sz="1100">
                <a:solidFill>
                  <a:srgbClr val="262626"/>
                </a:solidFill>
              </a:defRPr>
            </a:pPr>
            <a:r>
              <a:t>FastGen-generated queries</a:t>
            </a:r>
          </a:p>
          <a:p>
            <a:pPr>
              <a:spcAft>
                <a:spcPts val="300"/>
              </a:spcAft>
              <a:defRPr sz="1100">
                <a:solidFill>
                  <a:srgbClr val="262626"/>
                </a:solidFill>
              </a:defRPr>
            </a:pPr>
            <a:r>
              <a:t>Cortex Agent for NL analytics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150607" y="1024128"/>
            <a:ext cx="1627632" cy="36576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7150607" y="1024128"/>
            <a:ext cx="1627632" cy="54864"/>
          </a:xfrm>
          <a:prstGeom prst="roundRect">
            <a:avLst>
              <a:gd name="adj" fmla="val 5000"/>
            </a:avLst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87767" y="1133856"/>
            <a:ext cx="135331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</a:rPr>
              <a:t>📊  Dashboards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87767" y="1527048"/>
            <a:ext cx="1353312" cy="30906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262626"/>
                </a:solidFill>
              </a:defRPr>
            </a:pPr>
            <a:r>
              <a:t>Streamlit SiS + React Next.js</a:t>
            </a:r>
          </a:p>
          <a:p>
            <a:pPr>
              <a:spcAft>
                <a:spcPts val="300"/>
              </a:spcAft>
              <a:defRPr sz="1100">
                <a:solidFill>
                  <a:srgbClr val="262626"/>
                </a:solidFill>
              </a:defRPr>
            </a:pPr>
            <a:r>
              <a:t>Leaderboard, metrics, events,</a:t>
            </a:r>
          </a:p>
          <a:p>
            <a:pPr>
              <a:spcAft>
                <a:spcPts val="300"/>
              </a:spcAft>
              <a:defRPr sz="1100">
                <a:solidFill>
                  <a:srgbClr val="262626"/>
                </a:solidFill>
              </a:defRPr>
            </a:pPr>
            <a:r>
              <a:t>animated data pipeline tab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7960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E8F4FB"/>
                </a:solidFill>
              </a:rPr>
              <a:t>All data stays in Snowflake · No external APIs · No extra accounts needed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Architecture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B"/>
                </a:solidFill>
              </a:rPr>
              <a:t>Browser → SPCS Container → Event Table → Interactive Tables → Dashboards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64592" y="1097280"/>
            <a:ext cx="1417320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64592" y="1097280"/>
            <a:ext cx="1417320" cy="45720"/>
          </a:xfrm>
          <a:prstGeom prst="roundRect">
            <a:avLst>
              <a:gd name="adj" fmla="val 4000"/>
            </a:avLst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256032" y="1188720"/>
            <a:ext cx="1234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</a:rPr>
              <a:t>🌐  Browser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256032" y="1536192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626"/>
                </a:solidFill>
              </a:rPr>
              <a:t>telemetry.js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828800" y="1097280"/>
            <a:ext cx="1417320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1828800" y="1097280"/>
            <a:ext cx="1417320" cy="45720"/>
          </a:xfrm>
          <a:prstGeom prst="roundRect">
            <a:avLst>
              <a:gd name="adj" fmla="val 4000"/>
            </a:avLst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920240" y="1188720"/>
            <a:ext cx="1234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</a:rPr>
              <a:t>🔐  SPCS Ingress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920240" y="1536192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626"/>
                </a:solidFill>
              </a:rPr>
              <a:t>injects user header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93008" y="1097280"/>
            <a:ext cx="1417320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3493008" y="1097280"/>
            <a:ext cx="1417320" cy="45720"/>
          </a:xfrm>
          <a:prstGeom prst="roundRect">
            <a:avLst>
              <a:gd name="adj" fmla="val 4000"/>
            </a:avLst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3584448" y="1188720"/>
            <a:ext cx="1234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</a:rPr>
              <a:t>⚙️  nginx :8080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584448" y="1536192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626"/>
                </a:solidFill>
              </a:rPr>
              <a:t>routes traffic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93008" y="2468880"/>
            <a:ext cx="141732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3493008" y="2468880"/>
            <a:ext cx="1417320" cy="45720"/>
          </a:xfrm>
          <a:prstGeom prst="roundRect">
            <a:avLst>
              <a:gd name="adj" fmla="val 4000"/>
            </a:avLst>
          </a:prstGeom>
          <a:solidFill>
            <a:srgbClr val="D45B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584448" y="2560320"/>
            <a:ext cx="123444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</a:rPr>
              <a:t>🐱  Tomcat :8888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84448" y="2907792"/>
            <a:ext cx="1234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626"/>
                </a:solidFill>
              </a:rPr>
              <a:t>game server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193792" y="1097280"/>
            <a:ext cx="1481328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193792" y="1097280"/>
            <a:ext cx="1481328" cy="45720"/>
          </a:xfrm>
          <a:prstGeom prst="roundRect">
            <a:avLst>
              <a:gd name="adj" fmla="val 4000"/>
            </a:avLst>
          </a:prstGeom>
          <a:solidFill>
            <a:srgbClr val="7D4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285232" y="1188720"/>
            <a:ext cx="12984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</a:rPr>
              <a:t>🐍  Python Sidecar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285232" y="1536192"/>
            <a:ext cx="12984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626"/>
                </a:solidFill>
              </a:rPr>
              <a:t>OTel :9090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949440" y="1097280"/>
            <a:ext cx="1938528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6949440" y="1097280"/>
            <a:ext cx="1938528" cy="45720"/>
          </a:xfrm>
          <a:prstGeom prst="roundRect">
            <a:avLst>
              <a:gd name="adj" fmla="val 4000"/>
            </a:avLst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040880" y="1188720"/>
            <a:ext cx="17556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</a:rPr>
              <a:t>📋  Event Table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040880" y="1536192"/>
            <a:ext cx="17556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626"/>
                </a:solidFill>
              </a:rPr>
              <a:t>event_db.event_sh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949440" y="2468880"/>
            <a:ext cx="1938528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6949440" y="2468880"/>
            <a:ext cx="1938528" cy="45720"/>
          </a:xfrm>
          <a:prstGeom prst="roundRect">
            <a:avLst>
              <a:gd name="adj" fmla="val 4000"/>
            </a:avLst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040880" y="2560320"/>
            <a:ext cx="17556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</a:rPr>
              <a:t>⚡  Interactive Tables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040880" y="2907792"/>
            <a:ext cx="17556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626"/>
                </a:solidFill>
              </a:rPr>
              <a:t>DIS_MARIO 6×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949440" y="3749039"/>
            <a:ext cx="1938528" cy="777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ounded Rectangle 32"/>
          <p:cNvSpPr/>
          <p:nvPr/>
        </p:nvSpPr>
        <p:spPr>
          <a:xfrm>
            <a:off x="6949440" y="3749039"/>
            <a:ext cx="1938528" cy="45720"/>
          </a:xfrm>
          <a:prstGeom prst="roundRect">
            <a:avLst>
              <a:gd name="adj" fmla="val 4000"/>
            </a:avLst>
          </a:prstGeom>
          <a:solidFill>
            <a:srgbClr val="7D4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040880" y="3840479"/>
            <a:ext cx="1755648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</a:rPr>
              <a:t>🤖  Cortex AI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040880" y="4187951"/>
            <a:ext cx="1755648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626"/>
                </a:solidFill>
              </a:rPr>
              <a:t>Agent + Semantic View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600200" y="1344168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▶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508760" y="1545336"/>
            <a:ext cx="3840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E8F4FB"/>
                </a:solidFill>
              </a:rPr>
              <a:t>GET pixel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273552" y="1344168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▶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3182112" y="1545336"/>
            <a:ext cx="3840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E8F4FB"/>
                </a:solidFill>
              </a:rPr>
              <a:t>header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992624" y="1344168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▶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4901184" y="1545336"/>
            <a:ext cx="3840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E8F4FB"/>
                </a:solidFill>
              </a:rPr>
              <a:t>OTLP gRPC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949440" y="1984248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▶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858000" y="2185416"/>
            <a:ext cx="3840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E8F4FB"/>
                </a:solidFill>
              </a:rPr>
              <a:t>1-min lag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949440" y="3264408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▶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858000" y="3465576"/>
            <a:ext cx="3840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E8F4FB"/>
                </a:solidFill>
              </a:rPr>
              <a:t>SQL views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4224528" y="1865376"/>
            <a:ext cx="18288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FFFFFF"/>
                </a:solidFill>
              </a:rPr>
              <a:t>▶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4133088" y="2066544"/>
            <a:ext cx="384048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700" b="0" i="1">
                <a:solidFill>
                  <a:srgbClr val="E8F4FB"/>
                </a:solidFill>
              </a:rPr>
              <a:t>proxy /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57200" y="47960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E8F4FB"/>
                </a:solidFill>
              </a:rPr>
              <a:t>Single SPCS container: nginx → Tomcat (game) + Python sidecar (OTel) · Compute Pool: CPU_X64_XS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Container Stack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B"/>
                </a:solidFill>
              </a:rPr>
              <a:t>One Docker image · three processes · everything Snowflake needs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65760" y="1078992"/>
            <a:ext cx="8412480" cy="84124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65760" y="1078992"/>
            <a:ext cx="73152" cy="841248"/>
          </a:xfrm>
          <a:prstGeom prst="rect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94360" y="1170432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1567F"/>
                </a:solidFill>
              </a:rPr>
              <a:t>🌐  nginx  ·  Port 8080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1554480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</a:rPr>
              <a:t>Public SPCS ingress endpoint. Exact location = /telemetry (avoids catching /telemetry.js). Forwards Sf-Context-Current-User header to sidecar.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65760" y="2048256"/>
            <a:ext cx="8412480" cy="84124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65760" y="2048256"/>
            <a:ext cx="73152" cy="841248"/>
          </a:xfrm>
          <a:prstGeom prst="rect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94360" y="2139696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1567F"/>
                </a:solidFill>
              </a:rPr>
              <a:t>🐱  Tomcat 9  ·  Port 8888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94360" y="2523744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</a:rPr>
              <a:t>HTML5 Super Mario game. telemetry.js injected at Docker build time. jQuery bundled locally — SPCS egress blocks external CDN URLs.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3017520"/>
            <a:ext cx="8412480" cy="84124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65760" y="3017520"/>
            <a:ext cx="73152" cy="841248"/>
          </a:xfrm>
          <a:prstGeom prst="rect">
            <a:avLst/>
          </a:prstGeom>
          <a:solidFill>
            <a:srgbClr val="7D4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94360" y="3108960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1567F"/>
                </a:solidFill>
              </a:rPr>
              <a:t>🐍  Python Sidecar  ·  Port 9090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94360" y="3493008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</a:rPr>
              <a:t>OpenTelemetry TracerProvider + MeterProvider. GET tracking pixel /telemetry?d=... · /whoami endpoint. BatchSpanProcessor exports every 5 seconds.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65760" y="3986784"/>
            <a:ext cx="8412480" cy="841248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65760" y="3986784"/>
            <a:ext cx="73152" cy="841248"/>
          </a:xfrm>
          <a:prstGeom prst="rect">
            <a:avLst/>
          </a:prstGeom>
          <a:solidFill>
            <a:srgbClr val="D45B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94360" y="4078224"/>
            <a:ext cx="320040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500" b="1" i="0">
                <a:solidFill>
                  <a:srgbClr val="11567F"/>
                </a:solidFill>
              </a:rPr>
              <a:t>📡  OpenTelemetry OTLP gRPC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94360" y="4462272"/>
            <a:ext cx="804672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0" i="0">
                <a:solidFill>
                  <a:srgbClr val="262626"/>
                </a:solidFill>
              </a:rPr>
              <a:t>Spans → record_attributes · Metrics → 90+ platform types · Logs → service messages. All land in event_db.event_sh.my_events automatically.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47960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E8F4FB"/>
                </a:solidFill>
              </a:rPr>
              <a:t>Resources: 500m–1 vCPU · 512Mi–2Gi RAM · AUTO_RESUME = TRUE · platformMonitor: system, network, storage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Player Identity 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B"/>
                </a:solidFill>
              </a:rPr>
              <a:t>From SPCS login to named leaderboard entry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56032" y="1005840"/>
            <a:ext cx="116128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56032" y="1005840"/>
            <a:ext cx="1161288" cy="50292"/>
          </a:xfrm>
          <a:prstGeom prst="roundRect">
            <a:avLst>
              <a:gd name="adj" fmla="val 4000"/>
            </a:avLst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612648" y="1097280"/>
            <a:ext cx="438912" cy="438912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9184" y="1627632"/>
            <a:ext cx="10149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1567F"/>
                </a:solidFill>
              </a:rPr>
              <a:t>Ingress Auth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9184" y="1993392"/>
            <a:ext cx="101498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62626"/>
                </a:solidFill>
              </a:rPr>
              <a:t>Cookie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417320" y="1664208"/>
            <a:ext cx="9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▶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1499616" y="1005840"/>
            <a:ext cx="116128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1499616" y="1005840"/>
            <a:ext cx="1161288" cy="50292"/>
          </a:xfrm>
          <a:prstGeom prst="roundRect">
            <a:avLst>
              <a:gd name="adj" fmla="val 4000"/>
            </a:avLst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Oval 11"/>
          <p:cNvSpPr/>
          <p:nvPr/>
        </p:nvSpPr>
        <p:spPr>
          <a:xfrm>
            <a:off x="1856232" y="1097280"/>
            <a:ext cx="438912" cy="438912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72768" y="1627632"/>
            <a:ext cx="10149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1567F"/>
                </a:solidFill>
              </a:rPr>
              <a:t>Inject Header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572768" y="1993392"/>
            <a:ext cx="101498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62626"/>
                </a:solidFill>
              </a:rPr>
              <a:t>Sf-Context-</a:t>
            </a:r>
            <a:br/>
            <a:r>
              <a:t>Current-User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660904" y="1664208"/>
            <a:ext cx="9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▶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0" y="1005840"/>
            <a:ext cx="116128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743200" y="1005840"/>
            <a:ext cx="1161288" cy="50292"/>
          </a:xfrm>
          <a:prstGeom prst="roundRect">
            <a:avLst>
              <a:gd name="adj" fmla="val 4000"/>
            </a:avLst>
          </a:prstGeom>
          <a:solidFill>
            <a:srgbClr val="7D4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3099816" y="1097280"/>
            <a:ext cx="438912" cy="438912"/>
          </a:xfrm>
          <a:prstGeom prst="ellipse">
            <a:avLst/>
          </a:prstGeom>
          <a:solidFill>
            <a:srgbClr val="7D4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816352" y="1627632"/>
            <a:ext cx="10149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1567F"/>
                </a:solidFill>
              </a:rPr>
              <a:t>nginx Forward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816352" y="1993392"/>
            <a:ext cx="101498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62626"/>
                </a:solidFill>
              </a:rPr>
              <a:t>proxy_set_</a:t>
            </a:r>
            <a:br/>
            <a:r>
              <a:t>header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904488" y="1664208"/>
            <a:ext cx="9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▶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986784" y="1005840"/>
            <a:ext cx="116128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986784" y="1005840"/>
            <a:ext cx="1161288" cy="50292"/>
          </a:xfrm>
          <a:prstGeom prst="roundRect">
            <a:avLst>
              <a:gd name="adj" fmla="val 4000"/>
            </a:avLst>
          </a:prstGeom>
          <a:solidFill>
            <a:srgbClr val="D45B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Oval 23"/>
          <p:cNvSpPr/>
          <p:nvPr/>
        </p:nvSpPr>
        <p:spPr>
          <a:xfrm>
            <a:off x="4343400" y="1097280"/>
            <a:ext cx="438912" cy="438912"/>
          </a:xfrm>
          <a:prstGeom prst="ellipse">
            <a:avLst/>
          </a:prstGeom>
          <a:solidFill>
            <a:srgbClr val="D45B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59936" y="1627632"/>
            <a:ext cx="10149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1567F"/>
                </a:solidFill>
              </a:rPr>
              <a:t>/whoami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59936" y="1993392"/>
            <a:ext cx="101498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62626"/>
                </a:solidFill>
              </a:rPr>
              <a:t>_get_player_</a:t>
            </a:r>
            <a:br/>
            <a:r>
              <a:t>name()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148072" y="1664208"/>
            <a:ext cx="9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▶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5230368" y="1005840"/>
            <a:ext cx="116128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5230368" y="1005840"/>
            <a:ext cx="1161288" cy="50292"/>
          </a:xfrm>
          <a:prstGeom prst="roundRect">
            <a:avLst>
              <a:gd name="adj" fmla="val 4000"/>
            </a:avLst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Oval 29"/>
          <p:cNvSpPr/>
          <p:nvPr/>
        </p:nvSpPr>
        <p:spPr>
          <a:xfrm>
            <a:off x="5586984" y="1097280"/>
            <a:ext cx="438912" cy="438912"/>
          </a:xfrm>
          <a:prstGeom prst="ellipse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5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0" y="1627632"/>
            <a:ext cx="10149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1567F"/>
                </a:solidFill>
              </a:rPr>
              <a:t>Browser Fetch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303520" y="1993392"/>
            <a:ext cx="101498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62626"/>
                </a:solidFill>
              </a:rPr>
              <a:t>XHR on</a:t>
            </a:r>
            <a:br/>
            <a:r>
              <a:t>game init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91656" y="1664208"/>
            <a:ext cx="9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▶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73952" y="1005840"/>
            <a:ext cx="116128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6473952" y="1005840"/>
            <a:ext cx="1161288" cy="50292"/>
          </a:xfrm>
          <a:prstGeom prst="roundRect">
            <a:avLst>
              <a:gd name="adj" fmla="val 4000"/>
            </a:avLst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Oval 35"/>
          <p:cNvSpPr/>
          <p:nvPr/>
        </p:nvSpPr>
        <p:spPr>
          <a:xfrm>
            <a:off x="6830568" y="1097280"/>
            <a:ext cx="438912" cy="438912"/>
          </a:xfrm>
          <a:prstGeom prst="ellipse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547104" y="1627632"/>
            <a:ext cx="10149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1567F"/>
                </a:solidFill>
              </a:rPr>
              <a:t>Event Payload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547104" y="1993392"/>
            <a:ext cx="101498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62626"/>
                </a:solidFill>
              </a:rPr>
              <a:t>player_name</a:t>
            </a:r>
            <a:br/>
            <a:r>
              <a:t>in send()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635240" y="1664208"/>
            <a:ext cx="914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0" i="0">
                <a:solidFill>
                  <a:srgbClr val="FFFFFF"/>
                </a:solidFill>
              </a:rPr>
              <a:t>▶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7717536" y="1005840"/>
            <a:ext cx="1161288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ounded Rectangle 40"/>
          <p:cNvSpPr/>
          <p:nvPr/>
        </p:nvSpPr>
        <p:spPr>
          <a:xfrm>
            <a:off x="7717536" y="1005840"/>
            <a:ext cx="1161288" cy="50292"/>
          </a:xfrm>
          <a:prstGeom prst="roundRect">
            <a:avLst>
              <a:gd name="adj" fmla="val 4000"/>
            </a:avLst>
          </a:prstGeom>
          <a:solidFill>
            <a:srgbClr val="7D4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8074152" y="1097280"/>
            <a:ext cx="438912" cy="438912"/>
          </a:xfrm>
          <a:prstGeom prst="ellipse">
            <a:avLst/>
          </a:prstGeom>
          <a:solidFill>
            <a:srgbClr val="7D4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1600" b="1">
                <a:solidFill>
                  <a:srgbClr val="FFFFFF"/>
                </a:solidFill>
              </a:defRPr>
            </a:pPr>
            <a:r>
              <a:t>7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7790688" y="1627632"/>
            <a:ext cx="1014984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200" b="1" i="0">
                <a:solidFill>
                  <a:srgbClr val="11567F"/>
                </a:solidFill>
              </a:rPr>
              <a:t>OTel Span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7790688" y="1993392"/>
            <a:ext cx="1014984" cy="40233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000" b="0" i="0">
                <a:solidFill>
                  <a:srgbClr val="262626"/>
                </a:solidFill>
              </a:rPr>
              <a:t>record_</a:t>
            </a:r>
            <a:br/>
            <a:r>
              <a:t>attributes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65760" y="2697480"/>
            <a:ext cx="8412480" cy="14630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ounded Rectangle 45"/>
          <p:cNvSpPr/>
          <p:nvPr/>
        </p:nvSpPr>
        <p:spPr>
          <a:xfrm>
            <a:off x="365760" y="2697480"/>
            <a:ext cx="8412480" cy="50292"/>
          </a:xfrm>
          <a:prstGeom prst="roundRect">
            <a:avLst>
              <a:gd name="adj" fmla="val 4000"/>
            </a:avLst>
          </a:prstGeom>
          <a:solidFill>
            <a:srgbClr val="11567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48640" y="2788920"/>
            <a:ext cx="3657600" cy="329184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</a:rPr>
              <a:t>Priority Chain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457200" y="3200400"/>
            <a:ext cx="256032" cy="237744"/>
          </a:xfrm>
          <a:prstGeom prst="roundRect">
            <a:avLst>
              <a:gd name="adj" fmla="val 5000"/>
            </a:avLst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475488" y="3236976"/>
            <a:ext cx="21945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1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04672" y="3236976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1567F"/>
                </a:solidFill>
              </a:rPr>
              <a:t>Sf-Context-Current-User header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3429000" y="3236976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626"/>
                </a:solidFill>
              </a:rPr>
              <a:t>Injected by SPCS ingress — most reliable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457200" y="3502152"/>
            <a:ext cx="256032" cy="237744"/>
          </a:xfrm>
          <a:prstGeom prst="roundRect">
            <a:avLst>
              <a:gd name="adj" fmla="val 5000"/>
            </a:avLst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475488" y="3538728"/>
            <a:ext cx="21945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2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804672" y="3538728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1567F"/>
                </a:solidFill>
              </a:rPr>
              <a:t>player_name in event payload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3429000" y="3538728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626"/>
                </a:solidFill>
              </a:rPr>
              <a:t>Sent by browser after /whoami fetch — reliable fallback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457200" y="3803904"/>
            <a:ext cx="256032" cy="237744"/>
          </a:xfrm>
          <a:prstGeom prst="roundRect">
            <a:avLst>
              <a:gd name="adj" fmla="val 5000"/>
            </a:avLst>
          </a:prstGeom>
          <a:solidFill>
            <a:srgbClr val="D45B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475488" y="3840480"/>
            <a:ext cx="219456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1100" b="1" i="0">
                <a:solidFill>
                  <a:srgbClr val="FFFFFF"/>
                </a:solidFill>
              </a:rPr>
              <a:t>3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804672" y="3840480"/>
            <a:ext cx="25603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11567F"/>
                </a:solidFill>
              </a:rPr>
              <a:t>"unknown"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429000" y="3840480"/>
            <a:ext cx="530352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626"/>
                </a:solidFill>
              </a:rPr>
              <a:t>Last resort if both header and browser sources are empty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457200" y="47960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E8F4FB"/>
                </a:solidFill>
              </a:rPr>
              <a:t>Root cause: telemetry.js fetched /whoami for the banner but never included player_name in event payloads — fixed by adding it to every send()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Real-time Data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B"/>
                </a:solidFill>
              </a:rPr>
              <a:t>DIS_MARIO: Interactive Tables + IWH + Semantic View + Cortex Agent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7472" y="1005840"/>
            <a:ext cx="5120640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1005840"/>
            <a:ext cx="64008" cy="585216"/>
          </a:xfrm>
          <a:prstGeom prst="rect">
            <a:avLst/>
          </a:prstGeom>
          <a:solidFill>
            <a:srgbClr val="7D4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078992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</a:rPr>
              <a:t>GAME_EVENTS_LIVE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1353312"/>
            <a:ext cx="2468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626"/>
                </a:solidFill>
              </a:rPr>
              <a:t>All game spans + player_name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108960" y="1143000"/>
            <a:ext cx="1005840" cy="274320"/>
          </a:xfrm>
          <a:prstGeom prst="roundRect">
            <a:avLst>
              <a:gd name="adj" fmla="val 6000"/>
            </a:avLst>
          </a:prstGeom>
          <a:solidFill>
            <a:srgbClr val="7D4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108960" y="1143000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⚡ EVENT_TIME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1188720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1D3DC"/>
                </a:solidFill>
              </a:rPr>
              <a:t>lag: 1 min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47472" y="1664208"/>
            <a:ext cx="5120640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347472" y="1664208"/>
            <a:ext cx="64008" cy="585216"/>
          </a:xfrm>
          <a:prstGeom prst="rect">
            <a:avLst/>
          </a:prstGeom>
          <a:solidFill>
            <a:srgbClr val="7D4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30352" y="1737360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</a:rPr>
              <a:t>EVENT_TIMELINE_LIVE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30352" y="2011680"/>
            <a:ext cx="2468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626"/>
                </a:solidFill>
              </a:rPr>
              <a:t>Event counts per minute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108960" y="1801368"/>
            <a:ext cx="1005840" cy="274320"/>
          </a:xfrm>
          <a:prstGeom prst="roundRect">
            <a:avLst>
              <a:gd name="adj" fmla="val 6000"/>
            </a:avLst>
          </a:prstGeom>
          <a:solidFill>
            <a:srgbClr val="7D4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108960" y="1801368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⚡ MINUTE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206240" y="1847088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1D3DC"/>
                </a:solidFill>
              </a:rPr>
              <a:t>lag: 1 min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7472" y="2322576"/>
            <a:ext cx="5120640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347472" y="2322576"/>
            <a:ext cx="64008" cy="585216"/>
          </a:xfrm>
          <a:prstGeom prst="rect">
            <a:avLst/>
          </a:prstGeom>
          <a:solidFill>
            <a:srgbClr val="7D4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30352" y="2395728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</a:rPr>
              <a:t>KEY_PRESSES_LIVE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0352" y="2670048"/>
            <a:ext cx="2468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626"/>
                </a:solidFill>
              </a:rPr>
              <a:t>Key press aggregates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108960" y="2459736"/>
            <a:ext cx="1005840" cy="274320"/>
          </a:xfrm>
          <a:prstGeom prst="roundRect">
            <a:avLst>
              <a:gd name="adj" fmla="val 6000"/>
            </a:avLst>
          </a:prstGeom>
          <a:solidFill>
            <a:srgbClr val="7D4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3108960" y="2459736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⚡ KEY_NAME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206240" y="2505456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1D3DC"/>
                </a:solidFill>
              </a:rPr>
              <a:t>lag: 1 min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7472" y="2980944"/>
            <a:ext cx="5120640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47472" y="2980944"/>
            <a:ext cx="64008" cy="585216"/>
          </a:xfrm>
          <a:prstGeom prst="rect">
            <a:avLst/>
          </a:prstGeom>
          <a:solidFill>
            <a:srgbClr val="7D4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530352" y="3054096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</a:rPr>
              <a:t>DEATHS_BY_LEVEL_LIVE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30352" y="3328416"/>
            <a:ext cx="2468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626"/>
                </a:solidFill>
              </a:rPr>
              <a:t>Deaths per level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3108960" y="3118104"/>
            <a:ext cx="1005840" cy="274320"/>
          </a:xfrm>
          <a:prstGeom prst="roundRect">
            <a:avLst>
              <a:gd name="adj" fmla="val 6000"/>
            </a:avLst>
          </a:prstGeom>
          <a:solidFill>
            <a:srgbClr val="7D4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3108960" y="3118104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⚡ LEVEL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206240" y="3163824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1D3DC"/>
                </a:solidFill>
              </a:rPr>
              <a:t>lag: 1 min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347472" y="3639312"/>
            <a:ext cx="5120640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347472" y="3639312"/>
            <a:ext cx="64008" cy="585216"/>
          </a:xfrm>
          <a:prstGeom prst="rect">
            <a:avLst/>
          </a:prstGeom>
          <a:solidFill>
            <a:srgbClr val="7D4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30352" y="3712464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</a:rPr>
              <a:t>POWERUPS_LIVE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0352" y="3986784"/>
            <a:ext cx="2468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626"/>
                </a:solidFill>
              </a:rPr>
              <a:t>Powerup spawn counts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3108960" y="3776472"/>
            <a:ext cx="1005840" cy="274320"/>
          </a:xfrm>
          <a:prstGeom prst="roundRect">
            <a:avLst>
              <a:gd name="adj" fmla="val 6000"/>
            </a:avLst>
          </a:prstGeom>
          <a:solidFill>
            <a:srgbClr val="7D4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108960" y="3776472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⚡ POWERUP_TYPE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206240" y="3822192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1D3DC"/>
                </a:solidFill>
              </a:rPr>
              <a:t>lag: 1 min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347472" y="4297679"/>
            <a:ext cx="5120640" cy="585216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47472" y="4297679"/>
            <a:ext cx="64008" cy="585216"/>
          </a:xfrm>
          <a:prstGeom prst="rect">
            <a:avLst/>
          </a:prstGeom>
          <a:solidFill>
            <a:srgbClr val="7D4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530352" y="4370831"/>
            <a:ext cx="246888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</a:rPr>
              <a:t>PLAYER_SESSIONS_LIVE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0352" y="4645151"/>
            <a:ext cx="246888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626"/>
                </a:solidFill>
              </a:rPr>
              <a:t>Per-player session summaries</a:t>
            </a:r>
          </a:p>
        </p:txBody>
      </p:sp>
      <p:sp>
        <p:nvSpPr>
          <p:cNvPr id="43" name="Rounded Rectangle 42"/>
          <p:cNvSpPr/>
          <p:nvPr/>
        </p:nvSpPr>
        <p:spPr>
          <a:xfrm>
            <a:off x="3108960" y="4434839"/>
            <a:ext cx="1005840" cy="274320"/>
          </a:xfrm>
          <a:prstGeom prst="roundRect">
            <a:avLst>
              <a:gd name="adj" fmla="val 6000"/>
            </a:avLst>
          </a:prstGeom>
          <a:solidFill>
            <a:srgbClr val="7D4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3108960" y="4434839"/>
            <a:ext cx="1005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800" b="1" i="0">
                <a:solidFill>
                  <a:srgbClr val="FFFFFF"/>
                </a:solidFill>
              </a:rPr>
              <a:t>⚡ SESSION_START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06240" y="4480559"/>
            <a:ext cx="1188720" cy="182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1" i="0">
                <a:solidFill>
                  <a:srgbClr val="71D3DC"/>
                </a:solidFill>
              </a:rPr>
              <a:t>lag: 1 min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0" y="1005840"/>
            <a:ext cx="3200400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ounded Rectangle 46"/>
          <p:cNvSpPr/>
          <p:nvPr/>
        </p:nvSpPr>
        <p:spPr>
          <a:xfrm>
            <a:off x="5669280" y="1005840"/>
            <a:ext cx="3200400" cy="54864"/>
          </a:xfrm>
          <a:prstGeom prst="roundRect">
            <a:avLst>
              <a:gd name="adj" fmla="val 5000"/>
            </a:avLst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5806440" y="1115568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</a:rPr>
              <a:t>⚡ Interactive Warehouse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806440" y="1508760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262626"/>
                </a:solidFill>
              </a:defRPr>
            </a:pPr>
            <a:r>
              <a:t>DIS_MARIO_IWH · XSMALL</a:t>
            </a:r>
          </a:p>
          <a:p>
            <a:pPr>
              <a:spcAft>
                <a:spcPts val="300"/>
              </a:spcAft>
              <a:defRPr sz="1000">
                <a:solidFill>
                  <a:srgbClr val="262626"/>
                </a:solidFill>
              </a:defRPr>
            </a:pPr>
            <a:r>
              <a:t>24h auto-suspend · sub-second latency</a:t>
            </a:r>
          </a:p>
          <a:p>
            <a:pPr>
              <a:spcAft>
                <a:spcPts val="300"/>
              </a:spcAft>
              <a:defRPr sz="1000">
                <a:solidFill>
                  <a:srgbClr val="262626"/>
                </a:solidFill>
              </a:defRPr>
            </a:pPr>
            <a:r>
              <a:t>For all 6 tables (ALTER INTERACTIVE TABLE … SET WAREHOUSE)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5669280" y="2304288"/>
            <a:ext cx="3200400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ounded Rectangle 50"/>
          <p:cNvSpPr/>
          <p:nvPr/>
        </p:nvSpPr>
        <p:spPr>
          <a:xfrm>
            <a:off x="5669280" y="2304288"/>
            <a:ext cx="3200400" cy="54864"/>
          </a:xfrm>
          <a:prstGeom prst="roundRect">
            <a:avLst>
              <a:gd name="adj" fmla="val 5000"/>
            </a:avLst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5806440" y="2414016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</a:rPr>
              <a:t>🧠 Semantic View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5806440" y="2807208"/>
            <a:ext cx="292608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262626"/>
                </a:solidFill>
              </a:defRPr>
            </a:pPr>
            <a:r>
              <a:t>DIS_MARIO.PUBLIC.MARIO_TELEMETRY</a:t>
            </a:r>
          </a:p>
          <a:p>
            <a:pPr>
              <a:spcAft>
                <a:spcPts val="300"/>
              </a:spcAft>
              <a:defRPr sz="1000">
                <a:solidFill>
                  <a:srgbClr val="262626"/>
                </a:solidFill>
              </a:defRPr>
            </a:pPr>
            <a:r>
              <a:t>6 tables · 2 joins · 10 VQRs</a:t>
            </a:r>
          </a:p>
          <a:p>
            <a:pPr>
              <a:spcAft>
                <a:spcPts val="300"/>
              </a:spcAft>
              <a:defRPr sz="1000">
                <a:solidFill>
                  <a:srgbClr val="262626"/>
                </a:solidFill>
              </a:defRPr>
            </a:pPr>
            <a:r>
              <a:t>Created via SYSTEM$CORTEX_ANALYST_FAST_GENERATION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5669280" y="3602736"/>
            <a:ext cx="3200400" cy="10058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ounded Rectangle 54"/>
          <p:cNvSpPr/>
          <p:nvPr/>
        </p:nvSpPr>
        <p:spPr>
          <a:xfrm>
            <a:off x="5669280" y="3602736"/>
            <a:ext cx="3200400" cy="54864"/>
          </a:xfrm>
          <a:prstGeom prst="roundRect">
            <a:avLst>
              <a:gd name="adj" fmla="val 5000"/>
            </a:avLst>
          </a:prstGeom>
          <a:solidFill>
            <a:srgbClr val="7D4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5806440" y="3712464"/>
            <a:ext cx="292608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</a:rPr>
              <a:t>🤖 Cortex Agent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806440" y="4105656"/>
            <a:ext cx="2926080" cy="4389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000">
                <a:solidFill>
                  <a:srgbClr val="262626"/>
                </a:solidFill>
              </a:defRPr>
            </a:pPr>
            <a:r>
              <a:t>DIS_MARIO.PUBLIC.MARIO_INTELLIGENCE</a:t>
            </a:r>
          </a:p>
          <a:p>
            <a:pPr>
              <a:spcAft>
                <a:spcPts val="300"/>
              </a:spcAft>
              <a:defRPr sz="1000">
                <a:solidFill>
                  <a:srgbClr val="262626"/>
                </a:solidFill>
              </a:defRPr>
            </a:pPr>
            <a:r>
              <a:t>model: auto · 900s / 400k tokens</a:t>
            </a:r>
          </a:p>
          <a:p>
            <a:pPr>
              <a:spcAft>
                <a:spcPts val="300"/>
              </a:spcAft>
              <a:defRPr sz="1000">
                <a:solidFill>
                  <a:srgbClr val="262626"/>
                </a:solidFill>
              </a:defRPr>
            </a:pPr>
            <a:r>
              <a:t>NL → SQL via MARIO_TELEMETRY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57200" y="47960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E8F4FB"/>
                </a:solidFill>
              </a:rPr>
              <a:t>CREATE INTERACTIVE TABLE (not DYNAMIC) · ALTER INTERACTIVE TABLE … SET WAREHOUSE = DIS_MARIO_IWH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Dashboards &amp; AI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B"/>
                </a:solidFill>
              </a:rPr>
              <a:t>Four ways to consume the real-time telemetry data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005840"/>
            <a:ext cx="4160520" cy="17556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1005840"/>
            <a:ext cx="4160520" cy="54864"/>
          </a:xfrm>
          <a:prstGeom prst="roundRect">
            <a:avLst>
              <a:gd name="adj" fmla="val 4000"/>
            </a:avLst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02336" y="1115568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📊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1097280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</a:rPr>
              <a:t>Streamlit — Legacy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1408176"/>
            <a:ext cx="3429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11567F"/>
                </a:solidFill>
              </a:rPr>
              <a:t>MARIO_DB.PUBLIC.MARIO_TELEMETRY_DASHBOARD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02336" y="1700784"/>
            <a:ext cx="3904488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>
                <a:solidFill>
                  <a:srgbClr val="262626"/>
                </a:solidFill>
              </a:defRPr>
            </a:pPr>
            <a:r>
              <a:t>Event table views</a:t>
            </a:r>
          </a:p>
          <a:p>
            <a:pPr>
              <a:spcAft>
                <a:spcPts val="200"/>
              </a:spcAft>
              <a:defRPr sz="1000">
                <a:solidFill>
                  <a:srgbClr val="262626"/>
                </a:solidFill>
              </a:defRPr>
            </a:pPr>
            <a:r>
              <a:t>Leaderboard: last 24h only</a:t>
            </a:r>
          </a:p>
          <a:p>
            <a:pPr>
              <a:spcAft>
                <a:spcPts val="200"/>
              </a:spcAft>
              <a:defRPr sz="1000">
                <a:solidFill>
                  <a:srgbClr val="262626"/>
                </a:solidFill>
              </a:defRPr>
            </a:pPr>
            <a:r>
              <a:t>5 tabs: Leaderboard, Events,</a:t>
            </a:r>
          </a:p>
          <a:p>
            <a:pPr>
              <a:spcAft>
                <a:spcPts val="200"/>
              </a:spcAft>
              <a:defRPr sz="1000">
                <a:solidFill>
                  <a:srgbClr val="262626"/>
                </a:solidFill>
              </a:defRPr>
            </a:pPr>
            <a:r>
              <a:t>Deaths, Controls, Platform Metrics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4320" y="2907792"/>
            <a:ext cx="4160520" cy="17556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274320" y="2907792"/>
            <a:ext cx="4160520" cy="54864"/>
          </a:xfrm>
          <a:prstGeom prst="roundRect">
            <a:avLst>
              <a:gd name="adj" fmla="val 4000"/>
            </a:avLst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402336" y="301752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⚡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999232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</a:rPr>
              <a:t>Streamlit — Live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68680" y="3310128"/>
            <a:ext cx="3429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11567F"/>
                </a:solidFill>
              </a:rPr>
              <a:t>DIS_MARIO.PUBLIC.DIS_MARIO_TELEMETRY_DASHBOARD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02336" y="3602736"/>
            <a:ext cx="3904488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>
                <a:solidFill>
                  <a:srgbClr val="262626"/>
                </a:solidFill>
              </a:defRPr>
            </a:pPr>
            <a:r>
              <a:t>Interactive Tables backend</a:t>
            </a:r>
          </a:p>
          <a:p>
            <a:pPr>
              <a:spcAft>
                <a:spcPts val="200"/>
              </a:spcAft>
              <a:defRPr sz="1000">
                <a:solidFill>
                  <a:srgbClr val="262626"/>
                </a:solidFill>
              </a:defRPr>
            </a:pPr>
            <a:r>
              <a:t>10s cache TTL · near-realtime</a:t>
            </a:r>
          </a:p>
          <a:p>
            <a:pPr>
              <a:spcAft>
                <a:spcPts val="200"/>
              </a:spcAft>
              <a:defRPr sz="1000">
                <a:solidFill>
                  <a:srgbClr val="262626"/>
                </a:solidFill>
              </a:defRPr>
            </a:pPr>
            <a:r>
              <a:t>Player dropdown filter</a:t>
            </a:r>
          </a:p>
          <a:p>
            <a:pPr>
              <a:spcAft>
                <a:spcPts val="200"/>
              </a:spcAft>
              <a:defRPr sz="1000">
                <a:solidFill>
                  <a:srgbClr val="262626"/>
                </a:solidFill>
              </a:defRPr>
            </a:pPr>
            <a:r>
              <a:t>6 KPI cards + Snowflake branding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663440" y="1005840"/>
            <a:ext cx="4160520" cy="17556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663440" y="1005840"/>
            <a:ext cx="4160520" cy="54864"/>
          </a:xfrm>
          <a:prstGeom prst="roundRect">
            <a:avLst>
              <a:gd name="adj" fmla="val 4000"/>
            </a:avLst>
          </a:prstGeom>
          <a:solidFill>
            <a:srgbClr val="7D4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791456" y="1115568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⚛️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57800" y="1097280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</a:rPr>
              <a:t>React App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1408176"/>
            <a:ext cx="3429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11567F"/>
                </a:solidFill>
              </a:rPr>
              <a:t>Next.js 16.2.3 · port 3456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4791456" y="1700784"/>
            <a:ext cx="3904488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>
                <a:solidFill>
                  <a:srgbClr val="262626"/>
                </a:solidFill>
              </a:defRPr>
            </a:pPr>
            <a:r>
              <a:t>JWT auth locally, OAuth in SPCS</a:t>
            </a:r>
          </a:p>
          <a:p>
            <a:pPr>
              <a:spcAft>
                <a:spcPts val="200"/>
              </a:spcAft>
              <a:defRPr sz="1000">
                <a:solidFill>
                  <a:srgbClr val="262626"/>
                </a:solidFill>
              </a:defRPr>
            </a:pPr>
            <a:r>
              <a:t>5s polling · Recharts charts</a:t>
            </a:r>
          </a:p>
          <a:p>
            <a:pPr>
              <a:spcAft>
                <a:spcPts val="200"/>
              </a:spcAft>
              <a:defRPr sz="1000">
                <a:solidFill>
                  <a:srgbClr val="262626"/>
                </a:solidFill>
              </a:defRPr>
            </a:pPr>
            <a:r>
              <a:t>Animated Data Pipeline tab</a:t>
            </a:r>
          </a:p>
          <a:p>
            <a:pPr>
              <a:spcAft>
                <a:spcPts val="200"/>
              </a:spcAft>
              <a:defRPr sz="1000">
                <a:solidFill>
                  <a:srgbClr val="262626"/>
                </a:solidFill>
              </a:defRPr>
            </a:pPr>
            <a:r>
              <a:t>Snowflake logo + Cortex Code badge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663440" y="2907792"/>
            <a:ext cx="4160520" cy="175564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4663440" y="2907792"/>
            <a:ext cx="4160520" cy="54864"/>
          </a:xfrm>
          <a:prstGeom prst="roundRect">
            <a:avLst>
              <a:gd name="adj" fmla="val 4000"/>
            </a:avLst>
          </a:prstGeom>
          <a:solidFill>
            <a:srgbClr val="D45B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91456" y="3017520"/>
            <a:ext cx="384048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200" b="0" i="0">
                <a:solidFill>
                  <a:srgbClr val="FFFFFF"/>
                </a:solidFill>
              </a:rPr>
              <a:t>🤖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257800" y="2999232"/>
            <a:ext cx="342900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</a:rPr>
              <a:t>Cortex Agent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257800" y="3310128"/>
            <a:ext cx="3429000" cy="21945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11567F"/>
                </a:solidFill>
              </a:rPr>
              <a:t>DIS_MARIO.PUBLIC.MARIO_INTELLIGENCE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791456" y="3602736"/>
            <a:ext cx="3904488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  <a:defRPr sz="1000">
                <a:solidFill>
                  <a:srgbClr val="262626"/>
                </a:solidFill>
              </a:defRPr>
            </a:pPr>
            <a:r>
              <a:t>NL → SQL via MARIO_TELEMETRY</a:t>
            </a:r>
          </a:p>
          <a:p>
            <a:pPr>
              <a:spcAft>
                <a:spcPts val="200"/>
              </a:spcAft>
              <a:defRPr sz="1000">
                <a:solidFill>
                  <a:srgbClr val="262626"/>
                </a:solidFill>
              </a:defRPr>
            </a:pPr>
            <a:r>
              <a:t>model: auto · 900s budget</a:t>
            </a:r>
          </a:p>
          <a:p>
            <a:pPr>
              <a:spcAft>
                <a:spcPts val="200"/>
              </a:spcAft>
              <a:defRPr sz="1000">
                <a:solidFill>
                  <a:srgbClr val="262626"/>
                </a:solidFill>
              </a:defRPr>
            </a:pPr>
            <a:r>
              <a:t>Try: 'Who died most on 1-1?'</a:t>
            </a:r>
          </a:p>
          <a:p>
            <a:pPr>
              <a:spcAft>
                <a:spcPts val="200"/>
              </a:spcAft>
              <a:defRPr sz="1000">
                <a:solidFill>
                  <a:srgbClr val="262626"/>
                </a:solidFill>
              </a:defRPr>
            </a:pPr>
            <a:r>
              <a:t>'What's the avg session time?'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47960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E8F4FB"/>
                </a:solidFill>
              </a:rPr>
              <a:t>All dashboards: Snowflake logotype SVG · Powered by Cortex Code badge · Animated polar bear 🐻‍❄️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Snowflake Features Demonstrated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B"/>
                </a:solidFill>
              </a:rPr>
              <a:t>Every component in this demo is a production Snowflake feature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347472" y="1005840"/>
            <a:ext cx="8449056" cy="5120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347472" y="1005840"/>
            <a:ext cx="64008" cy="512064"/>
          </a:xfrm>
          <a:prstGeom prst="rect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530352" y="107899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</a:rPr>
              <a:t>Snowpark Container Services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30352" y="1298448"/>
            <a:ext cx="8138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626"/>
                </a:solidFill>
              </a:rPr>
              <a:t>Docker container · public ingress · platform monitoring · Sf-Context-Current-User header injection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7472" y="1581912"/>
            <a:ext cx="8449056" cy="5120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347472" y="1581912"/>
            <a:ext cx="64008" cy="512064"/>
          </a:xfrm>
          <a:prstGeom prst="rect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30352" y="1655064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</a:rPr>
              <a:t>SPCS Event Tables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0352" y="1874520"/>
            <a:ext cx="8138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626"/>
                </a:solidFill>
              </a:rPr>
              <a:t>Native OTel store for spans, metrics, logs · OTLP gRPC exporter · 90+ built-in platform metric types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7472" y="2157984"/>
            <a:ext cx="8449056" cy="5120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347472" y="2157984"/>
            <a:ext cx="64008" cy="512064"/>
          </a:xfrm>
          <a:prstGeom prst="rect">
            <a:avLst/>
          </a:prstGeom>
          <a:solidFill>
            <a:srgbClr val="7D4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30352" y="2231136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</a:rPr>
              <a:t>Interactive Tables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30352" y="2450592"/>
            <a:ext cx="8138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626"/>
                </a:solidFill>
              </a:rPr>
              <a:t>Sub-second query latency · 1-min target lag · cluster keys · Interactive Warehouse · near-realtime dashboards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347472" y="2734056"/>
            <a:ext cx="8449056" cy="5120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47472" y="2734056"/>
            <a:ext cx="64008" cy="512064"/>
          </a:xfrm>
          <a:prstGeom prst="rect">
            <a:avLst/>
          </a:prstGeom>
          <a:solidFill>
            <a:srgbClr val="D45B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30352" y="2807208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</a:rPr>
              <a:t>Cortex Analyst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30352" y="3026664"/>
            <a:ext cx="8138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626"/>
                </a:solidFill>
              </a:rPr>
              <a:t>Semantic View over 6 tables · FastGen VQR generation · SYSTEM$CREATE_SEMANTIC_VIEW_FROM_YAML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47472" y="3310128"/>
            <a:ext cx="8449056" cy="5120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347472" y="3310128"/>
            <a:ext cx="64008" cy="512064"/>
          </a:xfrm>
          <a:prstGeom prst="rect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30352" y="3383280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</a:rPr>
              <a:t>Cortex Agents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30352" y="3602736"/>
            <a:ext cx="8138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626"/>
                </a:solidFill>
              </a:rPr>
              <a:t>Custom orchestration + response instructions · MARIO_INTELLIGENCE agent · cortex_analyst_text_to_sql tool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347472" y="3886200"/>
            <a:ext cx="8449056" cy="5120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7472" y="3886200"/>
            <a:ext cx="64008" cy="512064"/>
          </a:xfrm>
          <a:prstGeom prst="rect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530352" y="3959352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</a:rPr>
              <a:t>Streamlit in Snowsight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30352" y="4178808"/>
            <a:ext cx="8138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626"/>
                </a:solidFill>
              </a:rPr>
              <a:t>Container runtime · SYSTEM_COMPUTE_POOL_CPU · pip packages · snow CLI deploy · player filter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347472" y="4462272"/>
            <a:ext cx="8449056" cy="512064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347472" y="4462272"/>
            <a:ext cx="64008" cy="512064"/>
          </a:xfrm>
          <a:prstGeom prst="rect">
            <a:avLst/>
          </a:prstGeom>
          <a:solidFill>
            <a:srgbClr val="7D4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530352" y="4535424"/>
            <a:ext cx="274320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1" i="0">
                <a:solidFill>
                  <a:srgbClr val="11567F"/>
                </a:solidFill>
              </a:rPr>
              <a:t>Semi-structured JSON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30352" y="4754880"/>
            <a:ext cx="8138160" cy="20116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0">
                <a:solidFill>
                  <a:srgbClr val="262626"/>
                </a:solidFill>
              </a:rPr>
              <a:t>record:name::STRING · record_attributes:player_name::STRING · VARIANT extraction at query time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57200" y="47960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E8F4FB"/>
                </a:solidFill>
              </a:rPr>
              <a:t>Zero external infrastructure · All data stays in Snowflake · Everything demos in a single account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Text Placeholder 2"/>
          <p:cNvSpPr>
            <a:spLocks noGrp="1"/>
          </p:cNvSpPr>
          <p:nvPr>
            <p:ph type="body" idx="2"/>
          </p:nvPr>
        </p:nvSpPr>
        <p:spPr/>
        <p:txBody>
          <a:bodyPr/>
          <a:lstStyle/>
          <a:p/>
        </p:txBody>
      </p:sp>
      <p:sp>
        <p:nvSpPr>
          <p:cNvPr id="4" name="Rectangle 3"/>
          <p:cNvSpPr/>
          <p:nvPr/>
        </p:nvSpPr>
        <p:spPr>
          <a:xfrm>
            <a:off x="0" y="0"/>
            <a:ext cx="502920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5029200" y="0"/>
            <a:ext cx="54864" cy="5143500"/>
          </a:xfrm>
          <a:prstGeom prst="rect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365760" y="411480"/>
            <a:ext cx="438912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600" b="1" i="0">
                <a:solidFill>
                  <a:srgbClr val="11567F"/>
                </a:solidFill>
              </a:rPr>
              <a:t>🎮  LIVE DEMO</a:t>
            </a:r>
          </a:p>
        </p:txBody>
      </p:sp>
      <p:sp>
        <p:nvSpPr>
          <p:cNvPr id="7" name="Rectangle 6"/>
          <p:cNvSpPr/>
          <p:nvPr/>
        </p:nvSpPr>
        <p:spPr>
          <a:xfrm>
            <a:off x="365760" y="1024128"/>
            <a:ext cx="2011680" cy="45720"/>
          </a:xfrm>
          <a:prstGeom prst="rect">
            <a:avLst/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365760" y="1143000"/>
            <a:ext cx="4389120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400" b="0" i="1">
                <a:solidFill>
                  <a:srgbClr val="11567F"/>
                </a:solidFill>
              </a:rPr>
              <a:t>10 minutes · play · watch · ask Cortex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65760" y="1664208"/>
            <a:ext cx="4389120" cy="658368"/>
          </a:xfrm>
          <a:prstGeom prst="roundRect">
            <a:avLst>
              <a:gd name="adj" fmla="val 5000"/>
            </a:avLst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48640" y="1755648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Step 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63040" y="1755648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Open game · press S to start · play Mario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65760" y="2450592"/>
            <a:ext cx="4389120" cy="658368"/>
          </a:xfrm>
          <a:prstGeom prst="roundRect">
            <a:avLst>
              <a:gd name="adj" fmla="val 5000"/>
            </a:avLst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8640" y="2542032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Step 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463040" y="2542032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Watch events → sidecar → event table in logs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365760" y="3236976"/>
            <a:ext cx="4389120" cy="658368"/>
          </a:xfrm>
          <a:prstGeom prst="roundRect">
            <a:avLst>
              <a:gd name="adj" fmla="val 5000"/>
            </a:avLst>
          </a:prstGeom>
          <a:solidFill>
            <a:srgbClr val="7D4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548640" y="3328416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Step 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463040" y="3328416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Refresh Streamlit · see name in leaderboard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65760" y="4023360"/>
            <a:ext cx="4389120" cy="658368"/>
          </a:xfrm>
          <a:prstGeom prst="roundRect">
            <a:avLst>
              <a:gd name="adj" fmla="val 5000"/>
            </a:avLst>
          </a:prstGeom>
          <a:solidFill>
            <a:srgbClr val="D45B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48640" y="4114800"/>
            <a:ext cx="82296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100" b="1" i="0">
                <a:solidFill>
                  <a:srgbClr val="FFFFFF"/>
                </a:solidFill>
              </a:rPr>
              <a:t>Step 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463040" y="4114800"/>
            <a:ext cx="320040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0" i="0">
                <a:solidFill>
                  <a:srgbClr val="FFFFFF"/>
                </a:solidFill>
              </a:rPr>
              <a:t>Ask Cortex Agent: 'Who died most on 1-1?'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65760" y="4732020"/>
            <a:ext cx="4389120" cy="29260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29B5E8"/>
                </a:solidFill>
              </a:rPr>
              <a:t>ei53mb-sfseeurope-eu-demo200.snowflakecomputing.app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56032"/>
            <a:ext cx="82296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800" b="1" i="0">
                <a:solidFill>
                  <a:srgbClr val="FFFFFF"/>
                </a:solidFill>
              </a:rPr>
              <a:t>Key Learnings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2296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0">
                <a:solidFill>
                  <a:srgbClr val="E8F4FB"/>
                </a:solidFill>
              </a:rPr>
              <a:t>Five things that surprised us building this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274320" y="1005840"/>
            <a:ext cx="2816352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274320" y="1005840"/>
            <a:ext cx="2816352" cy="54864"/>
          </a:xfrm>
          <a:prstGeom prst="roundRect">
            <a:avLst>
              <a:gd name="adj" fmla="val 5000"/>
            </a:avLst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1115568"/>
            <a:ext cx="2542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</a:rPr>
              <a:t>🐳  Always use --no-cache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11480" y="1508760"/>
            <a:ext cx="2542032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262626"/>
                </a:solidFill>
              </a:defRPr>
            </a:pPr>
            <a:r>
              <a:t>Docker silently reuses stale cached layers.</a:t>
            </a:r>
          </a:p>
          <a:p>
            <a:pPr>
              <a:spcAft>
                <a:spcPts val="300"/>
              </a:spcAft>
              <a:defRPr sz="1100">
                <a:solidFill>
                  <a:srgbClr val="262626"/>
                </a:solidFill>
              </a:defRPr>
            </a:pPr>
            <a:r>
              <a:t>suspend/resume does NOT re-pull the image.</a:t>
            </a:r>
          </a:p>
          <a:p>
            <a:pPr>
              <a:spcAft>
                <a:spcPts val="300"/>
              </a:spcAft>
              <a:defRPr sz="1100">
                <a:solidFill>
                  <a:srgbClr val="262626"/>
                </a:solidFill>
              </a:defRPr>
            </a:pPr>
            <a:r>
              <a:t>Use ALTER SERVICE FROM SPECIFICATION.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218688" y="1005840"/>
            <a:ext cx="2816352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3218688" y="1005840"/>
            <a:ext cx="2816352" cy="54864"/>
          </a:xfrm>
          <a:prstGeom prst="roundRect">
            <a:avLst>
              <a:gd name="adj" fmla="val 5000"/>
            </a:avLst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3355848" y="1115568"/>
            <a:ext cx="2542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</a:rPr>
              <a:t>📍  nginx exact match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355848" y="1508760"/>
            <a:ext cx="2542032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262626"/>
                </a:solidFill>
              </a:defRPr>
            </a:pPr>
            <a:r>
              <a:t>location /telemetry is a prefix match —</a:t>
            </a:r>
          </a:p>
          <a:p>
            <a:pPr>
              <a:spcAft>
                <a:spcPts val="300"/>
              </a:spcAft>
              <a:defRPr sz="1100">
                <a:solidFill>
                  <a:srgbClr val="262626"/>
                </a:solidFill>
              </a:defRPr>
            </a:pPr>
            <a:r>
              <a:t>it catches /telemetry.js too.</a:t>
            </a:r>
          </a:p>
          <a:p>
            <a:pPr>
              <a:spcAft>
                <a:spcPts val="300"/>
              </a:spcAft>
              <a:defRPr sz="1100">
                <a:solidFill>
                  <a:srgbClr val="262626"/>
                </a:solidFill>
              </a:defRPr>
            </a:pPr>
            <a:r>
              <a:t>Always use: location = /telemetry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63056" y="1005840"/>
            <a:ext cx="2816352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163056" y="1005840"/>
            <a:ext cx="2816352" cy="54864"/>
          </a:xfrm>
          <a:prstGeom prst="roundRect">
            <a:avLst>
              <a:gd name="adj" fmla="val 5000"/>
            </a:avLst>
          </a:prstGeom>
          <a:solidFill>
            <a:srgbClr val="7D4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00216" y="1115568"/>
            <a:ext cx="2542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</a:rPr>
              <a:t>👤  Browser must send player_name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300216" y="1508760"/>
            <a:ext cx="2542032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262626"/>
                </a:solidFill>
              </a:defRPr>
            </a:pPr>
            <a:r>
              <a:t>Sidecar had header extraction but browser</a:t>
            </a:r>
          </a:p>
          <a:p>
            <a:pPr>
              <a:spcAft>
                <a:spcPts val="300"/>
              </a:spcAft>
              <a:defRPr sz="1100">
                <a:solidFill>
                  <a:srgbClr val="262626"/>
                </a:solidFill>
              </a:defRPr>
            </a:pPr>
            <a:r>
              <a:t>was calling /whoami for banner only.</a:t>
            </a:r>
          </a:p>
          <a:p>
            <a:pPr>
              <a:spcAft>
                <a:spcPts val="300"/>
              </a:spcAft>
              <a:defRPr sz="1100">
                <a:solidFill>
                  <a:srgbClr val="262626"/>
                </a:solidFill>
              </a:defRPr>
            </a:pPr>
            <a:r>
              <a:t>Fix: add player_name to every send() call.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74320" y="2999232"/>
            <a:ext cx="2816352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274320" y="2999232"/>
            <a:ext cx="2816352" cy="54864"/>
          </a:xfrm>
          <a:prstGeom prst="roundRect">
            <a:avLst>
              <a:gd name="adj" fmla="val 5000"/>
            </a:avLst>
          </a:prstGeom>
          <a:solidFill>
            <a:srgbClr val="D45B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11480" y="3108960"/>
            <a:ext cx="2542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</a:rPr>
              <a:t>📦  Bundle all dependencies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11480" y="3502152"/>
            <a:ext cx="2542032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262626"/>
                </a:solidFill>
              </a:defRPr>
            </a:pPr>
            <a:r>
              <a:t>SPCS blocks external egress.</a:t>
            </a:r>
          </a:p>
          <a:p>
            <a:pPr>
              <a:spcAft>
                <a:spcPts val="300"/>
              </a:spcAft>
              <a:defRPr sz="1100">
                <a:solidFill>
                  <a:srgbClr val="262626"/>
                </a:solidFill>
              </a:defRPr>
            </a:pPr>
            <a:r>
              <a:t>CDN URLs fail silently at runtime.</a:t>
            </a:r>
          </a:p>
          <a:p>
            <a:pPr>
              <a:spcAft>
                <a:spcPts val="300"/>
              </a:spcAft>
              <a:defRPr sz="1100">
                <a:solidFill>
                  <a:srgbClr val="262626"/>
                </a:solidFill>
              </a:defRPr>
            </a:pPr>
            <a:r>
              <a:t>Bundle jQuery inside the Docker image.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3218688" y="2999232"/>
            <a:ext cx="2816352" cy="18288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3218688" y="2999232"/>
            <a:ext cx="2816352" cy="54864"/>
          </a:xfrm>
          <a:prstGeom prst="roundRect">
            <a:avLst>
              <a:gd name="adj" fmla="val 5000"/>
            </a:avLst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55848" y="3108960"/>
            <a:ext cx="2542032" cy="3474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11567F"/>
                </a:solidFill>
              </a:rPr>
              <a:t>🔑  JWT for headless auth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55848" y="3502152"/>
            <a:ext cx="2542032" cy="126187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  <a:defRPr sz="1100">
                <a:solidFill>
                  <a:srgbClr val="262626"/>
                </a:solidFill>
              </a:defRPr>
            </a:pPr>
            <a:r>
              <a:t>EXTERNALBROWSER fails in Node.js.</a:t>
            </a:r>
          </a:p>
          <a:p>
            <a:pPr>
              <a:spcAft>
                <a:spcPts val="300"/>
              </a:spcAft>
              <a:defRPr sz="1100">
                <a:solidFill>
                  <a:srgbClr val="262626"/>
                </a:solidFill>
              </a:defRPr>
            </a:pPr>
            <a:r>
              <a:t>Use SNOWFLAKE_JWT keypair auth.</a:t>
            </a:r>
          </a:p>
          <a:p>
            <a:pPr>
              <a:spcAft>
                <a:spcPts val="300"/>
              </a:spcAft>
              <a:defRPr sz="1100">
                <a:solidFill>
                  <a:srgbClr val="262626"/>
                </a:solidFill>
              </a:defRPr>
            </a:pPr>
            <a:r>
              <a:t>snow spcs image-registry login for MFA.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4796028"/>
            <a:ext cx="82296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900" b="0" i="1">
                <a:solidFill>
                  <a:srgbClr val="E8F4FB"/>
                </a:solidFill>
              </a:rPr>
              <a:t>Full details in README.md and docs/index.html · github.com/sfc-gh-tdahlberg/mario-spcs-telemetry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 Placeholder 1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/>
        </p:txBody>
      </p:sp>
      <p:sp>
        <p:nvSpPr>
          <p:cNvPr id="3" name="Rectangle 2"/>
          <p:cNvSpPr/>
          <p:nvPr/>
        </p:nvSpPr>
        <p:spPr>
          <a:xfrm>
            <a:off x="0" y="0"/>
            <a:ext cx="5303520" cy="514350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303520" y="0"/>
            <a:ext cx="54864" cy="5143500"/>
          </a:xfrm>
          <a:prstGeom prst="rect">
            <a:avLst/>
          </a:prstGeom>
          <a:solidFill>
            <a:srgbClr val="29B5E8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11480" y="502920"/>
            <a:ext cx="466344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3200" b="1" i="0">
                <a:solidFill>
                  <a:srgbClr val="11567F"/>
                </a:solidFill>
              </a:rPr>
              <a:t>Thanks for playing! 🍄</a:t>
            </a:r>
          </a:p>
        </p:txBody>
      </p:sp>
      <p:sp>
        <p:nvSpPr>
          <p:cNvPr id="6" name="Rectangle 5"/>
          <p:cNvSpPr/>
          <p:nvPr/>
        </p:nvSpPr>
        <p:spPr>
          <a:xfrm>
            <a:off x="411480" y="1280160"/>
            <a:ext cx="1828800" cy="45720"/>
          </a:xfrm>
          <a:prstGeom prst="rect">
            <a:avLst/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411480" y="1417320"/>
            <a:ext cx="466344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300" b="0" i="1">
                <a:solidFill>
                  <a:srgbClr val="262626"/>
                </a:solidFill>
              </a:rPr>
              <a:t>Questions welcome — let's talk SPCS, Interactive Tables, Cortex AI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11480" y="1920240"/>
            <a:ext cx="2286000" cy="1078992"/>
          </a:xfrm>
          <a:prstGeom prst="roundRect">
            <a:avLst>
              <a:gd name="adj" fmla="val 6000"/>
            </a:avLst>
          </a:prstGeom>
          <a:solidFill>
            <a:srgbClr val="71D3D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48640" y="201168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🎮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2011680"/>
            <a:ext cx="15727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Game URL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48640" y="2423160"/>
            <a:ext cx="202996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900">
                <a:solidFill>
                  <a:srgbClr val="FFFFFF"/>
                </a:solidFill>
              </a:defRPr>
            </a:pPr>
            <a:r>
              <a:t>ei53mb-sfseeurope-eu-demo200</a:t>
            </a:r>
          </a:p>
          <a:p>
            <a:pPr>
              <a:spcAft>
                <a:spcPts val="100"/>
              </a:spcAft>
              <a:defRPr sz="900">
                <a:solidFill>
                  <a:srgbClr val="FFFFFF"/>
                </a:solidFill>
              </a:defRPr>
            </a:pPr>
            <a:r>
              <a:t>.snowflakecomputing.app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880360" y="1920240"/>
            <a:ext cx="2286000" cy="1078992"/>
          </a:xfrm>
          <a:prstGeom prst="roundRect">
            <a:avLst>
              <a:gd name="adj" fmla="val 6000"/>
            </a:avLst>
          </a:prstGeom>
          <a:solidFill>
            <a:srgbClr val="FF9F36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017520" y="2011680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💻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474720" y="2011680"/>
            <a:ext cx="15727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GitHub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3017520" y="2423160"/>
            <a:ext cx="202996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900">
                <a:solidFill>
                  <a:srgbClr val="FFFFFF"/>
                </a:solidFill>
              </a:defRPr>
            </a:pPr>
            <a:r>
              <a:t>sfc-gh-tdahlberg/</a:t>
            </a:r>
          </a:p>
          <a:p>
            <a:pPr>
              <a:spcAft>
                <a:spcPts val="100"/>
              </a:spcAft>
              <a:defRPr sz="900">
                <a:solidFill>
                  <a:srgbClr val="FFFFFF"/>
                </a:solidFill>
              </a:defRPr>
            </a:pPr>
            <a:r>
              <a:t>mario-spcs-telemetry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411480" y="3127248"/>
            <a:ext cx="2286000" cy="1078992"/>
          </a:xfrm>
          <a:prstGeom prst="roundRect">
            <a:avLst>
              <a:gd name="adj" fmla="val 6000"/>
            </a:avLst>
          </a:prstGeom>
          <a:solidFill>
            <a:srgbClr val="7D44C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48640" y="3218688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📖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005840" y="3218688"/>
            <a:ext cx="15727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HTML Docs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3630168"/>
            <a:ext cx="202996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900">
                <a:solidFill>
                  <a:srgbClr val="FFFFFF"/>
                </a:solidFill>
              </a:defRPr>
            </a:pPr>
            <a:r>
              <a:t>docs/index.html</a:t>
            </a:r>
          </a:p>
          <a:p>
            <a:pPr>
              <a:spcAft>
                <a:spcPts val="100"/>
              </a:spcAft>
              <a:defRPr sz="900">
                <a:solidFill>
                  <a:srgbClr val="FFFFFF"/>
                </a:solidFill>
              </a:defRPr>
            </a:pPr>
            <a:r>
              <a:t>full architecture reference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2880360" y="3127248"/>
            <a:ext cx="2286000" cy="1078992"/>
          </a:xfrm>
          <a:prstGeom prst="roundRect">
            <a:avLst>
              <a:gd name="adj" fmla="val 6000"/>
            </a:avLst>
          </a:prstGeom>
          <a:solidFill>
            <a:srgbClr val="D45B90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3017520" y="3218688"/>
            <a:ext cx="411480" cy="384048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2000" b="0" i="0">
                <a:solidFill>
                  <a:srgbClr val="FFFFFF"/>
                </a:solidFill>
              </a:rPr>
              <a:t>🤖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3474720" y="3218688"/>
            <a:ext cx="1572768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200" b="1" i="0">
                <a:solidFill>
                  <a:srgbClr val="FFFFFF"/>
                </a:solidFill>
              </a:rPr>
              <a:t>Cortex Agent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017520" y="3630168"/>
            <a:ext cx="2029968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  <a:defRPr sz="900">
                <a:solidFill>
                  <a:srgbClr val="FFFFFF"/>
                </a:solidFill>
              </a:defRPr>
            </a:pPr>
            <a:r>
              <a:t>DIS_MARIO.PUBLIC</a:t>
            </a:r>
          </a:p>
          <a:p>
            <a:pPr>
              <a:spcAft>
                <a:spcPts val="100"/>
              </a:spcAft>
              <a:defRPr sz="900">
                <a:solidFill>
                  <a:srgbClr val="FFFFFF"/>
                </a:solidFill>
              </a:defRPr>
            </a:pPr>
            <a:r>
              <a:t>.MARIO_INTELLIGENCE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11480" y="4759452"/>
            <a:ext cx="4663440" cy="2560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/>
            <a:r>
              <a:rPr sz="1000" b="0" i="1">
                <a:solidFill>
                  <a:srgbClr val="11567F"/>
                </a:solidFill>
              </a:rPr>
              <a:t>Built with ✨ Cortex Code · Snowflake Solutions Engineering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nowflake 2022">
  <a:themeElements>
    <a:clrScheme name="Snowflake 2018">
      <a:dk1>
        <a:srgbClr val="262626"/>
      </a:dk1>
      <a:lt1>
        <a:srgbClr val="FFFFFF"/>
      </a:lt1>
      <a:dk2>
        <a:srgbClr val="11567F"/>
      </a:dk2>
      <a:lt2>
        <a:srgbClr val="FFFFFF"/>
      </a:lt2>
      <a:accent1>
        <a:srgbClr val="29B5E8"/>
      </a:accent1>
      <a:accent2>
        <a:srgbClr val="11567F"/>
      </a:accent2>
      <a:accent3>
        <a:srgbClr val="71D3DC"/>
      </a:accent3>
      <a:accent4>
        <a:srgbClr val="FF9F36"/>
      </a:accent4>
      <a:accent5>
        <a:srgbClr val="7D44CF"/>
      </a:accent5>
      <a:accent6>
        <a:srgbClr val="D45B90"/>
      </a:accent6>
      <a:hlink>
        <a:srgbClr val="3DA8E5"/>
      </a:hlink>
      <a:folHlink>
        <a:srgbClr val="BFBFB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nowflake 2022">
  <a:themeElements>
    <a:clrScheme name="Snowflake 2018">
      <a:dk1>
        <a:srgbClr val="262626"/>
      </a:dk1>
      <a:lt1>
        <a:srgbClr val="FFFFFF"/>
      </a:lt1>
      <a:dk2>
        <a:srgbClr val="11567F"/>
      </a:dk2>
      <a:lt2>
        <a:srgbClr val="FFFFFF"/>
      </a:lt2>
      <a:accent1>
        <a:srgbClr val="29B5E8"/>
      </a:accent1>
      <a:accent2>
        <a:srgbClr val="11567F"/>
      </a:accent2>
      <a:accent3>
        <a:srgbClr val="71D3DC"/>
      </a:accent3>
      <a:accent4>
        <a:srgbClr val="FF9F36"/>
      </a:accent4>
      <a:accent5>
        <a:srgbClr val="7D44CF"/>
      </a:accent5>
      <a:accent6>
        <a:srgbClr val="D45B90"/>
      </a:accent6>
      <a:hlink>
        <a:srgbClr val="3DA8E5"/>
      </a:hlink>
      <a:folHlink>
        <a:srgbClr val="BFBFB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3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4.xml><?xml version="1.0" encoding="utf-8"?>
<a:theme xmlns:a="http://schemas.openxmlformats.org/drawingml/2006/main" xmlns:r="http://schemas.openxmlformats.org/officeDocument/2006/relationships" name="Snowflake 2022">
  <a:themeElements>
    <a:clrScheme name="Snowflake 2018">
      <a:dk1>
        <a:srgbClr val="262626"/>
      </a:dk1>
      <a:lt1>
        <a:srgbClr val="FFFFFF"/>
      </a:lt1>
      <a:dk2>
        <a:srgbClr val="11567F"/>
      </a:dk2>
      <a:lt2>
        <a:srgbClr val="FFFFFF"/>
      </a:lt2>
      <a:accent1>
        <a:srgbClr val="29B5E8"/>
      </a:accent1>
      <a:accent2>
        <a:srgbClr val="11567F"/>
      </a:accent2>
      <a:accent3>
        <a:srgbClr val="71D3DC"/>
      </a:accent3>
      <a:accent4>
        <a:srgbClr val="FF9F36"/>
      </a:accent4>
      <a:accent5>
        <a:srgbClr val="7D44CF"/>
      </a:accent5>
      <a:accent6>
        <a:srgbClr val="D45B90"/>
      </a:accent6>
      <a:hlink>
        <a:srgbClr val="3DA8E5"/>
      </a:hlink>
      <a:folHlink>
        <a:srgbClr val="BFBFBF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/>
</file>