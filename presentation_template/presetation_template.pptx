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83" r:id="rId5"/>
    <p:sldMasterId id="2147483718" r:id="rId6"/>
  </p:sldMasterIdLst>
  <p:notesMasterIdLst>
    <p:notesMasterId r:id="rId7"/>
  </p:notesMasterIdLst>
  <p:sldIdLst>
    <p:sldId id="256" r:id="rId8"/>
    <p:sldId id="257" r:id="rId9"/>
    <p:sldId id="258" r:id="rId10"/>
    <p:sldId id="259" r:id="rId11"/>
  </p:sldIdLst>
  <p:sldSz cy="5143500" cx="9144000"/>
  <p:notesSz cx="6858000" cy="9144000"/>
  <p:embeddedFontLst>
    <p:embeddedFont>
      <p:font typeface="Montserrat"/>
      <p:regular r:id="rId12"/>
      <p:bold r:id="rId13"/>
      <p:italic r:id="rId14"/>
      <p:boldItalic r:id="rId15"/>
    </p:embeddedFont>
    <p:embeddedFont>
      <p:font typeface="La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 roundtripDataSignature="AMtx7mhzFayS0AuoOWGqN113lPSblTZc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font" Target="fonts/Montserrat-bold.fntdata"/><Relationship Id="rId12" Type="http://schemas.openxmlformats.org/officeDocument/2006/relationships/font" Target="fonts/Montserrat-regular.fntdata"/><Relationship Id="rId15" Type="http://schemas.openxmlformats.org/officeDocument/2006/relationships/font" Target="fonts/Montserrat-boldItalic.fntdata"/><Relationship Id="rId14" Type="http://schemas.openxmlformats.org/officeDocument/2006/relationships/font" Target="fonts/Montserrat-italic.fntdata"/><Relationship Id="rId17" Type="http://schemas.openxmlformats.org/officeDocument/2006/relationships/font" Target="fonts/Lato-bold.fntdata"/><Relationship Id="rId16" Type="http://schemas.openxmlformats.org/officeDocument/2006/relationships/font" Target="fonts/Lato-regular.fntdata"/><Relationship Id="rId19" Type="http://schemas.openxmlformats.org/officeDocument/2006/relationships/font" Target="fonts/Lato-boldItalic.fntdata"/><Relationship Id="rId18" Type="http://schemas.openxmlformats.org/officeDocument/2006/relationships/font" Target="fonts/La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z90NijFcq26LKy-rd1_cqfErYsutvdUmiVwVCUoOKKE/edit#heading=h.38tk0926xr3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d45bd621e8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g3d45bd621e8_0_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i="1" lang="en-US">
                <a:solidFill>
                  <a:schemeClr val="dk1"/>
                </a:solidFill>
              </a:rPr>
              <a:t>Snowflake native &amp; Apache Iceberg = OPEN DATA FORMATS</a:t>
            </a:r>
            <a:endParaRPr i="1">
              <a:solidFill>
                <a:schemeClr val="dk1"/>
              </a:solidFill>
            </a:endParaRPr>
          </a:p>
          <a:p>
            <a:pPr indent="0" lvl="0" marL="0" rtl="0" algn="l">
              <a:lnSpc>
                <a:spcPct val="100000"/>
              </a:lnSpc>
              <a:spcBef>
                <a:spcPts val="0"/>
              </a:spcBef>
              <a:spcAft>
                <a:spcPts val="0"/>
              </a:spcAft>
              <a:buSzPts val="1100"/>
              <a:buNone/>
            </a:pPr>
            <a:r>
              <a:t/>
            </a:r>
            <a:endParaRPr i="1">
              <a:solidFill>
                <a:schemeClr val="dk1"/>
              </a:solidFill>
            </a:endParaRPr>
          </a:p>
          <a:p>
            <a:pPr indent="0" lvl="0" marL="0" rtl="0" algn="l">
              <a:lnSpc>
                <a:spcPct val="100000"/>
              </a:lnSpc>
              <a:spcBef>
                <a:spcPts val="0"/>
              </a:spcBef>
              <a:spcAft>
                <a:spcPts val="0"/>
              </a:spcAft>
              <a:buSzPts val="1100"/>
              <a:buNone/>
            </a:pPr>
            <a:r>
              <a:rPr i="1" lang="en-US">
                <a:solidFill>
                  <a:schemeClr val="dk1"/>
                </a:solidFill>
              </a:rPr>
              <a:t>Efficiency, ease of use and trust benefits of the full platform also apply to generative AI. </a:t>
            </a:r>
            <a:endParaRPr i="1">
              <a:solidFill>
                <a:schemeClr val="dk1"/>
              </a:solidFill>
            </a:endParaRPr>
          </a:p>
          <a:p>
            <a:pPr indent="0" lvl="0" marL="0" rtl="0" algn="l">
              <a:lnSpc>
                <a:spcPct val="100000"/>
              </a:lnSpc>
              <a:spcBef>
                <a:spcPts val="0"/>
              </a:spcBef>
              <a:spcAft>
                <a:spcPts val="0"/>
              </a:spcAft>
              <a:buSzPts val="1100"/>
              <a:buNone/>
            </a:pPr>
            <a:r>
              <a:t/>
            </a:r>
            <a:endParaRPr i="1">
              <a:solidFill>
                <a:schemeClr val="dk1"/>
              </a:solidFill>
            </a:endParaRPr>
          </a:p>
          <a:p>
            <a:pPr indent="-298450" lvl="0" marL="457200" rtl="0" algn="l">
              <a:lnSpc>
                <a:spcPct val="100000"/>
              </a:lnSpc>
              <a:spcBef>
                <a:spcPts val="0"/>
              </a:spcBef>
              <a:spcAft>
                <a:spcPts val="0"/>
              </a:spcAft>
              <a:buClr>
                <a:schemeClr val="dk1"/>
              </a:buClr>
              <a:buSzPts val="1100"/>
              <a:buChar char="●"/>
            </a:pPr>
            <a:r>
              <a:rPr lang="en-US">
                <a:solidFill>
                  <a:schemeClr val="dk1"/>
                </a:solidFill>
              </a:rPr>
              <a:t>At its foundation we have fully managed set of models which are great to do things like process text at scale, sentiment analysis, or custom summaries using Snowflake models like Arctic or other leading models from companies like Mistral.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US">
                <a:solidFill>
                  <a:schemeClr val="dk1"/>
                </a:solidFill>
              </a:rPr>
              <a:t>Now a common goal among enterprises is to enable everyone to talk to the data, to do this we have two fully managed services that make that easy whether its structured data used for analytics or unstructured data like documents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US">
                <a:solidFill>
                  <a:schemeClr val="dk1"/>
                </a:solidFill>
              </a:rPr>
              <a:t>Getting access to all of this is easy using multiple code interfaces like SQL and Python, we are also introducing Snowflake Studio for no-code development</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US">
                <a:solidFill>
                  <a:schemeClr val="dk1"/>
                </a:solidFill>
              </a:rPr>
              <a:t>And because we trust the reliability of Cortex AI, we’ve built a few products on top of it like Snowflake Copilot and Document AI.</a:t>
            </a:r>
            <a:endParaRPr>
              <a:solidFill>
                <a:schemeClr val="dk1"/>
              </a:solidFill>
            </a:endParaRPr>
          </a:p>
          <a:p>
            <a:pPr indent="0" lvl="0" marL="0" rtl="0" algn="l">
              <a:lnSpc>
                <a:spcPct val="100000"/>
              </a:lnSpc>
              <a:spcBef>
                <a:spcPts val="0"/>
              </a:spcBef>
              <a:spcAft>
                <a:spcPts val="0"/>
              </a:spcAft>
              <a:buSzPts val="1100"/>
              <a:buNone/>
            </a:pPr>
            <a:r>
              <a:t/>
            </a:r>
            <a:endParaRPr i="1">
              <a:solidFill>
                <a:schemeClr val="dk1"/>
              </a:solidFill>
            </a:endParaRPr>
          </a:p>
          <a:p>
            <a:pPr indent="0" lvl="0" marL="0" rtl="0" algn="l">
              <a:lnSpc>
                <a:spcPct val="100000"/>
              </a:lnSpc>
              <a:spcBef>
                <a:spcPts val="0"/>
              </a:spcBef>
              <a:spcAft>
                <a:spcPts val="0"/>
              </a:spcAft>
              <a:buSzPts val="1100"/>
              <a:buNone/>
            </a:pPr>
            <a:r>
              <a:rPr i="1" lang="en-US">
                <a:solidFill>
                  <a:schemeClr val="dk1"/>
                </a:solidFill>
              </a:rPr>
              <a:t>Note: Audience may have questions about specific features immediately, but be sure to use the use case flow to make each feature more tangible</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Snowflake AI &amp; ML Studio:</a:t>
            </a:r>
            <a:r>
              <a:rPr lang="en-US">
                <a:solidFill>
                  <a:schemeClr val="dk1"/>
                </a:solidFill>
              </a:rPr>
              <a:t> Enable users of all technical levels to utilize AI with no-code development interface in addition to the already supported SQL, Python and REST API interfaces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Chat with your data</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Cortex Analyst</a:t>
            </a:r>
            <a:r>
              <a:rPr lang="en-US">
                <a:solidFill>
                  <a:schemeClr val="dk1"/>
                </a:solidFill>
              </a:rPr>
              <a:t>: Enable business users to interact with analytical data stored in tables using natural language, enabling them to find answers faster, self-serve insights and save valuable time.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Cortex Search</a:t>
            </a:r>
            <a:r>
              <a:rPr lang="en-US">
                <a:solidFill>
                  <a:schemeClr val="dk1"/>
                </a:solidFill>
              </a:rPr>
              <a:t>: Quickly and securely find information by using fully managed search and retrieval within a given set of enterprise documents.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Models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Foundation models: </a:t>
            </a:r>
            <a:r>
              <a:rPr lang="en-US">
                <a:solidFill>
                  <a:schemeClr val="dk1"/>
                </a:solidFill>
              </a:rPr>
              <a:t>Access pre-trained models from leading providers such as Mistral, Reka and Meta all inside Snowflake.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Cortex Fine-Tuning:</a:t>
            </a:r>
            <a:r>
              <a:rPr lang="en-US">
                <a:solidFill>
                  <a:schemeClr val="dk1"/>
                </a:solidFill>
              </a:rPr>
              <a:t> Serverless customization and management of LLMs inside Snowflake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Task Specific and embed models: </a:t>
            </a:r>
            <a:r>
              <a:rPr lang="en-US">
                <a:solidFill>
                  <a:schemeClr val="dk1"/>
                </a:solidFill>
              </a:rPr>
              <a:t> Summarize, translate or embed text with task specific functions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AI experiences built on Cortex:</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Snowflake Copilot:</a:t>
            </a:r>
            <a:r>
              <a:rPr lang="en-US">
                <a:solidFill>
                  <a:schemeClr val="dk1"/>
                </a:solidFill>
              </a:rPr>
              <a:t> Boost productivity of analysts, data engineers and other SQL developers with AI that understand the context of your data to turn questions into SQL queries.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US">
                <a:solidFill>
                  <a:schemeClr val="dk1"/>
                </a:solidFill>
              </a:rPr>
              <a:t>Document AI:</a:t>
            </a:r>
            <a:r>
              <a:rPr lang="en-US">
                <a:solidFill>
                  <a:schemeClr val="dk1"/>
                </a:solidFill>
              </a:rPr>
              <a:t> extract content like invoice amounts or contract terms from documents using Arctic TILT, a state-of-the-art built-in, multimodal L</a:t>
            </a:r>
            <a:endParaRPr i="1"/>
          </a:p>
        </p:txBody>
      </p:sp>
      <p:sp>
        <p:nvSpPr>
          <p:cNvPr id="573" name="Google Shape;573;g3d45bd621e8_0_1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5" name="Google Shape;62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That was from data architecture now the data governance operation models most fo the time follow the data architecture and we have three of those</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d45bd621e8_0_140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Client side ciphers: For all these routes into cortex inference running off of k8s clusters (aka internal Istio load balancer), we use these cipher suites for mtls - ["ECDHE-ECDSA-AES256-GCM-SHA384", "ECDHE-ECDSA-AES128-GCM-SHA256", "ECDHE-RSA-AES256-GCM-SHA384", "ECDHE-RSA-AES128-GCM-SHA256"]</a:t>
            </a:r>
            <a:endParaRPr b="1">
              <a:solidFill>
                <a:srgbClr val="434343"/>
              </a:solidFill>
              <a:latin typeface="Lato"/>
              <a:ea typeface="Lato"/>
              <a:cs typeface="Lato"/>
              <a:sym typeface="Lato"/>
            </a:endParaRPr>
          </a:p>
          <a:p>
            <a:pPr indent="-298450" lvl="0" marL="4572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We do not use egress proxy</a:t>
            </a:r>
            <a:endParaRPr b="1">
              <a:solidFill>
                <a:srgbClr val="434343"/>
              </a:solidFill>
              <a:latin typeface="Lato"/>
              <a:ea typeface="Lato"/>
              <a:cs typeface="Lato"/>
              <a:sym typeface="Lato"/>
            </a:endParaRPr>
          </a:p>
          <a:p>
            <a:pPr indent="-298450" lvl="0" marL="4572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PrPr AWS and Azure when are we planning for pupr and ga</a:t>
            </a:r>
            <a:endParaRPr b="1">
              <a:solidFill>
                <a:srgbClr val="434343"/>
              </a:solidFill>
              <a:latin typeface="Lato"/>
              <a:ea typeface="Lato"/>
              <a:cs typeface="Lato"/>
              <a:sym typeface="Lato"/>
            </a:endParaRPr>
          </a:p>
          <a:p>
            <a:pPr indent="-298450" lvl="0" marL="4572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GPU dedicated per customer or multiplexed ? </a:t>
            </a:r>
            <a:endParaRPr b="1">
              <a:solidFill>
                <a:srgbClr val="434343"/>
              </a:solidFill>
              <a:latin typeface="Lato"/>
              <a:ea typeface="Lato"/>
              <a:cs typeface="Lato"/>
              <a:sym typeface="Lato"/>
            </a:endParaRPr>
          </a:p>
          <a:p>
            <a:pPr indent="-298450" lvl="0" marL="4572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 inter service communication is mtls ? </a:t>
            </a:r>
            <a:endParaRPr b="1">
              <a:solidFill>
                <a:srgbClr val="434343"/>
              </a:solidFill>
              <a:latin typeface="Lato"/>
              <a:ea typeface="Lato"/>
              <a:cs typeface="Lato"/>
              <a:sym typeface="Lato"/>
            </a:endParaRPr>
          </a:p>
          <a:p>
            <a:pPr indent="-298450" lvl="0" marL="4572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caching VWH caching is as usual but the inference results are not cached anywhere </a:t>
            </a:r>
            <a:endParaRPr b="1">
              <a:solidFill>
                <a:srgbClr val="434343"/>
              </a:solidFill>
              <a:latin typeface="Lato"/>
              <a:ea typeface="Lato"/>
              <a:cs typeface="Lato"/>
              <a:sym typeface="Lato"/>
            </a:endParaRPr>
          </a:p>
          <a:p>
            <a:pPr indent="-298450" lvl="0" marL="4572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Data encrypted in transit TLS - mtls ? </a:t>
            </a:r>
            <a:endParaRPr b="1">
              <a:solidFill>
                <a:srgbClr val="434343"/>
              </a:solidFill>
              <a:latin typeface="Lato"/>
              <a:ea typeface="Lato"/>
              <a:cs typeface="Lato"/>
              <a:sym typeface="Lato"/>
            </a:endParaRPr>
          </a:p>
          <a:p>
            <a:pPr indent="-298450" lvl="0" marL="4572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We use external functions to call Cortex services </a:t>
            </a:r>
            <a:endParaRPr b="1">
              <a:solidFill>
                <a:srgbClr val="434343"/>
              </a:solidFill>
              <a:latin typeface="Lato"/>
              <a:ea typeface="Lato"/>
              <a:cs typeface="Lato"/>
              <a:sym typeface="Lato"/>
            </a:endParaRPr>
          </a:p>
          <a:p>
            <a:pPr indent="-298450" lvl="0" marL="4572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Cloning and replication is NOT  supported between DB and Schemas..</a:t>
            </a:r>
            <a:endParaRPr b="1">
              <a:solidFill>
                <a:srgbClr val="434343"/>
              </a:solidFill>
              <a:latin typeface="Lato"/>
              <a:ea typeface="Lato"/>
              <a:cs typeface="Lato"/>
              <a:sym typeface="Lato"/>
            </a:endParaRPr>
          </a:p>
          <a:p>
            <a:pPr indent="-298450" lvl="0" marL="4572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Model Updates :</a:t>
            </a:r>
            <a:endParaRPr b="1">
              <a:solidFill>
                <a:srgbClr val="434343"/>
              </a:solidFill>
              <a:latin typeface="Lato"/>
              <a:ea typeface="Lato"/>
              <a:cs typeface="Lato"/>
              <a:sym typeface="Lato"/>
            </a:endParaRPr>
          </a:p>
          <a:p>
            <a:pPr indent="-298450" lvl="1" marL="9144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major Llama 2 to Llma 3 for example  we go via BCR with customers can opt-in in one month and opt out for another month </a:t>
            </a:r>
            <a:endParaRPr b="1">
              <a:solidFill>
                <a:srgbClr val="434343"/>
              </a:solidFill>
              <a:latin typeface="Lato"/>
              <a:ea typeface="Lato"/>
              <a:cs typeface="Lato"/>
              <a:sym typeface="Lato"/>
            </a:endParaRPr>
          </a:p>
          <a:p>
            <a:pPr indent="-298450" lvl="1" marL="914400" rtl="0" algn="l">
              <a:lnSpc>
                <a:spcPct val="100000"/>
              </a:lnSpc>
              <a:spcBef>
                <a:spcPts val="1000"/>
              </a:spcBef>
              <a:spcAft>
                <a:spcPts val="0"/>
              </a:spcAft>
              <a:buClr>
                <a:srgbClr val="434343"/>
              </a:buClr>
              <a:buSzPts val="1100"/>
              <a:buFont typeface="Lato"/>
              <a:buChar char="○"/>
            </a:pPr>
            <a:r>
              <a:rPr b="1" lang="en-US">
                <a:solidFill>
                  <a:srgbClr val="434343"/>
                </a:solidFill>
                <a:latin typeface="Lato"/>
                <a:ea typeface="Lato"/>
                <a:cs typeface="Lato"/>
                <a:sym typeface="Lato"/>
              </a:rPr>
              <a:t>minor updates are directly .. if there is a model name change we will inform the customers </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SzPts val="1100"/>
              <a:buNone/>
            </a:pPr>
            <a:r>
              <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SzPts val="1100"/>
              <a:buNone/>
            </a:pPr>
            <a:r>
              <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Clr>
                <a:schemeClr val="dk1"/>
              </a:buClr>
              <a:buSzPts val="1100"/>
              <a:buFont typeface="Arial"/>
              <a:buNone/>
            </a:pPr>
            <a:r>
              <a:rPr b="1" lang="en-US">
                <a:solidFill>
                  <a:srgbClr val="434343"/>
                </a:solidFill>
                <a:latin typeface="Lato"/>
                <a:ea typeface="Lato"/>
                <a:cs typeface="Lato"/>
                <a:sym typeface="Lato"/>
              </a:rPr>
              <a:t>can one GPU be shared between multiple customers or we we allow on GPU per customer during execution then we clear , zero and restart ? before assign to other customer ? or we multiplex between customers on the GPU</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Clr>
                <a:schemeClr val="dk1"/>
              </a:buClr>
              <a:buSzPts val="1100"/>
              <a:buFont typeface="Arial"/>
              <a:buNone/>
            </a:pPr>
            <a:r>
              <a:rPr b="1" lang="en-US">
                <a:solidFill>
                  <a:srgbClr val="434343"/>
                </a:solidFill>
                <a:latin typeface="Lato"/>
                <a:ea typeface="Lato"/>
                <a:cs typeface="Lato"/>
                <a:sym typeface="Lato"/>
              </a:rPr>
              <a:t>Today, we do not share GPU memory space during execution between customers in prod. </a:t>
            </a:r>
            <a:r>
              <a:rPr b="1" lang="en-US" u="sng">
                <a:solidFill>
                  <a:schemeClr val="hlink"/>
                </a:solidFill>
                <a:latin typeface="Lato"/>
                <a:ea typeface="Lato"/>
                <a:cs typeface="Lato"/>
                <a:sym typeface="Lato"/>
                <a:hlinkClick r:id="rId2"/>
              </a:rPr>
              <a:t>https://docs.google.com/document/d/1z90NijFcq26LKy-rd1_cqfErYsutvdUmiVwVCUoOKKE/edit#heading=h.38tk0926xr38</a:t>
            </a:r>
            <a:r>
              <a:rPr b="1" lang="en-US">
                <a:solidFill>
                  <a:srgbClr val="434343"/>
                </a:solidFill>
                <a:latin typeface="Lato"/>
                <a:ea typeface="Lato"/>
                <a:cs typeface="Lato"/>
                <a:sym typeface="Lato"/>
              </a:rPr>
              <a:t> </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Clr>
                <a:schemeClr val="dk1"/>
              </a:buClr>
              <a:buSzPts val="1100"/>
              <a:buFont typeface="Arial"/>
              <a:buNone/>
            </a:pPr>
            <a:r>
              <a:rPr b="1" lang="en-US">
                <a:solidFill>
                  <a:srgbClr val="434343"/>
                </a:solidFill>
                <a:latin typeface="Lato"/>
                <a:ea typeface="Lato"/>
                <a:cs typeface="Lato"/>
                <a:sym typeface="Lato"/>
              </a:rPr>
              <a:t>However, we are aiming to roll out vLLM with continuous, cross-customer batching in the coming weeks. Once we do that, data from different customers will share GPU memory space concurrently. We guarantee isolation at the software level</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Clr>
                <a:schemeClr val="dk1"/>
              </a:buClr>
              <a:buSzPts val="1100"/>
              <a:buFont typeface="Arial"/>
              <a:buNone/>
            </a:pPr>
            <a:r>
              <a:rPr b="1" lang="en-US">
                <a:solidFill>
                  <a:srgbClr val="434343"/>
                </a:solidFill>
                <a:latin typeface="Lato"/>
                <a:ea typeface="Lato"/>
                <a:cs typeface="Lato"/>
                <a:sym typeface="Lato"/>
              </a:rPr>
              <a:t>19:28</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Clr>
                <a:schemeClr val="dk1"/>
              </a:buClr>
              <a:buSzPts val="1100"/>
              <a:buFont typeface="Arial"/>
              <a:buNone/>
            </a:pPr>
            <a:r>
              <a:rPr b="1" lang="en-US">
                <a:solidFill>
                  <a:srgbClr val="434343"/>
                </a:solidFill>
                <a:latin typeface="Lato"/>
                <a:ea typeface="Lato"/>
                <a:cs typeface="Lato"/>
                <a:sym typeface="Lato"/>
              </a:rPr>
              <a:t>what are the roles needed to use Cortex functions the docs does not mention anything (edited)</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Clr>
                <a:schemeClr val="dk1"/>
              </a:buClr>
              <a:buSzPts val="1100"/>
              <a:buFont typeface="Arial"/>
              <a:buNone/>
            </a:pPr>
            <a:r>
              <a:rPr b="1" lang="en-US">
                <a:solidFill>
                  <a:srgbClr val="434343"/>
                </a:solidFill>
                <a:latin typeface="Lato"/>
                <a:ea typeface="Lato"/>
                <a:cs typeface="Lato"/>
                <a:sym typeface="Lato"/>
              </a:rPr>
              <a:t>Today, there is no role required -- see docs here, it is an account-level parameter that one must opt into for the time being.</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Clr>
                <a:schemeClr val="dk1"/>
              </a:buClr>
              <a:buSzPts val="1100"/>
              <a:buFont typeface="Arial"/>
              <a:buNone/>
            </a:pPr>
            <a:r>
              <a:rPr b="1" lang="en-US">
                <a:solidFill>
                  <a:srgbClr val="434343"/>
                </a:solidFill>
                <a:latin typeface="Lato"/>
                <a:ea typeface="Lato"/>
                <a:cs typeface="Lato"/>
                <a:sym typeface="Lato"/>
              </a:rPr>
              <a:t>In the next couple months, we will roll out RBAC on the function level, but it doesn't exist yet</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Clr>
                <a:schemeClr val="dk1"/>
              </a:buClr>
              <a:buSzPts val="1100"/>
              <a:buFont typeface="Arial"/>
              <a:buNone/>
            </a:pPr>
            <a:r>
              <a:rPr b="1" lang="en-US">
                <a:solidFill>
                  <a:srgbClr val="434343"/>
                </a:solidFill>
                <a:latin typeface="Lato"/>
                <a:ea typeface="Lato"/>
                <a:cs typeface="Lato"/>
                <a:sym typeface="Lato"/>
              </a:rPr>
              <a:t>G Suite Document</a:t>
            </a:r>
            <a:endParaRPr b="1">
              <a:solidFill>
                <a:srgbClr val="434343"/>
              </a:solidFill>
              <a:latin typeface="Lato"/>
              <a:ea typeface="Lato"/>
              <a:cs typeface="Lato"/>
              <a:sym typeface="Lato"/>
            </a:endParaRPr>
          </a:p>
          <a:p>
            <a:pPr indent="0" lvl="0" marL="0" rtl="0" algn="l">
              <a:lnSpc>
                <a:spcPct val="100000"/>
              </a:lnSpc>
              <a:spcBef>
                <a:spcPts val="1000"/>
              </a:spcBef>
              <a:spcAft>
                <a:spcPts val="0"/>
              </a:spcAft>
              <a:buClr>
                <a:schemeClr val="dk1"/>
              </a:buClr>
              <a:buSzPts val="1100"/>
              <a:buFont typeface="Arial"/>
              <a:buNone/>
            </a:pPr>
            <a:r>
              <a:rPr b="1" lang="en-US">
                <a:solidFill>
                  <a:srgbClr val="434343"/>
                </a:solidFill>
                <a:latin typeface="Lato"/>
                <a:ea typeface="Lato"/>
                <a:cs typeface="Lato"/>
                <a:sym typeface="Lato"/>
              </a:rPr>
              <a:t> </a:t>
            </a:r>
            <a:endParaRPr b="1">
              <a:solidFill>
                <a:srgbClr val="434343"/>
              </a:solidFill>
              <a:latin typeface="Lato"/>
              <a:ea typeface="Lato"/>
              <a:cs typeface="Lato"/>
              <a:sym typeface="Lato"/>
            </a:endParaRPr>
          </a:p>
          <a:p>
            <a:pPr indent="0" lvl="0" marL="0" rtl="0" algn="l">
              <a:lnSpc>
                <a:spcPct val="100000"/>
              </a:lnSpc>
              <a:spcBef>
                <a:spcPts val="1000"/>
              </a:spcBef>
              <a:spcAft>
                <a:spcPts val="1000"/>
              </a:spcAft>
              <a:buSzPts val="1100"/>
              <a:buNone/>
            </a:pPr>
            <a:r>
              <a:t/>
            </a:r>
            <a:endParaRPr b="1">
              <a:solidFill>
                <a:srgbClr val="434343"/>
              </a:solidFill>
              <a:latin typeface="Lato"/>
              <a:ea typeface="Lato"/>
              <a:cs typeface="Lato"/>
              <a:sym typeface="Lato"/>
            </a:endParaRPr>
          </a:p>
        </p:txBody>
      </p:sp>
      <p:sp>
        <p:nvSpPr>
          <p:cNvPr id="630" name="Google Shape;630;g3d45bd621e8_0_14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png"/><Relationship Id="rId3"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jp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 Id="rId3" Type="http://schemas.openxmlformats.org/officeDocument/2006/relationships/image" Target="../media/image4.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2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12" name="Google Shape;12;p21"/>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5">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2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2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16" name="Google Shape;16;p22"/>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8">
    <p:bg>
      <p:bgPr>
        <a:solidFill>
          <a:schemeClr val="lt1"/>
        </a:solidFill>
      </p:bgPr>
    </p:bg>
    <p:spTree>
      <p:nvGrpSpPr>
        <p:cNvPr id="17" name="Shape 17"/>
        <p:cNvGrpSpPr/>
        <p:nvPr/>
      </p:nvGrpSpPr>
      <p:grpSpPr>
        <a:xfrm>
          <a:off x="0" y="0"/>
          <a:ext cx="0" cy="0"/>
          <a:chOff x="0" y="0"/>
          <a:chExt cx="0" cy="0"/>
        </a:xfrm>
      </p:grpSpPr>
      <p:sp>
        <p:nvSpPr>
          <p:cNvPr id="18" name="Google Shape;18;p2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0" name="Google Shape;20;p2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2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23" name="Google Shape;23;p28"/>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2">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2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2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27" name="Google Shape;27;p29"/>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3">
    <p:bg>
      <p:bgPr>
        <a:blipFill>
          <a:blip r:embed="rId2">
            <a:alphaModFix/>
          </a:blip>
          <a:stretch>
            <a:fillRect/>
          </a:stretch>
        </a:blipFill>
      </p:bgPr>
    </p:bg>
    <p:spTree>
      <p:nvGrpSpPr>
        <p:cNvPr id="28" name="Shape 28"/>
        <p:cNvGrpSpPr/>
        <p:nvPr/>
      </p:nvGrpSpPr>
      <p:grpSpPr>
        <a:xfrm>
          <a:off x="0" y="0"/>
          <a:ext cx="0" cy="0"/>
          <a:chOff x="0" y="0"/>
          <a:chExt cx="0" cy="0"/>
        </a:xfrm>
      </p:grpSpPr>
      <p:sp>
        <p:nvSpPr>
          <p:cNvPr id="29" name="Google Shape;29;p3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3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1" name="Google Shape;31;p3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6">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3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3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35" name="Google Shape;35;p31"/>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4">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3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8" name="Google Shape;38;p3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9" name="Google Shape;39;p3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40" name="Shape 40"/>
        <p:cNvGrpSpPr/>
        <p:nvPr/>
      </p:nvGrpSpPr>
      <p:grpSpPr>
        <a:xfrm>
          <a:off x="0" y="0"/>
          <a:ext cx="0" cy="0"/>
          <a:chOff x="0" y="0"/>
          <a:chExt cx="0" cy="0"/>
        </a:xfrm>
      </p:grpSpPr>
      <p:sp>
        <p:nvSpPr>
          <p:cNvPr id="41" name="Google Shape;41;p33"/>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 name="Google Shape;42;p33"/>
          <p:cNvSpPr txBox="1"/>
          <p:nvPr>
            <p:ph idx="2" type="body"/>
          </p:nvPr>
        </p:nvSpPr>
        <p:spPr>
          <a:xfrm>
            <a:off x="345196" y="731520"/>
            <a:ext cx="8453700" cy="2949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33"/>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44" name="Google Shape;44;p33"/>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3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2">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34"/>
          <p:cNvSpPr txBox="1"/>
          <p:nvPr>
            <p:ph idx="12" type="sldNum"/>
          </p:nvPr>
        </p:nvSpPr>
        <p:spPr>
          <a:xfrm>
            <a:off x="8569842"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3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9" name="Google Shape;49;p3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9">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3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3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3" name="Google Shape;53;p3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5">
    <p:bg>
      <p:bgPr>
        <a:blipFill>
          <a:blip r:embed="rId2">
            <a:alphaModFix/>
          </a:blip>
          <a:stretch>
            <a:fillRect/>
          </a:stretch>
        </a:blipFill>
      </p:bgPr>
    </p:bg>
    <p:spTree>
      <p:nvGrpSpPr>
        <p:cNvPr id="54" name="Shape 54"/>
        <p:cNvGrpSpPr/>
        <p:nvPr/>
      </p:nvGrpSpPr>
      <p:grpSpPr>
        <a:xfrm>
          <a:off x="0" y="0"/>
          <a:ext cx="0" cy="0"/>
          <a:chOff x="0" y="0"/>
          <a:chExt cx="0" cy="0"/>
        </a:xfrm>
      </p:grpSpPr>
      <p:sp>
        <p:nvSpPr>
          <p:cNvPr id="55" name="Google Shape;55;p3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6" name="Google Shape;56;p3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7" name="Google Shape;57;p3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Sky Background 1">
  <p:cSld name="Summit22 - Divider1_1_3">
    <p:bg>
      <p:bgPr>
        <a:solidFill>
          <a:schemeClr val="lt1"/>
        </a:solidFill>
      </p:bgPr>
    </p:bg>
    <p:spTree>
      <p:nvGrpSpPr>
        <p:cNvPr id="58" name="Shape 58"/>
        <p:cNvGrpSpPr/>
        <p:nvPr/>
      </p:nvGrpSpPr>
      <p:grpSpPr>
        <a:xfrm>
          <a:off x="0" y="0"/>
          <a:ext cx="0" cy="0"/>
          <a:chOff x="0" y="0"/>
          <a:chExt cx="0" cy="0"/>
        </a:xfrm>
      </p:grpSpPr>
      <p:pic>
        <p:nvPicPr>
          <p:cNvPr id="59" name="Google Shape;59;p37"/>
          <p:cNvPicPr preferRelativeResize="0"/>
          <p:nvPr/>
        </p:nvPicPr>
        <p:blipFill rotWithShape="1">
          <a:blip r:embed="rId2">
            <a:alphaModFix/>
          </a:blip>
          <a:srcRect b="0" l="0" r="0" t="0"/>
          <a:stretch/>
        </p:blipFill>
        <p:spPr>
          <a:xfrm>
            <a:off x="-17279" y="-9750"/>
            <a:ext cx="9178665" cy="5162999"/>
          </a:xfrm>
          <a:prstGeom prst="rect">
            <a:avLst/>
          </a:prstGeom>
          <a:noFill/>
          <a:ln>
            <a:noFill/>
          </a:ln>
        </p:spPr>
      </p:pic>
      <p:sp>
        <p:nvSpPr>
          <p:cNvPr id="60" name="Google Shape;60;p37"/>
          <p:cNvSpPr txBox="1"/>
          <p:nvPr>
            <p:ph idx="1" type="body"/>
          </p:nvPr>
        </p:nvSpPr>
        <p:spPr>
          <a:xfrm>
            <a:off x="376225" y="1282900"/>
            <a:ext cx="2267400" cy="304170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0"/>
              </a:spcBef>
              <a:spcAft>
                <a:spcPts val="0"/>
              </a:spcAft>
              <a:buSzPts val="2000"/>
              <a:buNone/>
              <a:defRPr b="1" sz="2000"/>
            </a:lvl1pPr>
            <a:lvl2pPr indent="-228600" lvl="1" marL="914400" algn="l">
              <a:lnSpc>
                <a:spcPct val="90000"/>
              </a:lnSpc>
              <a:spcBef>
                <a:spcPts val="0"/>
              </a:spcBef>
              <a:spcAft>
                <a:spcPts val="0"/>
              </a:spcAft>
              <a:buSzPts val="1200"/>
              <a:buFont typeface="Arial"/>
              <a:buNone/>
              <a:defRPr sz="1200"/>
            </a:lvl2pPr>
            <a:lvl3pPr indent="-228600" lvl="2" marL="1371600" algn="l">
              <a:lnSpc>
                <a:spcPct val="90000"/>
              </a:lnSpc>
              <a:spcBef>
                <a:spcPts val="0"/>
              </a:spcBef>
              <a:spcAft>
                <a:spcPts val="0"/>
              </a:spcAft>
              <a:buSzPts val="1400"/>
              <a:buFont typeface="Arial"/>
              <a:buNone/>
              <a:defRPr/>
            </a:lvl3pPr>
            <a:lvl4pPr indent="-228600" lvl="3" marL="1828800" algn="l">
              <a:lnSpc>
                <a:spcPct val="90000"/>
              </a:lnSpc>
              <a:spcBef>
                <a:spcPts val="0"/>
              </a:spcBef>
              <a:spcAft>
                <a:spcPts val="0"/>
              </a:spcAft>
              <a:buSzPts val="1400"/>
              <a:buFont typeface="Arial"/>
              <a:buNone/>
              <a:defRPr/>
            </a:lvl4pPr>
            <a:lvl5pPr indent="-228600" lvl="4" marL="2286000" algn="l">
              <a:lnSpc>
                <a:spcPct val="90000"/>
              </a:lnSpc>
              <a:spcBef>
                <a:spcPts val="0"/>
              </a:spcBef>
              <a:spcAft>
                <a:spcPts val="0"/>
              </a:spcAft>
              <a:buSzPts val="1400"/>
              <a:buFont typeface="Arial"/>
              <a:buNone/>
              <a:defRPr/>
            </a:lvl5pPr>
            <a:lvl6pPr indent="-304800" lvl="5" marL="2743200" algn="l">
              <a:lnSpc>
                <a:spcPct val="90000"/>
              </a:lnSpc>
              <a:spcBef>
                <a:spcPts val="375"/>
              </a:spcBef>
              <a:spcAft>
                <a:spcPts val="0"/>
              </a:spcAft>
              <a:buSzPts val="1200"/>
              <a:buChar char="•"/>
              <a:defRPr sz="1200"/>
            </a:lvl6pPr>
            <a:lvl7pPr indent="-304800" lvl="6" marL="3200400" algn="l">
              <a:lnSpc>
                <a:spcPct val="90000"/>
              </a:lnSpc>
              <a:spcBef>
                <a:spcPts val="375"/>
              </a:spcBef>
              <a:spcAft>
                <a:spcPts val="0"/>
              </a:spcAft>
              <a:buSzPts val="1200"/>
              <a:buChar char="•"/>
              <a:defRPr sz="1200"/>
            </a:lvl7pPr>
            <a:lvl8pPr indent="-304800" lvl="7" marL="3657600" algn="l">
              <a:lnSpc>
                <a:spcPct val="90000"/>
              </a:lnSpc>
              <a:spcBef>
                <a:spcPts val="375"/>
              </a:spcBef>
              <a:spcAft>
                <a:spcPts val="0"/>
              </a:spcAft>
              <a:buSzPts val="1200"/>
              <a:buChar char="•"/>
              <a:defRPr sz="1200"/>
            </a:lvl8pPr>
            <a:lvl9pPr indent="-304800" lvl="8" marL="4114800" algn="l">
              <a:lnSpc>
                <a:spcPct val="90000"/>
              </a:lnSpc>
              <a:spcBef>
                <a:spcPts val="375"/>
              </a:spcBef>
              <a:spcAft>
                <a:spcPts val="0"/>
              </a:spcAft>
              <a:buSzPts val="1200"/>
              <a:buChar char="•"/>
              <a:defRPr sz="1200"/>
            </a:lvl9pPr>
          </a:lstStyle>
          <a:p/>
        </p:txBody>
      </p:sp>
      <p:sp>
        <p:nvSpPr>
          <p:cNvPr id="61" name="Google Shape;61;p3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62" name="Google Shape;62;p37"/>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63" name="Google Shape;63;p37"/>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64" name="Google Shape;64;p37"/>
          <p:cNvSpPr txBox="1"/>
          <p:nvPr>
            <p:ph idx="2" type="body"/>
          </p:nvPr>
        </p:nvSpPr>
        <p:spPr>
          <a:xfrm>
            <a:off x="345195" y="228600"/>
            <a:ext cx="8453700" cy="6870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lt1"/>
              </a:buClr>
              <a:buSzPts val="2700"/>
              <a:buNone/>
              <a:defRPr b="1" sz="2700" cap="none">
                <a:solidFill>
                  <a:schemeClr val="lt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65" name="Shape 65"/>
        <p:cNvGrpSpPr/>
        <p:nvPr/>
      </p:nvGrpSpPr>
      <p:grpSpPr>
        <a:xfrm>
          <a:off x="0" y="0"/>
          <a:ext cx="0" cy="0"/>
          <a:chOff x="0" y="0"/>
          <a:chExt cx="0" cy="0"/>
        </a:xfrm>
      </p:grpSpPr>
      <p:pic>
        <p:nvPicPr>
          <p:cNvPr id="66" name="Google Shape;66;p38"/>
          <p:cNvPicPr preferRelativeResize="0"/>
          <p:nvPr/>
        </p:nvPicPr>
        <p:blipFill rotWithShape="1">
          <a:blip r:embed="rId2">
            <a:alphaModFix amt="35000"/>
          </a:blip>
          <a:srcRect b="0" l="0" r="0" t="0"/>
          <a:stretch/>
        </p:blipFill>
        <p:spPr>
          <a:xfrm>
            <a:off x="-17279" y="-9750"/>
            <a:ext cx="9178665" cy="5162999"/>
          </a:xfrm>
          <a:prstGeom prst="rect">
            <a:avLst/>
          </a:prstGeom>
          <a:noFill/>
          <a:ln>
            <a:noFill/>
          </a:ln>
        </p:spPr>
      </p:pic>
      <p:sp>
        <p:nvSpPr>
          <p:cNvPr id="67" name="Google Shape;67;p38"/>
          <p:cNvSpPr txBox="1"/>
          <p:nvPr>
            <p:ph idx="1" type="body"/>
          </p:nvPr>
        </p:nvSpPr>
        <p:spPr>
          <a:xfrm>
            <a:off x="345196" y="231569"/>
            <a:ext cx="8453700" cy="6858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3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69" name="Google Shape;69;p38"/>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70" name="Google Shape;70;p38"/>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7">
    <p:bg>
      <p:bgPr>
        <a:blipFill>
          <a:blip r:embed="rId2">
            <a:alphaModFix/>
          </a:blip>
          <a:stretch>
            <a:fillRect/>
          </a:stretch>
        </a:blipFill>
      </p:bgPr>
    </p:bg>
    <p:spTree>
      <p:nvGrpSpPr>
        <p:cNvPr id="71" name="Shape 71"/>
        <p:cNvGrpSpPr/>
        <p:nvPr/>
      </p:nvGrpSpPr>
      <p:grpSpPr>
        <a:xfrm>
          <a:off x="0" y="0"/>
          <a:ext cx="0" cy="0"/>
          <a:chOff x="0" y="0"/>
          <a:chExt cx="0" cy="0"/>
        </a:xfrm>
      </p:grpSpPr>
      <p:sp>
        <p:nvSpPr>
          <p:cNvPr id="72" name="Google Shape;72;p3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3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74" name="Google Shape;74;p39"/>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4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77" name="Google Shape;77;p4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78" name="Google Shape;78;p40"/>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3">
    <p:bg>
      <p:bgPr>
        <a:blipFill>
          <a:blip r:embed="rId2">
            <a:alphaModFix/>
          </a:blip>
          <a:stretch>
            <a:fillRect/>
          </a:stretch>
        </a:blipFill>
      </p:bgPr>
    </p:bg>
    <p:spTree>
      <p:nvGrpSpPr>
        <p:cNvPr id="79" name="Shape 79"/>
        <p:cNvGrpSpPr/>
        <p:nvPr/>
      </p:nvGrpSpPr>
      <p:grpSpPr>
        <a:xfrm>
          <a:off x="0" y="0"/>
          <a:ext cx="0" cy="0"/>
          <a:chOff x="0" y="0"/>
          <a:chExt cx="0" cy="0"/>
        </a:xfrm>
      </p:grpSpPr>
      <p:sp>
        <p:nvSpPr>
          <p:cNvPr id="80" name="Google Shape;80;p4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81" name="Google Shape;81;p4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82" name="Google Shape;82;p41"/>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4">
    <p:bg>
      <p:bgPr>
        <a:blipFill>
          <a:blip r:embed="rId2">
            <a:alphaModFix/>
          </a:blip>
          <a:stretch>
            <a:fillRect/>
          </a:stretch>
        </a:blipFill>
      </p:bgPr>
    </p:bg>
    <p:spTree>
      <p:nvGrpSpPr>
        <p:cNvPr id="83" name="Shape 83"/>
        <p:cNvGrpSpPr/>
        <p:nvPr/>
      </p:nvGrpSpPr>
      <p:grpSpPr>
        <a:xfrm>
          <a:off x="0" y="0"/>
          <a:ext cx="0" cy="0"/>
          <a:chOff x="0" y="0"/>
          <a:chExt cx="0" cy="0"/>
        </a:xfrm>
      </p:grpSpPr>
      <p:sp>
        <p:nvSpPr>
          <p:cNvPr id="84" name="Google Shape;84;p4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85" name="Google Shape;85;p4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86" name="Google Shape;86;p42"/>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p:bg>
      <p:bgPr>
        <a:blipFill>
          <a:blip r:embed="rId2">
            <a:alphaModFix/>
          </a:blip>
          <a:stretch>
            <a:fillRect/>
          </a:stretch>
        </a:blipFill>
      </p:bgPr>
    </p:bg>
    <p:spTree>
      <p:nvGrpSpPr>
        <p:cNvPr id="87" name="Shape 87"/>
        <p:cNvGrpSpPr/>
        <p:nvPr/>
      </p:nvGrpSpPr>
      <p:grpSpPr>
        <a:xfrm>
          <a:off x="0" y="0"/>
          <a:ext cx="0" cy="0"/>
          <a:chOff x="0" y="0"/>
          <a:chExt cx="0" cy="0"/>
        </a:xfrm>
      </p:grpSpPr>
      <p:sp>
        <p:nvSpPr>
          <p:cNvPr id="88" name="Google Shape;88;p4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4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90" name="Google Shape;90;p4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6">
    <p:bg>
      <p:bgPr>
        <a:blipFill>
          <a:blip r:embed="rId2">
            <a:alphaModFix/>
          </a:blip>
          <a:stretch>
            <a:fillRect/>
          </a:stretch>
        </a:blipFill>
      </p:bgPr>
    </p:bg>
    <p:spTree>
      <p:nvGrpSpPr>
        <p:cNvPr id="91" name="Shape 91"/>
        <p:cNvGrpSpPr/>
        <p:nvPr/>
      </p:nvGrpSpPr>
      <p:grpSpPr>
        <a:xfrm>
          <a:off x="0" y="0"/>
          <a:ext cx="0" cy="0"/>
          <a:chOff x="0" y="0"/>
          <a:chExt cx="0" cy="0"/>
        </a:xfrm>
      </p:grpSpPr>
      <p:sp>
        <p:nvSpPr>
          <p:cNvPr id="92" name="Google Shape;92;p44"/>
          <p:cNvSpPr txBox="1"/>
          <p:nvPr>
            <p:ph idx="12" type="sldNum"/>
          </p:nvPr>
        </p:nvSpPr>
        <p:spPr>
          <a:xfrm>
            <a:off x="8569842"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4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pic>
        <p:nvPicPr>
          <p:cNvPr descr="Icon&#10;&#10;Description automatically generated" id="94" name="Google Shape;94;p44"/>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7">
    <p:bg>
      <p:bgPr>
        <a:blipFill>
          <a:blip r:embed="rId2">
            <a:alphaModFix/>
          </a:blip>
          <a:stretch>
            <a:fillRect/>
          </a:stretch>
        </a:blipFill>
      </p:bgPr>
    </p:bg>
    <p:spTree>
      <p:nvGrpSpPr>
        <p:cNvPr id="95" name="Shape 95"/>
        <p:cNvGrpSpPr/>
        <p:nvPr/>
      </p:nvGrpSpPr>
      <p:grpSpPr>
        <a:xfrm>
          <a:off x="0" y="0"/>
          <a:ext cx="0" cy="0"/>
          <a:chOff x="0" y="0"/>
          <a:chExt cx="0" cy="0"/>
        </a:xfrm>
      </p:grpSpPr>
      <p:sp>
        <p:nvSpPr>
          <p:cNvPr id="96" name="Google Shape;96;p45"/>
          <p:cNvSpPr txBox="1"/>
          <p:nvPr>
            <p:ph idx="12" type="sldNum"/>
          </p:nvPr>
        </p:nvSpPr>
        <p:spPr>
          <a:xfrm>
            <a:off x="8569842"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4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98" name="Google Shape;98;p4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blipFill>
          <a:blip r:embed="rId2">
            <a:alphaModFix/>
          </a:blip>
          <a:stretch>
            <a:fillRect/>
          </a:stretch>
        </a:blipFill>
      </p:bgPr>
    </p:bg>
    <p:spTree>
      <p:nvGrpSpPr>
        <p:cNvPr id="99" name="Shape 99"/>
        <p:cNvGrpSpPr/>
        <p:nvPr/>
      </p:nvGrpSpPr>
      <p:grpSpPr>
        <a:xfrm>
          <a:off x="0" y="0"/>
          <a:ext cx="0" cy="0"/>
          <a:chOff x="0" y="0"/>
          <a:chExt cx="0" cy="0"/>
        </a:xfrm>
      </p:grpSpPr>
      <p:sp>
        <p:nvSpPr>
          <p:cNvPr id="100" name="Google Shape;100;p46"/>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01" name="Google Shape;101;p46"/>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02" name="Google Shape;102;p4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3" name="Google Shape;103;p4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04" name="Google Shape;104;p46"/>
          <p:cNvGrpSpPr/>
          <p:nvPr/>
        </p:nvGrpSpPr>
        <p:grpSpPr>
          <a:xfrm>
            <a:off x="457209" y="474129"/>
            <a:ext cx="1177786" cy="857849"/>
            <a:chOff x="865451" y="2114550"/>
            <a:chExt cx="3399093" cy="2475755"/>
          </a:xfrm>
        </p:grpSpPr>
        <p:sp>
          <p:nvSpPr>
            <p:cNvPr id="105" name="Google Shape;105;p4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6" name="Google Shape;106;p4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107" name="Google Shape;107;p46"/>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8">
    <p:bg>
      <p:bgPr>
        <a:blipFill>
          <a:blip r:embed="rId2">
            <a:alphaModFix/>
          </a:blip>
          <a:stretch>
            <a:fillRect/>
          </a:stretch>
        </a:blipFill>
      </p:bgPr>
    </p:bg>
    <p:spTree>
      <p:nvGrpSpPr>
        <p:cNvPr id="108" name="Shape 108"/>
        <p:cNvGrpSpPr/>
        <p:nvPr/>
      </p:nvGrpSpPr>
      <p:grpSpPr>
        <a:xfrm>
          <a:off x="0" y="0"/>
          <a:ext cx="0" cy="0"/>
          <a:chOff x="0" y="0"/>
          <a:chExt cx="0" cy="0"/>
        </a:xfrm>
      </p:grpSpPr>
      <p:sp>
        <p:nvSpPr>
          <p:cNvPr id="109" name="Google Shape;109;p47"/>
          <p:cNvSpPr txBox="1"/>
          <p:nvPr>
            <p:ph idx="12" type="sldNum"/>
          </p:nvPr>
        </p:nvSpPr>
        <p:spPr>
          <a:xfrm>
            <a:off x="8569842" y="4866972"/>
            <a:ext cx="473700" cy="92333"/>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r>
              <a:rPr lang="en-US"/>
              <a:t>(#)</a:t>
            </a:r>
            <a:endParaRPr>
              <a:solidFill>
                <a:schemeClr val="lt1"/>
              </a:solidFill>
            </a:endParaRPr>
          </a:p>
        </p:txBody>
      </p:sp>
      <p:sp>
        <p:nvSpPr>
          <p:cNvPr id="110" name="Google Shape;110;p4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11" name="Google Shape;111;p4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112" name="Shape 112"/>
        <p:cNvGrpSpPr/>
        <p:nvPr/>
      </p:nvGrpSpPr>
      <p:grpSpPr>
        <a:xfrm>
          <a:off x="0" y="0"/>
          <a:ext cx="0" cy="0"/>
          <a:chOff x="0" y="0"/>
          <a:chExt cx="0" cy="0"/>
        </a:xfrm>
      </p:grpSpPr>
      <p:sp>
        <p:nvSpPr>
          <p:cNvPr id="113" name="Google Shape;113;p48"/>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14" name="Google Shape;114;p48"/>
          <p:cNvGrpSpPr/>
          <p:nvPr/>
        </p:nvGrpSpPr>
        <p:grpSpPr>
          <a:xfrm rot="-5400000">
            <a:off x="5223451" y="1196298"/>
            <a:ext cx="5164226" cy="2747927"/>
            <a:chOff x="1155183" y="3814094"/>
            <a:chExt cx="3118306" cy="1659276"/>
          </a:xfrm>
        </p:grpSpPr>
        <p:sp>
          <p:nvSpPr>
            <p:cNvPr id="115" name="Google Shape;115;p48"/>
            <p:cNvSpPr/>
            <p:nvPr/>
          </p:nvSpPr>
          <p:spPr>
            <a:xfrm>
              <a:off x="1155183" y="3814094"/>
              <a:ext cx="1891297" cy="165213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48"/>
            <p:cNvSpPr/>
            <p:nvPr/>
          </p:nvSpPr>
          <p:spPr>
            <a:xfrm>
              <a:off x="3051053" y="3828390"/>
              <a:ext cx="1222436" cy="16449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7" name="Google Shape;117;p48"/>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Arial"/>
                <a:ea typeface="Arial"/>
                <a:cs typeface="Arial"/>
                <a:sym typeface="Arial"/>
              </a:rPr>
              <a:t>© 2023 Snowflake Inc. All Rights Reserved</a:t>
            </a:r>
            <a:endParaRPr b="0" i="0" sz="600" u="none" cap="none" strike="noStrike">
              <a:solidFill>
                <a:schemeClr val="dk1"/>
              </a:solidFill>
              <a:latin typeface="Arial"/>
              <a:ea typeface="Arial"/>
              <a:cs typeface="Arial"/>
              <a:sym typeface="Arial"/>
            </a:endParaRPr>
          </a:p>
        </p:txBody>
      </p:sp>
      <p:sp>
        <p:nvSpPr>
          <p:cNvPr id="118" name="Google Shape;118;p48"/>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19" name="Google Shape;119;p48"/>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20" name="Google Shape;120;p48"/>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21" name="Google Shape;121;p48"/>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122" name="Shape 122"/>
        <p:cNvGrpSpPr/>
        <p:nvPr/>
      </p:nvGrpSpPr>
      <p:grpSpPr>
        <a:xfrm>
          <a:off x="0" y="0"/>
          <a:ext cx="0" cy="0"/>
          <a:chOff x="0" y="0"/>
          <a:chExt cx="0" cy="0"/>
        </a:xfrm>
      </p:grpSpPr>
      <p:sp>
        <p:nvSpPr>
          <p:cNvPr id="123" name="Google Shape;123;p4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24" name="Google Shape;124;p49"/>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Arial"/>
                <a:ea typeface="Arial"/>
                <a:cs typeface="Arial"/>
                <a:sym typeface="Arial"/>
              </a:rPr>
              <a:t>© 2023 Snowflake Inc. All Rights Reserved</a:t>
            </a:r>
            <a:endParaRPr b="0" i="0" sz="600" u="none" cap="none" strike="noStrike">
              <a:solidFill>
                <a:schemeClr val="dk1"/>
              </a:solidFill>
              <a:latin typeface="Arial"/>
              <a:ea typeface="Arial"/>
              <a:cs typeface="Arial"/>
              <a:sym typeface="Arial"/>
            </a:endParaRPr>
          </a:p>
        </p:txBody>
      </p:sp>
      <p:sp>
        <p:nvSpPr>
          <p:cNvPr id="125" name="Google Shape;125;p49"/>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26" name="Google Shape;126;p49"/>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27" name="Google Shape;127;p49"/>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28" name="Google Shape;128;p49"/>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29" name="Google Shape;129;p49"/>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098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130" name="Shape 130"/>
        <p:cNvGrpSpPr/>
        <p:nvPr/>
      </p:nvGrpSpPr>
      <p:grpSpPr>
        <a:xfrm>
          <a:off x="0" y="0"/>
          <a:ext cx="0" cy="0"/>
          <a:chOff x="0" y="0"/>
          <a:chExt cx="0" cy="0"/>
        </a:xfrm>
      </p:grpSpPr>
      <p:sp>
        <p:nvSpPr>
          <p:cNvPr id="131" name="Google Shape;131;p50"/>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32" name="Google Shape;132;p50"/>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133" name="Google Shape;133;p50"/>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134" name="Google Shape;134;p50"/>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098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Splash 1">
  <p:cSld name="Summit22 - Splash_1">
    <p:spTree>
      <p:nvGrpSpPr>
        <p:cNvPr id="135" name="Shape 135"/>
        <p:cNvGrpSpPr/>
        <p:nvPr/>
      </p:nvGrpSpPr>
      <p:grpSpPr>
        <a:xfrm>
          <a:off x="0" y="0"/>
          <a:ext cx="0" cy="0"/>
          <a:chOff x="0" y="0"/>
          <a:chExt cx="0" cy="0"/>
        </a:xfrm>
      </p:grpSpPr>
      <p:pic>
        <p:nvPicPr>
          <p:cNvPr id="136" name="Google Shape;136;p51"/>
          <p:cNvPicPr preferRelativeResize="0"/>
          <p:nvPr/>
        </p:nvPicPr>
        <p:blipFill rotWithShape="1">
          <a:blip r:embed="rId2">
            <a:alphaModFix/>
          </a:blip>
          <a:srcRect b="0" l="0" r="0" t="0"/>
          <a:stretch/>
        </p:blipFill>
        <p:spPr>
          <a:xfrm>
            <a:off x="0" y="0"/>
            <a:ext cx="9144003" cy="5143487"/>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New Cover">
  <p:cSld name="Summit22 - Title 1_4">
    <p:bg>
      <p:bgPr>
        <a:solidFill>
          <a:schemeClr val="lt1"/>
        </a:solidFill>
      </p:bgPr>
    </p:bg>
    <p:spTree>
      <p:nvGrpSpPr>
        <p:cNvPr id="137" name="Shape 137"/>
        <p:cNvGrpSpPr/>
        <p:nvPr/>
      </p:nvGrpSpPr>
      <p:grpSpPr>
        <a:xfrm>
          <a:off x="0" y="0"/>
          <a:ext cx="0" cy="0"/>
          <a:chOff x="0" y="0"/>
          <a:chExt cx="0" cy="0"/>
        </a:xfrm>
      </p:grpSpPr>
      <p:pic>
        <p:nvPicPr>
          <p:cNvPr id="138" name="Google Shape;138;p52"/>
          <p:cNvPicPr preferRelativeResize="0"/>
          <p:nvPr/>
        </p:nvPicPr>
        <p:blipFill rotWithShape="1">
          <a:blip r:embed="rId2">
            <a:alphaModFix/>
          </a:blip>
          <a:srcRect b="0" l="0" r="0" t="0"/>
          <a:stretch/>
        </p:blipFill>
        <p:spPr>
          <a:xfrm>
            <a:off x="0" y="-9750"/>
            <a:ext cx="9144003" cy="5153250"/>
          </a:xfrm>
          <a:prstGeom prst="rect">
            <a:avLst/>
          </a:prstGeom>
          <a:noFill/>
          <a:ln>
            <a:noFill/>
          </a:ln>
        </p:spPr>
      </p:pic>
      <p:sp>
        <p:nvSpPr>
          <p:cNvPr id="139" name="Google Shape;139;p52"/>
          <p:cNvSpPr txBox="1"/>
          <p:nvPr>
            <p:ph idx="1" type="body"/>
          </p:nvPr>
        </p:nvSpPr>
        <p:spPr>
          <a:xfrm>
            <a:off x="648546" y="2824478"/>
            <a:ext cx="7863900" cy="731400"/>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0"/>
              </a:spcBef>
              <a:spcAft>
                <a:spcPts val="0"/>
              </a:spcAft>
              <a:buClr>
                <a:schemeClr val="dk2"/>
              </a:buClr>
              <a:buSzPts val="2700"/>
              <a:buNone/>
              <a:defRPr b="1" sz="27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0" name="Google Shape;140;p52"/>
          <p:cNvSpPr txBox="1"/>
          <p:nvPr>
            <p:ph idx="2" type="body"/>
          </p:nvPr>
        </p:nvSpPr>
        <p:spPr>
          <a:xfrm>
            <a:off x="645160" y="3655727"/>
            <a:ext cx="7870500" cy="2286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1100"/>
              <a:buNone/>
              <a:defRPr b="1" sz="11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1" name="Google Shape;141;p52"/>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42" name="Google Shape;142;p52"/>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43" name="Google Shape;143;p52"/>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 Bio 2">
  <p:cSld name="Summit22 - Divider1_1_1_1_1_1_2">
    <p:bg>
      <p:bgPr>
        <a:solidFill>
          <a:schemeClr val="lt1"/>
        </a:solidFill>
      </p:bgPr>
    </p:bg>
    <p:spTree>
      <p:nvGrpSpPr>
        <p:cNvPr id="144" name="Shape 144"/>
        <p:cNvGrpSpPr/>
        <p:nvPr/>
      </p:nvGrpSpPr>
      <p:grpSpPr>
        <a:xfrm>
          <a:off x="0" y="0"/>
          <a:ext cx="0" cy="0"/>
          <a:chOff x="0" y="0"/>
          <a:chExt cx="0" cy="0"/>
        </a:xfrm>
      </p:grpSpPr>
      <p:pic>
        <p:nvPicPr>
          <p:cNvPr id="145" name="Google Shape;145;p53"/>
          <p:cNvPicPr preferRelativeResize="0"/>
          <p:nvPr/>
        </p:nvPicPr>
        <p:blipFill rotWithShape="1">
          <a:blip r:embed="rId2">
            <a:alphaModFix/>
          </a:blip>
          <a:srcRect b="0" l="0" r="0" t="0"/>
          <a:stretch/>
        </p:blipFill>
        <p:spPr>
          <a:xfrm>
            <a:off x="-17279" y="-9750"/>
            <a:ext cx="9178665" cy="5162999"/>
          </a:xfrm>
          <a:prstGeom prst="rect">
            <a:avLst/>
          </a:prstGeom>
          <a:noFill/>
          <a:ln>
            <a:noFill/>
          </a:ln>
        </p:spPr>
      </p:pic>
      <p:sp>
        <p:nvSpPr>
          <p:cNvPr id="146" name="Google Shape;146;p5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47" name="Google Shape;147;p53"/>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48" name="Google Shape;148;p53"/>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149" name="Google Shape;149;p53"/>
          <p:cNvSpPr/>
          <p:nvPr>
            <p:ph idx="2" type="pic"/>
          </p:nvPr>
        </p:nvSpPr>
        <p:spPr>
          <a:xfrm>
            <a:off x="480450" y="523875"/>
            <a:ext cx="3262200" cy="4029300"/>
          </a:xfrm>
          <a:prstGeom prst="rect">
            <a:avLst/>
          </a:prstGeom>
          <a:solidFill>
            <a:srgbClr val="F2F2F2"/>
          </a:solidFill>
          <a:ln cap="flat" cmpd="sng" w="9525">
            <a:solidFill>
              <a:schemeClr val="lt1"/>
            </a:solidFill>
            <a:prstDash val="solid"/>
            <a:round/>
            <a:headEnd len="sm" w="sm" type="none"/>
            <a:tailEnd len="sm" w="sm" type="none"/>
          </a:ln>
        </p:spPr>
      </p:sp>
      <p:sp>
        <p:nvSpPr>
          <p:cNvPr id="150" name="Google Shape;150;p53"/>
          <p:cNvSpPr txBox="1"/>
          <p:nvPr>
            <p:ph idx="1" type="body"/>
          </p:nvPr>
        </p:nvSpPr>
        <p:spPr>
          <a:xfrm>
            <a:off x="4027950" y="1021491"/>
            <a:ext cx="3955200" cy="994200"/>
          </a:xfrm>
          <a:prstGeom prst="rect">
            <a:avLst/>
          </a:prstGeom>
          <a:noFill/>
          <a:ln>
            <a:noFill/>
          </a:ln>
        </p:spPr>
        <p:txBody>
          <a:bodyPr anchorCtr="0" anchor="t" bIns="45700" lIns="91425" spcFirstLastPara="1" rIns="91425" wrap="square" tIns="45700">
            <a:noAutofit/>
          </a:bodyPr>
          <a:lstStyle>
            <a:lvl1pPr indent="-381000" lvl="0" marL="457200" algn="l">
              <a:lnSpc>
                <a:spcPct val="115000"/>
              </a:lnSpc>
              <a:spcBef>
                <a:spcPts val="0"/>
              </a:spcBef>
              <a:spcAft>
                <a:spcPts val="0"/>
              </a:spcAft>
              <a:buClr>
                <a:schemeClr val="lt1"/>
              </a:buClr>
              <a:buSzPts val="2400"/>
              <a:buChar char="•"/>
              <a:defRPr b="1" sz="2400">
                <a:solidFill>
                  <a:schemeClr val="lt1"/>
                </a:solidFill>
              </a:defRPr>
            </a:lvl1pPr>
            <a:lvl2pPr indent="-381000" lvl="1" marL="914400" algn="l">
              <a:lnSpc>
                <a:spcPct val="115000"/>
              </a:lnSpc>
              <a:spcBef>
                <a:spcPts val="0"/>
              </a:spcBef>
              <a:spcAft>
                <a:spcPts val="0"/>
              </a:spcAft>
              <a:buClr>
                <a:schemeClr val="lt1"/>
              </a:buClr>
              <a:buSzPts val="2400"/>
              <a:buChar char="•"/>
              <a:defRPr sz="2400">
                <a:solidFill>
                  <a:schemeClr val="lt1"/>
                </a:solidFill>
              </a:defRPr>
            </a:lvl2pPr>
            <a:lvl3pPr indent="-381000" lvl="2" marL="1371600" algn="l">
              <a:lnSpc>
                <a:spcPct val="115000"/>
              </a:lnSpc>
              <a:spcBef>
                <a:spcPts val="0"/>
              </a:spcBef>
              <a:spcAft>
                <a:spcPts val="0"/>
              </a:spcAft>
              <a:buClr>
                <a:schemeClr val="lt1"/>
              </a:buClr>
              <a:buSzPts val="2400"/>
              <a:buChar char="•"/>
              <a:defRPr sz="2400">
                <a:solidFill>
                  <a:schemeClr val="lt1"/>
                </a:solidFill>
              </a:defRPr>
            </a:lvl3pPr>
            <a:lvl4pPr indent="-381000" lvl="3" marL="1828800" algn="l">
              <a:lnSpc>
                <a:spcPct val="115000"/>
              </a:lnSpc>
              <a:spcBef>
                <a:spcPts val="0"/>
              </a:spcBef>
              <a:spcAft>
                <a:spcPts val="0"/>
              </a:spcAft>
              <a:buClr>
                <a:schemeClr val="lt1"/>
              </a:buClr>
              <a:buSzPts val="2400"/>
              <a:buChar char="•"/>
              <a:defRPr sz="2400">
                <a:solidFill>
                  <a:schemeClr val="lt1"/>
                </a:solidFill>
              </a:defRPr>
            </a:lvl4pPr>
            <a:lvl5pPr indent="-381000" lvl="4" marL="2286000" algn="l">
              <a:lnSpc>
                <a:spcPct val="115000"/>
              </a:lnSpc>
              <a:spcBef>
                <a:spcPts val="0"/>
              </a:spcBef>
              <a:spcAft>
                <a:spcPts val="0"/>
              </a:spcAft>
              <a:buClr>
                <a:schemeClr val="lt1"/>
              </a:buClr>
              <a:buSzPts val="2400"/>
              <a:buChar char="•"/>
              <a:defRPr sz="2400">
                <a:solidFill>
                  <a:schemeClr val="lt1"/>
                </a:solidFill>
              </a:defRPr>
            </a:lvl5pPr>
            <a:lvl6pPr indent="-381000" lvl="5" marL="2743200" algn="l">
              <a:lnSpc>
                <a:spcPct val="115000"/>
              </a:lnSpc>
              <a:spcBef>
                <a:spcPts val="0"/>
              </a:spcBef>
              <a:spcAft>
                <a:spcPts val="0"/>
              </a:spcAft>
              <a:buClr>
                <a:schemeClr val="lt1"/>
              </a:buClr>
              <a:buSzPts val="2400"/>
              <a:buChar char="•"/>
              <a:defRPr sz="2400">
                <a:solidFill>
                  <a:schemeClr val="lt1"/>
                </a:solidFill>
              </a:defRPr>
            </a:lvl6pPr>
            <a:lvl7pPr indent="-381000" lvl="6" marL="3200400" algn="l">
              <a:lnSpc>
                <a:spcPct val="115000"/>
              </a:lnSpc>
              <a:spcBef>
                <a:spcPts val="0"/>
              </a:spcBef>
              <a:spcAft>
                <a:spcPts val="0"/>
              </a:spcAft>
              <a:buClr>
                <a:schemeClr val="lt1"/>
              </a:buClr>
              <a:buSzPts val="2400"/>
              <a:buChar char="•"/>
              <a:defRPr sz="2400">
                <a:solidFill>
                  <a:schemeClr val="lt1"/>
                </a:solidFill>
              </a:defRPr>
            </a:lvl7pPr>
            <a:lvl8pPr indent="-381000" lvl="7" marL="3657600" algn="l">
              <a:lnSpc>
                <a:spcPct val="115000"/>
              </a:lnSpc>
              <a:spcBef>
                <a:spcPts val="0"/>
              </a:spcBef>
              <a:spcAft>
                <a:spcPts val="0"/>
              </a:spcAft>
              <a:buClr>
                <a:schemeClr val="lt1"/>
              </a:buClr>
              <a:buSzPts val="2400"/>
              <a:buChar char="•"/>
              <a:defRPr sz="2400">
                <a:solidFill>
                  <a:schemeClr val="lt1"/>
                </a:solidFill>
              </a:defRPr>
            </a:lvl8pPr>
            <a:lvl9pPr indent="-381000" lvl="8" marL="4114800" algn="l">
              <a:lnSpc>
                <a:spcPct val="115000"/>
              </a:lnSpc>
              <a:spcBef>
                <a:spcPts val="0"/>
              </a:spcBef>
              <a:spcAft>
                <a:spcPts val="0"/>
              </a:spcAft>
              <a:buClr>
                <a:schemeClr val="lt1"/>
              </a:buClr>
              <a:buSzPts val="2400"/>
              <a:buChar char="•"/>
              <a:defRPr sz="2400">
                <a:solidFill>
                  <a:schemeClr val="lt1"/>
                </a:solidFill>
              </a:defRPr>
            </a:lvl9pPr>
          </a:lstStyle>
          <a:p/>
        </p:txBody>
      </p:sp>
      <p:sp>
        <p:nvSpPr>
          <p:cNvPr id="151" name="Google Shape;151;p53"/>
          <p:cNvSpPr txBox="1"/>
          <p:nvPr>
            <p:ph idx="3" type="body"/>
          </p:nvPr>
        </p:nvSpPr>
        <p:spPr>
          <a:xfrm>
            <a:off x="4027950" y="1830025"/>
            <a:ext cx="4146300" cy="2949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0"/>
              </a:spcBef>
              <a:spcAft>
                <a:spcPts val="0"/>
              </a:spcAft>
              <a:buClr>
                <a:schemeClr val="lt1"/>
              </a:buClr>
              <a:buSzPts val="1800"/>
              <a:buChar char="•"/>
              <a:defRPr>
                <a:solidFill>
                  <a:schemeClr val="lt1"/>
                </a:solidFill>
              </a:defRPr>
            </a:lvl1pPr>
            <a:lvl2pPr indent="-342900" lvl="1" marL="914400" algn="l">
              <a:lnSpc>
                <a:spcPct val="90000"/>
              </a:lnSpc>
              <a:spcBef>
                <a:spcPts val="0"/>
              </a:spcBef>
              <a:spcAft>
                <a:spcPts val="0"/>
              </a:spcAft>
              <a:buSzPts val="1800"/>
              <a:buChar char="•"/>
              <a:defRPr/>
            </a:lvl2pPr>
            <a:lvl3pPr indent="-317500" lvl="2" marL="1371600" algn="l">
              <a:lnSpc>
                <a:spcPct val="90000"/>
              </a:lnSpc>
              <a:spcBef>
                <a:spcPts val="0"/>
              </a:spcBef>
              <a:spcAft>
                <a:spcPts val="0"/>
              </a:spcAft>
              <a:buSzPts val="1400"/>
              <a:buChar char="•"/>
              <a:defRPr/>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SzPts val="1400"/>
              <a:buChar char="•"/>
              <a:defRPr/>
            </a:lvl6pPr>
            <a:lvl7pPr indent="-317500" lvl="6" marL="3200400" algn="l">
              <a:lnSpc>
                <a:spcPct val="90000"/>
              </a:lnSpc>
              <a:spcBef>
                <a:spcPts val="0"/>
              </a:spcBef>
              <a:spcAft>
                <a:spcPts val="0"/>
              </a:spcAft>
              <a:buSzPts val="1400"/>
              <a:buChar char="•"/>
              <a:defRPr/>
            </a:lvl7pPr>
            <a:lvl8pPr indent="-317500" lvl="7" marL="3657600" algn="l">
              <a:lnSpc>
                <a:spcPct val="90000"/>
              </a:lnSpc>
              <a:spcBef>
                <a:spcPts val="0"/>
              </a:spcBef>
              <a:spcAft>
                <a:spcPts val="0"/>
              </a:spcAft>
              <a:buSzPts val="1400"/>
              <a:buChar char="•"/>
              <a:defRPr/>
            </a:lvl8pPr>
            <a:lvl9pPr indent="-317500" lvl="8" marL="4114800" algn="l">
              <a:lnSpc>
                <a:spcPct val="90000"/>
              </a:lnSpc>
              <a:spcBef>
                <a:spcPts val="0"/>
              </a:spcBef>
              <a:spcAft>
                <a:spcPts val="0"/>
              </a:spcAft>
              <a:buSzPts val="1400"/>
              <a:buChar char="•"/>
              <a:defRPr/>
            </a:lvl9pPr>
          </a:lstStyle>
          <a:p/>
        </p:txBody>
      </p:sp>
      <p:sp>
        <p:nvSpPr>
          <p:cNvPr id="152" name="Google Shape;152;p53"/>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Divider Slide 2">
  <p:cSld name="Summit22 - Title 1_2_1">
    <p:bg>
      <p:bgPr>
        <a:solidFill>
          <a:schemeClr val="lt1"/>
        </a:solidFill>
      </p:bgPr>
    </p:bg>
    <p:spTree>
      <p:nvGrpSpPr>
        <p:cNvPr id="153" name="Shape 153"/>
        <p:cNvGrpSpPr/>
        <p:nvPr/>
      </p:nvGrpSpPr>
      <p:grpSpPr>
        <a:xfrm>
          <a:off x="0" y="0"/>
          <a:ext cx="0" cy="0"/>
          <a:chOff x="0" y="0"/>
          <a:chExt cx="0" cy="0"/>
        </a:xfrm>
      </p:grpSpPr>
      <p:pic>
        <p:nvPicPr>
          <p:cNvPr id="154" name="Google Shape;154;p5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55" name="Google Shape;155;p54"/>
          <p:cNvSpPr txBox="1"/>
          <p:nvPr>
            <p:ph idx="1" type="body"/>
          </p:nvPr>
        </p:nvSpPr>
        <p:spPr>
          <a:xfrm>
            <a:off x="648546" y="2824478"/>
            <a:ext cx="7863900" cy="731400"/>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0"/>
              </a:spcBef>
              <a:spcAft>
                <a:spcPts val="0"/>
              </a:spcAft>
              <a:buClr>
                <a:schemeClr val="dk2"/>
              </a:buClr>
              <a:buSzPts val="2700"/>
              <a:buNone/>
              <a:defRPr b="1" sz="27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6" name="Google Shape;156;p54"/>
          <p:cNvSpPr txBox="1"/>
          <p:nvPr>
            <p:ph idx="2" type="body"/>
          </p:nvPr>
        </p:nvSpPr>
        <p:spPr>
          <a:xfrm>
            <a:off x="645160" y="3655727"/>
            <a:ext cx="7870500" cy="2286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1100"/>
              <a:buNone/>
              <a:defRPr b="1" sz="11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7" name="Google Shape;157;p5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58" name="Google Shape;158;p54"/>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59" name="Google Shape;159;p54"/>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60" name="Shape 160"/>
        <p:cNvGrpSpPr/>
        <p:nvPr/>
      </p:nvGrpSpPr>
      <p:grpSpPr>
        <a:xfrm>
          <a:off x="0" y="0"/>
          <a:ext cx="0" cy="0"/>
          <a:chOff x="0" y="0"/>
          <a:chExt cx="0" cy="0"/>
        </a:xfrm>
      </p:grpSpPr>
      <p:pic>
        <p:nvPicPr>
          <p:cNvPr id="161" name="Google Shape;161;p55"/>
          <p:cNvPicPr preferRelativeResize="0"/>
          <p:nvPr/>
        </p:nvPicPr>
        <p:blipFill rotWithShape="1">
          <a:blip r:embed="rId2">
            <a:alphaModFix/>
          </a:blip>
          <a:srcRect b="0" l="0" r="0" t="0"/>
          <a:stretch/>
        </p:blipFill>
        <p:spPr>
          <a:xfrm>
            <a:off x="-17279" y="-9750"/>
            <a:ext cx="9178665" cy="5162999"/>
          </a:xfrm>
          <a:prstGeom prst="rect">
            <a:avLst/>
          </a:prstGeom>
          <a:noFill/>
          <a:ln>
            <a:noFill/>
          </a:ln>
        </p:spPr>
      </p:pic>
      <p:sp>
        <p:nvSpPr>
          <p:cNvPr id="162" name="Google Shape;162;p55"/>
          <p:cNvSpPr txBox="1"/>
          <p:nvPr>
            <p:ph idx="1" type="body"/>
          </p:nvPr>
        </p:nvSpPr>
        <p:spPr>
          <a:xfrm>
            <a:off x="4819651" y="904875"/>
            <a:ext cx="3978900" cy="3914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lt1"/>
              </a:buClr>
              <a:buSzPts val="1400"/>
              <a:buFont typeface="Arial"/>
              <a:buNone/>
              <a:defRPr sz="1400">
                <a:solidFill>
                  <a:schemeClr val="lt1"/>
                </a:solidFill>
              </a:defRPr>
            </a:lvl1pPr>
            <a:lvl2pPr indent="-228600" lvl="1" marL="914400" algn="l">
              <a:lnSpc>
                <a:spcPct val="90000"/>
              </a:lnSpc>
              <a:spcBef>
                <a:spcPts val="375"/>
              </a:spcBef>
              <a:spcAft>
                <a:spcPts val="0"/>
              </a:spcAft>
              <a:buClr>
                <a:schemeClr val="lt1"/>
              </a:buClr>
              <a:buSzPts val="1400"/>
              <a:buFont typeface="Arial"/>
              <a:buNone/>
              <a:defRPr>
                <a:solidFill>
                  <a:schemeClr val="lt1"/>
                </a:solidFill>
              </a:defRPr>
            </a:lvl2pPr>
            <a:lvl3pPr indent="-228600" lvl="2" marL="1371600" algn="l">
              <a:lnSpc>
                <a:spcPct val="90000"/>
              </a:lnSpc>
              <a:spcBef>
                <a:spcPts val="375"/>
              </a:spcBef>
              <a:spcAft>
                <a:spcPts val="0"/>
              </a:spcAft>
              <a:buClr>
                <a:schemeClr val="lt1"/>
              </a:buClr>
              <a:buSzPts val="1200"/>
              <a:buFont typeface="Arial"/>
              <a:buNone/>
              <a:defRPr>
                <a:solidFill>
                  <a:schemeClr val="lt1"/>
                </a:solidFill>
              </a:defRPr>
            </a:lvl3pPr>
            <a:lvl4pPr indent="-228600" lvl="3" marL="1828800" algn="l">
              <a:lnSpc>
                <a:spcPct val="90000"/>
              </a:lnSpc>
              <a:spcBef>
                <a:spcPts val="375"/>
              </a:spcBef>
              <a:spcAft>
                <a:spcPts val="0"/>
              </a:spcAft>
              <a:buClr>
                <a:schemeClr val="lt1"/>
              </a:buClr>
              <a:buSzPts val="1200"/>
              <a:buFont typeface="Arial"/>
              <a:buNone/>
              <a:defRPr>
                <a:solidFill>
                  <a:schemeClr val="lt1"/>
                </a:solidFill>
              </a:defRPr>
            </a:lvl4pPr>
            <a:lvl5pPr indent="-228600" lvl="4" marL="2286000" algn="l">
              <a:lnSpc>
                <a:spcPct val="90000"/>
              </a:lnSpc>
              <a:spcBef>
                <a:spcPts val="375"/>
              </a:spcBef>
              <a:spcAft>
                <a:spcPts val="0"/>
              </a:spcAft>
              <a:buClr>
                <a:schemeClr val="lt1"/>
              </a:buClr>
              <a:buSzPts val="1200"/>
              <a:buFont typeface="Arial"/>
              <a:buNone/>
              <a:defRPr>
                <a:solidFill>
                  <a:schemeClr val="lt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3" name="Google Shape;163;p55"/>
          <p:cNvSpPr/>
          <p:nvPr/>
        </p:nvSpPr>
        <p:spPr>
          <a:xfrm>
            <a:off x="-17275" y="-9600"/>
            <a:ext cx="4589400" cy="5163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164" name="Google Shape;164;p55"/>
          <p:cNvSpPr txBox="1"/>
          <p:nvPr>
            <p:ph idx="2" type="body"/>
          </p:nvPr>
        </p:nvSpPr>
        <p:spPr>
          <a:xfrm>
            <a:off x="345195" y="226036"/>
            <a:ext cx="3955200" cy="543000"/>
          </a:xfrm>
          <a:prstGeom prst="rect">
            <a:avLst/>
          </a:prstGeom>
          <a:noFill/>
          <a:ln>
            <a:noFill/>
          </a:ln>
        </p:spPr>
        <p:txBody>
          <a:bodyPr anchorCtr="0" anchor="t" bIns="45700" lIns="91425" spcFirstLastPara="1" rIns="91425" wrap="square" tIns="45700">
            <a:normAutofit/>
          </a:bodyPr>
          <a:lstStyle>
            <a:lvl1pPr indent="-228600" lvl="0" marL="457200" algn="l">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5" name="Google Shape;165;p55"/>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66" name="Google Shape;166;p55"/>
          <p:cNvSpPr txBox="1"/>
          <p:nvPr>
            <p:ph idx="3" type="body"/>
          </p:nvPr>
        </p:nvSpPr>
        <p:spPr>
          <a:xfrm>
            <a:off x="345447" y="731520"/>
            <a:ext cx="3955200" cy="2949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7" name="Google Shape;167;p55"/>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168" name="Google Shape;168;p55"/>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Bkg :ight">
  <p:cSld name="Summit22 - Thank You_1">
    <p:spTree>
      <p:nvGrpSpPr>
        <p:cNvPr id="169" name="Shape 169"/>
        <p:cNvGrpSpPr/>
        <p:nvPr/>
      </p:nvGrpSpPr>
      <p:grpSpPr>
        <a:xfrm>
          <a:off x="0" y="0"/>
          <a:ext cx="0" cy="0"/>
          <a:chOff x="0" y="0"/>
          <a:chExt cx="0" cy="0"/>
        </a:xfrm>
      </p:grpSpPr>
      <p:sp>
        <p:nvSpPr>
          <p:cNvPr id="170" name="Google Shape;170;p56"/>
          <p:cNvSpPr/>
          <p:nvPr/>
        </p:nvSpPr>
        <p:spPr>
          <a:xfrm>
            <a:off x="-35575" y="-9750"/>
            <a:ext cx="9212100" cy="5163000"/>
          </a:xfrm>
          <a:prstGeom prst="rect">
            <a:avLst/>
          </a:prstGeom>
          <a:gradFill>
            <a:gsLst>
              <a:gs pos="0">
                <a:srgbClr val="98DEFF"/>
              </a:gs>
              <a:gs pos="100000">
                <a:srgbClr val="B2E7FF">
                  <a:alpha val="47843"/>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1" name="Google Shape;171;p5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72" name="Google Shape;172;p56"/>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73" name="Google Shape;173;p56"/>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174" name="Google Shape;174;p56"/>
          <p:cNvSpPr txBox="1"/>
          <p:nvPr>
            <p:ph idx="1" type="body"/>
          </p:nvPr>
        </p:nvSpPr>
        <p:spPr>
          <a:xfrm>
            <a:off x="345195" y="228600"/>
            <a:ext cx="8453700" cy="6870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Vegas with Characters Content Slide">
  <p:cSld name="Summit22 - Title 1_5">
    <p:bg>
      <p:bgPr>
        <a:solidFill>
          <a:schemeClr val="lt1"/>
        </a:solidFill>
      </p:bgPr>
    </p:bg>
    <p:spTree>
      <p:nvGrpSpPr>
        <p:cNvPr id="175" name="Shape 175"/>
        <p:cNvGrpSpPr/>
        <p:nvPr/>
      </p:nvGrpSpPr>
      <p:grpSpPr>
        <a:xfrm>
          <a:off x="0" y="0"/>
          <a:ext cx="0" cy="0"/>
          <a:chOff x="0" y="0"/>
          <a:chExt cx="0" cy="0"/>
        </a:xfrm>
      </p:grpSpPr>
      <p:pic>
        <p:nvPicPr>
          <p:cNvPr id="176" name="Google Shape;176;p57"/>
          <p:cNvPicPr preferRelativeResize="0"/>
          <p:nvPr/>
        </p:nvPicPr>
        <p:blipFill rotWithShape="1">
          <a:blip r:embed="rId2">
            <a:alphaModFix/>
          </a:blip>
          <a:srcRect b="0" l="0" r="0" t="0"/>
          <a:stretch/>
        </p:blipFill>
        <p:spPr>
          <a:xfrm>
            <a:off x="-8867" y="-19512"/>
            <a:ext cx="9178665" cy="5162999"/>
          </a:xfrm>
          <a:prstGeom prst="rect">
            <a:avLst/>
          </a:prstGeom>
          <a:noFill/>
          <a:ln>
            <a:noFill/>
          </a:ln>
        </p:spPr>
      </p:pic>
      <p:sp>
        <p:nvSpPr>
          <p:cNvPr id="177" name="Google Shape;177;p5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78" name="Google Shape;178;p57"/>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79" name="Google Shape;179;p57"/>
          <p:cNvSpPr txBox="1"/>
          <p:nvPr>
            <p:ph idx="1" type="body"/>
          </p:nvPr>
        </p:nvSpPr>
        <p:spPr>
          <a:xfrm>
            <a:off x="345196" y="231569"/>
            <a:ext cx="8453700" cy="6858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0" name="Google Shape;180;p57"/>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Thank You">
  <p:cSld name="Summit22 - Thank You_2">
    <p:spTree>
      <p:nvGrpSpPr>
        <p:cNvPr id="181" name="Shape 181"/>
        <p:cNvGrpSpPr/>
        <p:nvPr/>
      </p:nvGrpSpPr>
      <p:grpSpPr>
        <a:xfrm>
          <a:off x="0" y="0"/>
          <a:ext cx="0" cy="0"/>
          <a:chOff x="0" y="0"/>
          <a:chExt cx="0" cy="0"/>
        </a:xfrm>
      </p:grpSpPr>
      <p:pic>
        <p:nvPicPr>
          <p:cNvPr id="182" name="Google Shape;182;p58"/>
          <p:cNvPicPr preferRelativeResize="0"/>
          <p:nvPr/>
        </p:nvPicPr>
        <p:blipFill rotWithShape="1">
          <a:blip r:embed="rId2">
            <a:alphaModFix/>
          </a:blip>
          <a:srcRect b="0" l="0" r="0" t="0"/>
          <a:stretch/>
        </p:blipFill>
        <p:spPr>
          <a:xfrm>
            <a:off x="10" y="-13"/>
            <a:ext cx="9143997" cy="5143545"/>
          </a:xfrm>
          <a:prstGeom prst="rect">
            <a:avLst/>
          </a:prstGeom>
          <a:noFill/>
          <a:ln>
            <a:noFill/>
          </a:ln>
        </p:spPr>
      </p:pic>
      <p:sp>
        <p:nvSpPr>
          <p:cNvPr id="183" name="Google Shape;183;p5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84" name="Google Shape;184;p58"/>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185" name="Google Shape;185;p58"/>
          <p:cNvSpPr txBox="1"/>
          <p:nvPr>
            <p:ph idx="1" type="body"/>
          </p:nvPr>
        </p:nvSpPr>
        <p:spPr>
          <a:xfrm>
            <a:off x="2272412" y="2285447"/>
            <a:ext cx="4599300" cy="567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750"/>
              </a:spcBef>
              <a:spcAft>
                <a:spcPts val="0"/>
              </a:spcAft>
              <a:buClr>
                <a:schemeClr val="dk2"/>
              </a:buClr>
              <a:buSzPts val="4000"/>
              <a:buNone/>
              <a:defRPr b="1" sz="40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6" name="Google Shape;186;p58"/>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8">
    <p:bg>
      <p:bgPr>
        <a:solidFill>
          <a:schemeClr val="lt1"/>
        </a:solidFill>
      </p:bgPr>
    </p:bg>
    <p:spTree>
      <p:nvGrpSpPr>
        <p:cNvPr id="191" name="Shape 191"/>
        <p:cNvGrpSpPr/>
        <p:nvPr/>
      </p:nvGrpSpPr>
      <p:grpSpPr>
        <a:xfrm>
          <a:off x="0" y="0"/>
          <a:ext cx="0" cy="0"/>
          <a:chOff x="0" y="0"/>
          <a:chExt cx="0" cy="0"/>
        </a:xfrm>
      </p:grpSpPr>
      <p:sp>
        <p:nvSpPr>
          <p:cNvPr id="192" name="Google Shape;192;p2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3" name="Google Shape;193;p2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94" name="Google Shape;194;p2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6">
    <p:bg>
      <p:bgPr>
        <a:blipFill>
          <a:blip r:embed="rId2">
            <a:alphaModFix/>
          </a:blip>
          <a:stretch>
            <a:fillRect/>
          </a:stretch>
        </a:blipFill>
      </p:bgPr>
    </p:bg>
    <p:spTree>
      <p:nvGrpSpPr>
        <p:cNvPr id="195" name="Shape 195"/>
        <p:cNvGrpSpPr/>
        <p:nvPr/>
      </p:nvGrpSpPr>
      <p:grpSpPr>
        <a:xfrm>
          <a:off x="0" y="0"/>
          <a:ext cx="0" cy="0"/>
          <a:chOff x="0" y="0"/>
          <a:chExt cx="0" cy="0"/>
        </a:xfrm>
      </p:grpSpPr>
      <p:sp>
        <p:nvSpPr>
          <p:cNvPr id="196" name="Google Shape;196;p24"/>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7" name="Google Shape;197;p2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198" name="Google Shape;198;p24"/>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p:cSld name="Multi-use layout_1">
    <p:spTree>
      <p:nvGrpSpPr>
        <p:cNvPr id="199" name="Shape 199"/>
        <p:cNvGrpSpPr/>
        <p:nvPr/>
      </p:nvGrpSpPr>
      <p:grpSpPr>
        <a:xfrm>
          <a:off x="0" y="0"/>
          <a:ext cx="0" cy="0"/>
          <a:chOff x="0" y="0"/>
          <a:chExt cx="0" cy="0"/>
        </a:xfrm>
      </p:grpSpPr>
      <p:sp>
        <p:nvSpPr>
          <p:cNvPr id="200" name="Google Shape;200;g36887431da9_6_3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1" name="Google Shape;201;g36887431da9_6_32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29292"/>
              </a:buClr>
              <a:buSzPts val="600"/>
              <a:buFont typeface="Arial"/>
              <a:buNone/>
            </a:pPr>
            <a:r>
              <a:rPr b="0" i="0" lang="en-US" sz="600" u="none" cap="none" strike="noStrike">
                <a:solidFill>
                  <a:srgbClr val="929292"/>
                </a:solidFill>
                <a:latin typeface="Arial"/>
                <a:ea typeface="Arial"/>
                <a:cs typeface="Arial"/>
                <a:sym typeface="Arial"/>
              </a:rPr>
              <a:t>© 2025 Snowflake Inc. All Rights Reserved</a:t>
            </a:r>
            <a:endParaRPr b="0" i="0" sz="600" u="none" cap="none" strike="noStrike">
              <a:solidFill>
                <a:srgbClr val="929292"/>
              </a:solidFill>
              <a:latin typeface="Arial"/>
              <a:ea typeface="Arial"/>
              <a:cs typeface="Arial"/>
              <a:sym typeface="Arial"/>
            </a:endParaRPr>
          </a:p>
        </p:txBody>
      </p:sp>
      <p:sp>
        <p:nvSpPr>
          <p:cNvPr id="202" name="Google Shape;202;g36887431da9_6_321"/>
          <p:cNvSpPr txBox="1"/>
          <p:nvPr/>
        </p:nvSpPr>
        <p:spPr>
          <a:xfrm>
            <a:off x="8326876" y="4825493"/>
            <a:ext cx="566700" cy="138600"/>
          </a:xfrm>
          <a:prstGeom prst="rect">
            <a:avLst/>
          </a:prstGeom>
          <a:noFill/>
          <a:ln>
            <a:noFill/>
          </a:ln>
        </p:spPr>
        <p:txBody>
          <a:bodyPr anchorCtr="0" anchor="t" bIns="22850" lIns="45725" spcFirstLastPara="1" rIns="45725" wrap="square" tIns="2285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929292"/>
                </a:solidFill>
                <a:latin typeface="Arial"/>
                <a:ea typeface="Arial"/>
                <a:cs typeface="Arial"/>
                <a:sym typeface="Arial"/>
              </a:rPr>
              <a:t>‹#›</a:t>
            </a:fld>
            <a:endParaRPr b="0" i="0" sz="600" u="none" cap="none" strike="noStrike">
              <a:solidFill>
                <a:srgbClr val="929292"/>
              </a:solidFill>
              <a:latin typeface="Arial"/>
              <a:ea typeface="Arial"/>
              <a:cs typeface="Arial"/>
              <a:sym typeface="Arial"/>
            </a:endParaRPr>
          </a:p>
        </p:txBody>
      </p:sp>
      <p:sp>
        <p:nvSpPr>
          <p:cNvPr id="203" name="Google Shape;203;g36887431da9_6_321"/>
          <p:cNvSpPr txBox="1"/>
          <p:nvPr>
            <p:ph type="title"/>
          </p:nvPr>
        </p:nvSpPr>
        <p:spPr>
          <a:xfrm>
            <a:off x="365760" y="274320"/>
            <a:ext cx="8321100" cy="365700"/>
          </a:xfrm>
          <a:prstGeom prst="rect">
            <a:avLst/>
          </a:prstGeom>
          <a:noFill/>
          <a:ln>
            <a:noFill/>
          </a:ln>
        </p:spPr>
        <p:txBody>
          <a:bodyPr anchorCtr="0" anchor="t" bIns="91450" lIns="91450" spcFirstLastPara="1" rIns="91450" wrap="square" tIns="91450">
            <a:noAutofit/>
          </a:bodyPr>
          <a:lstStyle>
            <a:lvl1pPr lvl="0" algn="l">
              <a:lnSpc>
                <a:spcPct val="85000"/>
              </a:lnSpc>
              <a:spcBef>
                <a:spcPts val="0"/>
              </a:spcBef>
              <a:spcAft>
                <a:spcPts val="0"/>
              </a:spcAft>
              <a:buClr>
                <a:schemeClr val="dk1"/>
              </a:buClr>
              <a:buSzPts val="2600"/>
              <a:buFont typeface="Arial"/>
              <a:buNone/>
              <a:defRPr i="0" u="none" cap="none" strike="noStrike">
                <a:solidFill>
                  <a:schemeClr val="dk1"/>
                </a:solidFill>
                <a:latin typeface="Arial"/>
                <a:ea typeface="Arial"/>
                <a:cs typeface="Arial"/>
                <a:sym typeface="Arial"/>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204" name="Google Shape;204;g36887431da9_6_321"/>
          <p:cNvSpPr txBox="1"/>
          <p:nvPr>
            <p:ph idx="1" type="subTitle"/>
          </p:nvPr>
        </p:nvSpPr>
        <p:spPr>
          <a:xfrm>
            <a:off x="365760" y="655868"/>
            <a:ext cx="8344800" cy="366000"/>
          </a:xfrm>
          <a:prstGeom prst="rect">
            <a:avLst/>
          </a:prstGeom>
          <a:noFill/>
          <a:ln>
            <a:noFill/>
          </a:ln>
        </p:spPr>
        <p:txBody>
          <a:bodyPr anchorCtr="0" anchor="t" bIns="91450" lIns="91450" spcFirstLastPara="1" rIns="91450" wrap="square" tIns="91450">
            <a:noAutofit/>
          </a:bodyPr>
          <a:lstStyle>
            <a:lvl1pPr lvl="0" algn="l">
              <a:lnSpc>
                <a:spcPct val="114000"/>
              </a:lnSpc>
              <a:spcBef>
                <a:spcPts val="0"/>
              </a:spcBef>
              <a:spcAft>
                <a:spcPts val="0"/>
              </a:spcAft>
              <a:buClr>
                <a:srgbClr val="5B5B5B"/>
              </a:buClr>
              <a:buSzPts val="1800"/>
              <a:buNone/>
              <a:defRPr>
                <a:solidFill>
                  <a:srgbClr val="5B5B5B"/>
                </a:solidFill>
              </a:defRPr>
            </a:lvl1pPr>
            <a:lvl2pPr lvl="1" algn="l">
              <a:lnSpc>
                <a:spcPct val="114000"/>
              </a:lnSpc>
              <a:spcBef>
                <a:spcPts val="1000"/>
              </a:spcBef>
              <a:spcAft>
                <a:spcPts val="0"/>
              </a:spcAft>
              <a:buClr>
                <a:srgbClr val="5B5B5B"/>
              </a:buClr>
              <a:buSzPts val="1800"/>
              <a:buNone/>
              <a:defRPr>
                <a:solidFill>
                  <a:srgbClr val="5B5B5B"/>
                </a:solidFill>
              </a:defRPr>
            </a:lvl2pPr>
            <a:lvl3pPr lvl="2" algn="l">
              <a:lnSpc>
                <a:spcPct val="114000"/>
              </a:lnSpc>
              <a:spcBef>
                <a:spcPts val="1000"/>
              </a:spcBef>
              <a:spcAft>
                <a:spcPts val="0"/>
              </a:spcAft>
              <a:buClr>
                <a:srgbClr val="5B5B5B"/>
              </a:buClr>
              <a:buSzPts val="1400"/>
              <a:buNone/>
              <a:defRPr>
                <a:solidFill>
                  <a:srgbClr val="5B5B5B"/>
                </a:solidFill>
              </a:defRPr>
            </a:lvl3pPr>
            <a:lvl4pPr lvl="3" algn="l">
              <a:lnSpc>
                <a:spcPct val="114000"/>
              </a:lnSpc>
              <a:spcBef>
                <a:spcPts val="1000"/>
              </a:spcBef>
              <a:spcAft>
                <a:spcPts val="0"/>
              </a:spcAft>
              <a:buClr>
                <a:srgbClr val="5B5B5B"/>
              </a:buClr>
              <a:buSzPts val="1400"/>
              <a:buNone/>
              <a:defRPr>
                <a:solidFill>
                  <a:srgbClr val="5B5B5B"/>
                </a:solidFill>
              </a:defRPr>
            </a:lvl4pPr>
            <a:lvl5pPr lvl="4" algn="l">
              <a:lnSpc>
                <a:spcPct val="114000"/>
              </a:lnSpc>
              <a:spcBef>
                <a:spcPts val="1000"/>
              </a:spcBef>
              <a:spcAft>
                <a:spcPts val="0"/>
              </a:spcAft>
              <a:buClr>
                <a:srgbClr val="5B5B5B"/>
              </a:buClr>
              <a:buSzPts val="1400"/>
              <a:buNone/>
              <a:defRPr>
                <a:solidFill>
                  <a:srgbClr val="5B5B5B"/>
                </a:solidFill>
              </a:defRPr>
            </a:lvl5pPr>
            <a:lvl6pPr lvl="5" algn="l">
              <a:lnSpc>
                <a:spcPct val="90000"/>
              </a:lnSpc>
              <a:spcBef>
                <a:spcPts val="1000"/>
              </a:spcBef>
              <a:spcAft>
                <a:spcPts val="0"/>
              </a:spcAft>
              <a:buClr>
                <a:srgbClr val="5B5B5B"/>
              </a:buClr>
              <a:buSzPts val="1400"/>
              <a:buNone/>
              <a:defRPr>
                <a:solidFill>
                  <a:srgbClr val="5B5B5B"/>
                </a:solidFill>
              </a:defRPr>
            </a:lvl6pPr>
            <a:lvl7pPr lvl="6" algn="l">
              <a:lnSpc>
                <a:spcPct val="90000"/>
              </a:lnSpc>
              <a:spcBef>
                <a:spcPts val="1000"/>
              </a:spcBef>
              <a:spcAft>
                <a:spcPts val="0"/>
              </a:spcAft>
              <a:buClr>
                <a:srgbClr val="5B5B5B"/>
              </a:buClr>
              <a:buSzPts val="1400"/>
              <a:buNone/>
              <a:defRPr>
                <a:solidFill>
                  <a:srgbClr val="5B5B5B"/>
                </a:solidFill>
              </a:defRPr>
            </a:lvl7pPr>
            <a:lvl8pPr lvl="7" algn="l">
              <a:lnSpc>
                <a:spcPct val="90000"/>
              </a:lnSpc>
              <a:spcBef>
                <a:spcPts val="1000"/>
              </a:spcBef>
              <a:spcAft>
                <a:spcPts val="0"/>
              </a:spcAft>
              <a:buClr>
                <a:srgbClr val="5B5B5B"/>
              </a:buClr>
              <a:buSzPts val="1400"/>
              <a:buNone/>
              <a:defRPr>
                <a:solidFill>
                  <a:srgbClr val="5B5B5B"/>
                </a:solidFill>
              </a:defRPr>
            </a:lvl8pPr>
            <a:lvl9pPr lvl="8" algn="l">
              <a:lnSpc>
                <a:spcPct val="90000"/>
              </a:lnSpc>
              <a:spcBef>
                <a:spcPts val="1000"/>
              </a:spcBef>
              <a:spcAft>
                <a:spcPts val="1000"/>
              </a:spcAft>
              <a:buClr>
                <a:srgbClr val="5B5B5B"/>
              </a:buClr>
              <a:buSzPts val="1400"/>
              <a:buNone/>
              <a:defRPr>
                <a:solidFill>
                  <a:srgbClr val="5B5B5B"/>
                </a:solidFill>
              </a:defRPr>
            </a:lvl9pPr>
          </a:lstStyle>
          <a:p/>
        </p:txBody>
      </p:sp>
      <p:sp>
        <p:nvSpPr>
          <p:cNvPr id="205" name="Google Shape;205;g36887431da9_6_321"/>
          <p:cNvSpPr/>
          <p:nvPr/>
        </p:nvSpPr>
        <p:spPr>
          <a:xfrm>
            <a:off x="0" y="343806"/>
            <a:ext cx="137100" cy="366000"/>
          </a:xfrm>
          <a:prstGeom prst="rect">
            <a:avLst/>
          </a:prstGeom>
          <a:solidFill>
            <a:schemeClr val="accen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
  <p:cSld name="Multi-use layout_2">
    <p:spTree>
      <p:nvGrpSpPr>
        <p:cNvPr id="206" name="Shape 206"/>
        <p:cNvGrpSpPr/>
        <p:nvPr/>
      </p:nvGrpSpPr>
      <p:grpSpPr>
        <a:xfrm>
          <a:off x="0" y="0"/>
          <a:ext cx="0" cy="0"/>
          <a:chOff x="0" y="0"/>
          <a:chExt cx="0" cy="0"/>
        </a:xfrm>
      </p:grpSpPr>
      <p:sp>
        <p:nvSpPr>
          <p:cNvPr id="207" name="Google Shape;207;g36887431da9_6_72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8" name="Google Shape;208;g36887431da9_6_72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29292"/>
              </a:buClr>
              <a:buSzPts val="600"/>
              <a:buFont typeface="Arial"/>
              <a:buNone/>
            </a:pPr>
            <a:r>
              <a:rPr b="0" i="0" lang="en-US" sz="600" u="none" cap="none" strike="noStrike">
                <a:solidFill>
                  <a:srgbClr val="929292"/>
                </a:solidFill>
                <a:latin typeface="Arial"/>
                <a:ea typeface="Arial"/>
                <a:cs typeface="Arial"/>
                <a:sym typeface="Arial"/>
              </a:rPr>
              <a:t>© 2025 Snowflake Inc. All Rights Reserved</a:t>
            </a:r>
            <a:endParaRPr b="0" i="0" sz="600" u="none" cap="none" strike="noStrike">
              <a:solidFill>
                <a:srgbClr val="929292"/>
              </a:solidFill>
              <a:latin typeface="Arial"/>
              <a:ea typeface="Arial"/>
              <a:cs typeface="Arial"/>
              <a:sym typeface="Arial"/>
            </a:endParaRPr>
          </a:p>
        </p:txBody>
      </p:sp>
      <p:sp>
        <p:nvSpPr>
          <p:cNvPr id="209" name="Google Shape;209;g36887431da9_6_729"/>
          <p:cNvSpPr txBox="1"/>
          <p:nvPr/>
        </p:nvSpPr>
        <p:spPr>
          <a:xfrm>
            <a:off x="8326876" y="4825493"/>
            <a:ext cx="566700" cy="138600"/>
          </a:xfrm>
          <a:prstGeom prst="rect">
            <a:avLst/>
          </a:prstGeom>
          <a:noFill/>
          <a:ln>
            <a:noFill/>
          </a:ln>
        </p:spPr>
        <p:txBody>
          <a:bodyPr anchorCtr="0" anchor="t" bIns="22850" lIns="45725" spcFirstLastPara="1" rIns="45725" wrap="square" tIns="2285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929292"/>
                </a:solidFill>
                <a:latin typeface="Arial"/>
                <a:ea typeface="Arial"/>
                <a:cs typeface="Arial"/>
                <a:sym typeface="Arial"/>
              </a:rPr>
              <a:t>‹#›</a:t>
            </a:fld>
            <a:endParaRPr b="0" i="0" sz="600" u="none" cap="none" strike="noStrike">
              <a:solidFill>
                <a:srgbClr val="929292"/>
              </a:solidFill>
              <a:latin typeface="Arial"/>
              <a:ea typeface="Arial"/>
              <a:cs typeface="Arial"/>
              <a:sym typeface="Arial"/>
            </a:endParaRPr>
          </a:p>
        </p:txBody>
      </p:sp>
      <p:sp>
        <p:nvSpPr>
          <p:cNvPr id="210" name="Google Shape;210;g36887431da9_6_729"/>
          <p:cNvSpPr txBox="1"/>
          <p:nvPr>
            <p:ph type="title"/>
          </p:nvPr>
        </p:nvSpPr>
        <p:spPr>
          <a:xfrm>
            <a:off x="365760" y="274320"/>
            <a:ext cx="8321100" cy="365700"/>
          </a:xfrm>
          <a:prstGeom prst="rect">
            <a:avLst/>
          </a:prstGeom>
          <a:noFill/>
          <a:ln>
            <a:noFill/>
          </a:ln>
        </p:spPr>
        <p:txBody>
          <a:bodyPr anchorCtr="0" anchor="t" bIns="91450" lIns="91450" spcFirstLastPara="1" rIns="91450" wrap="square" tIns="91450">
            <a:noAutofit/>
          </a:bodyPr>
          <a:lstStyle>
            <a:lvl1pPr lvl="0" algn="l">
              <a:lnSpc>
                <a:spcPct val="85000"/>
              </a:lnSpc>
              <a:spcBef>
                <a:spcPts val="0"/>
              </a:spcBef>
              <a:spcAft>
                <a:spcPts val="0"/>
              </a:spcAft>
              <a:buClr>
                <a:schemeClr val="dk1"/>
              </a:buClr>
              <a:buSzPts val="2600"/>
              <a:buFont typeface="Arial"/>
              <a:buNone/>
              <a:defRPr i="0" u="none" cap="none" strike="noStrike">
                <a:solidFill>
                  <a:schemeClr val="dk1"/>
                </a:solidFill>
                <a:latin typeface="Arial"/>
                <a:ea typeface="Arial"/>
                <a:cs typeface="Arial"/>
                <a:sym typeface="Arial"/>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211" name="Google Shape;211;g36887431da9_6_729"/>
          <p:cNvSpPr txBox="1"/>
          <p:nvPr>
            <p:ph idx="1" type="subTitle"/>
          </p:nvPr>
        </p:nvSpPr>
        <p:spPr>
          <a:xfrm>
            <a:off x="365760" y="655868"/>
            <a:ext cx="8344800" cy="366000"/>
          </a:xfrm>
          <a:prstGeom prst="rect">
            <a:avLst/>
          </a:prstGeom>
          <a:noFill/>
          <a:ln>
            <a:noFill/>
          </a:ln>
        </p:spPr>
        <p:txBody>
          <a:bodyPr anchorCtr="0" anchor="t" bIns="91450" lIns="91450" spcFirstLastPara="1" rIns="91450" wrap="square" tIns="91450">
            <a:noAutofit/>
          </a:bodyPr>
          <a:lstStyle>
            <a:lvl1pPr lvl="0" algn="l">
              <a:lnSpc>
                <a:spcPct val="114000"/>
              </a:lnSpc>
              <a:spcBef>
                <a:spcPts val="0"/>
              </a:spcBef>
              <a:spcAft>
                <a:spcPts val="0"/>
              </a:spcAft>
              <a:buClr>
                <a:srgbClr val="5B5B5B"/>
              </a:buClr>
              <a:buSzPts val="1800"/>
              <a:buNone/>
              <a:defRPr>
                <a:solidFill>
                  <a:srgbClr val="5B5B5B"/>
                </a:solidFill>
              </a:defRPr>
            </a:lvl1pPr>
            <a:lvl2pPr lvl="1" algn="l">
              <a:lnSpc>
                <a:spcPct val="114000"/>
              </a:lnSpc>
              <a:spcBef>
                <a:spcPts val="1000"/>
              </a:spcBef>
              <a:spcAft>
                <a:spcPts val="0"/>
              </a:spcAft>
              <a:buClr>
                <a:srgbClr val="5B5B5B"/>
              </a:buClr>
              <a:buSzPts val="1800"/>
              <a:buNone/>
              <a:defRPr>
                <a:solidFill>
                  <a:srgbClr val="5B5B5B"/>
                </a:solidFill>
              </a:defRPr>
            </a:lvl2pPr>
            <a:lvl3pPr lvl="2" algn="l">
              <a:lnSpc>
                <a:spcPct val="114000"/>
              </a:lnSpc>
              <a:spcBef>
                <a:spcPts val="1000"/>
              </a:spcBef>
              <a:spcAft>
                <a:spcPts val="0"/>
              </a:spcAft>
              <a:buClr>
                <a:srgbClr val="5B5B5B"/>
              </a:buClr>
              <a:buSzPts val="1400"/>
              <a:buNone/>
              <a:defRPr>
                <a:solidFill>
                  <a:srgbClr val="5B5B5B"/>
                </a:solidFill>
              </a:defRPr>
            </a:lvl3pPr>
            <a:lvl4pPr lvl="3" algn="l">
              <a:lnSpc>
                <a:spcPct val="114000"/>
              </a:lnSpc>
              <a:spcBef>
                <a:spcPts val="1000"/>
              </a:spcBef>
              <a:spcAft>
                <a:spcPts val="0"/>
              </a:spcAft>
              <a:buClr>
                <a:srgbClr val="5B5B5B"/>
              </a:buClr>
              <a:buSzPts val="1400"/>
              <a:buNone/>
              <a:defRPr>
                <a:solidFill>
                  <a:srgbClr val="5B5B5B"/>
                </a:solidFill>
              </a:defRPr>
            </a:lvl4pPr>
            <a:lvl5pPr lvl="4" algn="l">
              <a:lnSpc>
                <a:spcPct val="114000"/>
              </a:lnSpc>
              <a:spcBef>
                <a:spcPts val="1000"/>
              </a:spcBef>
              <a:spcAft>
                <a:spcPts val="0"/>
              </a:spcAft>
              <a:buClr>
                <a:srgbClr val="5B5B5B"/>
              </a:buClr>
              <a:buSzPts val="1400"/>
              <a:buNone/>
              <a:defRPr>
                <a:solidFill>
                  <a:srgbClr val="5B5B5B"/>
                </a:solidFill>
              </a:defRPr>
            </a:lvl5pPr>
            <a:lvl6pPr lvl="5" algn="l">
              <a:lnSpc>
                <a:spcPct val="90000"/>
              </a:lnSpc>
              <a:spcBef>
                <a:spcPts val="1000"/>
              </a:spcBef>
              <a:spcAft>
                <a:spcPts val="0"/>
              </a:spcAft>
              <a:buClr>
                <a:srgbClr val="5B5B5B"/>
              </a:buClr>
              <a:buSzPts val="1400"/>
              <a:buNone/>
              <a:defRPr>
                <a:solidFill>
                  <a:srgbClr val="5B5B5B"/>
                </a:solidFill>
              </a:defRPr>
            </a:lvl6pPr>
            <a:lvl7pPr lvl="6" algn="l">
              <a:lnSpc>
                <a:spcPct val="90000"/>
              </a:lnSpc>
              <a:spcBef>
                <a:spcPts val="1000"/>
              </a:spcBef>
              <a:spcAft>
                <a:spcPts val="0"/>
              </a:spcAft>
              <a:buClr>
                <a:srgbClr val="5B5B5B"/>
              </a:buClr>
              <a:buSzPts val="1400"/>
              <a:buNone/>
              <a:defRPr>
                <a:solidFill>
                  <a:srgbClr val="5B5B5B"/>
                </a:solidFill>
              </a:defRPr>
            </a:lvl7pPr>
            <a:lvl8pPr lvl="7" algn="l">
              <a:lnSpc>
                <a:spcPct val="90000"/>
              </a:lnSpc>
              <a:spcBef>
                <a:spcPts val="1000"/>
              </a:spcBef>
              <a:spcAft>
                <a:spcPts val="0"/>
              </a:spcAft>
              <a:buClr>
                <a:srgbClr val="5B5B5B"/>
              </a:buClr>
              <a:buSzPts val="1400"/>
              <a:buNone/>
              <a:defRPr>
                <a:solidFill>
                  <a:srgbClr val="5B5B5B"/>
                </a:solidFill>
              </a:defRPr>
            </a:lvl8pPr>
            <a:lvl9pPr lvl="8" algn="l">
              <a:lnSpc>
                <a:spcPct val="90000"/>
              </a:lnSpc>
              <a:spcBef>
                <a:spcPts val="1000"/>
              </a:spcBef>
              <a:spcAft>
                <a:spcPts val="1000"/>
              </a:spcAft>
              <a:buClr>
                <a:srgbClr val="5B5B5B"/>
              </a:buClr>
              <a:buSzPts val="1400"/>
              <a:buNone/>
              <a:defRPr>
                <a:solidFill>
                  <a:srgbClr val="5B5B5B"/>
                </a:solidFill>
              </a:defRPr>
            </a:lvl9pPr>
          </a:lstStyle>
          <a:p/>
        </p:txBody>
      </p:sp>
      <p:sp>
        <p:nvSpPr>
          <p:cNvPr id="212" name="Google Shape;212;g36887431da9_6_729"/>
          <p:cNvSpPr/>
          <p:nvPr/>
        </p:nvSpPr>
        <p:spPr>
          <a:xfrm>
            <a:off x="0" y="343806"/>
            <a:ext cx="137100" cy="366000"/>
          </a:xfrm>
          <a:prstGeom prst="rect">
            <a:avLst/>
          </a:prstGeom>
          <a:solidFill>
            <a:schemeClr val="accen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13" name="Shape 213"/>
        <p:cNvGrpSpPr/>
        <p:nvPr/>
      </p:nvGrpSpPr>
      <p:grpSpPr>
        <a:xfrm>
          <a:off x="0" y="0"/>
          <a:ext cx="0" cy="0"/>
          <a:chOff x="0" y="0"/>
          <a:chExt cx="0" cy="0"/>
        </a:xfrm>
      </p:grpSpPr>
      <p:pic>
        <p:nvPicPr>
          <p:cNvPr id="214" name="Google Shape;214;p26"/>
          <p:cNvPicPr preferRelativeResize="0"/>
          <p:nvPr/>
        </p:nvPicPr>
        <p:blipFill rotWithShape="1">
          <a:blip r:embed="rId2">
            <a:alphaModFix amt="35000"/>
          </a:blip>
          <a:srcRect b="0" l="0" r="0" t="0"/>
          <a:stretch/>
        </p:blipFill>
        <p:spPr>
          <a:xfrm>
            <a:off x="-17279" y="-9750"/>
            <a:ext cx="9178665" cy="5162999"/>
          </a:xfrm>
          <a:prstGeom prst="rect">
            <a:avLst/>
          </a:prstGeom>
          <a:noFill/>
          <a:ln>
            <a:noFill/>
          </a:ln>
        </p:spPr>
      </p:pic>
      <p:sp>
        <p:nvSpPr>
          <p:cNvPr id="215" name="Google Shape;215;p26"/>
          <p:cNvSpPr txBox="1"/>
          <p:nvPr>
            <p:ph idx="1" type="body"/>
          </p:nvPr>
        </p:nvSpPr>
        <p:spPr>
          <a:xfrm>
            <a:off x="345196" y="231569"/>
            <a:ext cx="8453700" cy="6858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6" name="Google Shape;216;p2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17" name="Google Shape;217;p26"/>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
        <p:nvSpPr>
          <p:cNvPr id="218" name="Google Shape;218;p26"/>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4">
    <p:bg>
      <p:bgPr>
        <a:blipFill>
          <a:blip r:embed="rId2">
            <a:alphaModFix/>
          </a:blip>
          <a:stretch>
            <a:fillRect/>
          </a:stretch>
        </a:blipFill>
      </p:bgPr>
    </p:bg>
    <p:spTree>
      <p:nvGrpSpPr>
        <p:cNvPr id="219" name="Shape 219"/>
        <p:cNvGrpSpPr/>
        <p:nvPr/>
      </p:nvGrpSpPr>
      <p:grpSpPr>
        <a:xfrm>
          <a:off x="0" y="0"/>
          <a:ext cx="0" cy="0"/>
          <a:chOff x="0" y="0"/>
          <a:chExt cx="0" cy="0"/>
        </a:xfrm>
      </p:grpSpPr>
      <p:sp>
        <p:nvSpPr>
          <p:cNvPr id="220" name="Google Shape;220;p5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21" name="Google Shape;221;p5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22" name="Google Shape;222;p5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blipFill>
          <a:blip r:embed="rId2">
            <a:alphaModFix/>
          </a:blip>
          <a:stretch>
            <a:fillRect/>
          </a:stretch>
        </a:blipFill>
      </p:bgPr>
    </p:bg>
    <p:spTree>
      <p:nvGrpSpPr>
        <p:cNvPr id="223" name="Shape 223"/>
        <p:cNvGrpSpPr/>
        <p:nvPr/>
      </p:nvGrpSpPr>
      <p:grpSpPr>
        <a:xfrm>
          <a:off x="0" y="0"/>
          <a:ext cx="0" cy="0"/>
          <a:chOff x="0" y="0"/>
          <a:chExt cx="0" cy="0"/>
        </a:xfrm>
      </p:grpSpPr>
      <p:sp>
        <p:nvSpPr>
          <p:cNvPr id="224" name="Google Shape;224;p6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225" name="Google Shape;225;p60"/>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p:bg>
      <p:bgPr>
        <a:blipFill>
          <a:blip r:embed="rId2">
            <a:alphaModFix/>
          </a:blip>
          <a:stretch>
            <a:fillRect/>
          </a:stretch>
        </a:blipFill>
      </p:bgPr>
    </p:bg>
    <p:spTree>
      <p:nvGrpSpPr>
        <p:cNvPr id="226" name="Shape 226"/>
        <p:cNvGrpSpPr/>
        <p:nvPr/>
      </p:nvGrpSpPr>
      <p:grpSpPr>
        <a:xfrm>
          <a:off x="0" y="0"/>
          <a:ext cx="0" cy="0"/>
          <a:chOff x="0" y="0"/>
          <a:chExt cx="0" cy="0"/>
        </a:xfrm>
      </p:grpSpPr>
      <p:sp>
        <p:nvSpPr>
          <p:cNvPr id="227" name="Google Shape;227;p6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28" name="Google Shape;228;p6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229" name="Google Shape;229;p61"/>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2">
    <p:bg>
      <p:bgPr>
        <a:blipFill>
          <a:blip r:embed="rId2">
            <a:alphaModFix/>
          </a:blip>
          <a:stretch>
            <a:fillRect/>
          </a:stretch>
        </a:blipFill>
      </p:bgPr>
    </p:bg>
    <p:spTree>
      <p:nvGrpSpPr>
        <p:cNvPr id="230" name="Shape 230"/>
        <p:cNvGrpSpPr/>
        <p:nvPr/>
      </p:nvGrpSpPr>
      <p:grpSpPr>
        <a:xfrm>
          <a:off x="0" y="0"/>
          <a:ext cx="0" cy="0"/>
          <a:chOff x="0" y="0"/>
          <a:chExt cx="0" cy="0"/>
        </a:xfrm>
      </p:grpSpPr>
      <p:sp>
        <p:nvSpPr>
          <p:cNvPr id="231" name="Google Shape;231;p6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32" name="Google Shape;232;p6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233" name="Google Shape;233;p62"/>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5">
    <p:bg>
      <p:bgPr>
        <a:blipFill>
          <a:blip r:embed="rId2">
            <a:alphaModFix/>
          </a:blip>
          <a:stretch>
            <a:fillRect/>
          </a:stretch>
        </a:blipFill>
      </p:bgPr>
    </p:bg>
    <p:spTree>
      <p:nvGrpSpPr>
        <p:cNvPr id="234" name="Shape 234"/>
        <p:cNvGrpSpPr/>
        <p:nvPr/>
      </p:nvGrpSpPr>
      <p:grpSpPr>
        <a:xfrm>
          <a:off x="0" y="0"/>
          <a:ext cx="0" cy="0"/>
          <a:chOff x="0" y="0"/>
          <a:chExt cx="0" cy="0"/>
        </a:xfrm>
      </p:grpSpPr>
      <p:sp>
        <p:nvSpPr>
          <p:cNvPr id="235" name="Google Shape;235;p63"/>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36" name="Google Shape;236;p6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237" name="Google Shape;237;p63"/>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3">
    <p:bg>
      <p:bgPr>
        <a:blipFill>
          <a:blip r:embed="rId2">
            <a:alphaModFix/>
          </a:blip>
          <a:stretch>
            <a:fillRect/>
          </a:stretch>
        </a:blipFill>
      </p:bgPr>
    </p:bg>
    <p:spTree>
      <p:nvGrpSpPr>
        <p:cNvPr id="238" name="Shape 238"/>
        <p:cNvGrpSpPr/>
        <p:nvPr/>
      </p:nvGrpSpPr>
      <p:grpSpPr>
        <a:xfrm>
          <a:off x="0" y="0"/>
          <a:ext cx="0" cy="0"/>
          <a:chOff x="0" y="0"/>
          <a:chExt cx="0" cy="0"/>
        </a:xfrm>
      </p:grpSpPr>
      <p:sp>
        <p:nvSpPr>
          <p:cNvPr id="239" name="Google Shape;239;p6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40" name="Google Shape;240;p6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41" name="Google Shape;241;p6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242" name="Shape 242"/>
        <p:cNvGrpSpPr/>
        <p:nvPr/>
      </p:nvGrpSpPr>
      <p:grpSpPr>
        <a:xfrm>
          <a:off x="0" y="0"/>
          <a:ext cx="0" cy="0"/>
          <a:chOff x="0" y="0"/>
          <a:chExt cx="0" cy="0"/>
        </a:xfrm>
      </p:grpSpPr>
      <p:sp>
        <p:nvSpPr>
          <p:cNvPr id="243" name="Google Shape;243;p65"/>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4" name="Google Shape;244;p65"/>
          <p:cNvSpPr txBox="1"/>
          <p:nvPr>
            <p:ph idx="2" type="body"/>
          </p:nvPr>
        </p:nvSpPr>
        <p:spPr>
          <a:xfrm>
            <a:off x="345196" y="731520"/>
            <a:ext cx="8453700" cy="2949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5" name="Google Shape;245;p65"/>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
        <p:nvSpPr>
          <p:cNvPr id="246" name="Google Shape;246;p65"/>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47" name="Google Shape;247;p65"/>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2">
    <p:bg>
      <p:bgPr>
        <a:blipFill>
          <a:blip r:embed="rId2">
            <a:alphaModFix/>
          </a:blip>
          <a:stretch>
            <a:fillRect/>
          </a:stretch>
        </a:blipFill>
      </p:bgPr>
    </p:bg>
    <p:spTree>
      <p:nvGrpSpPr>
        <p:cNvPr id="248" name="Shape 248"/>
        <p:cNvGrpSpPr/>
        <p:nvPr/>
      </p:nvGrpSpPr>
      <p:grpSpPr>
        <a:xfrm>
          <a:off x="0" y="0"/>
          <a:ext cx="0" cy="0"/>
          <a:chOff x="0" y="0"/>
          <a:chExt cx="0" cy="0"/>
        </a:xfrm>
      </p:grpSpPr>
      <p:sp>
        <p:nvSpPr>
          <p:cNvPr id="249" name="Google Shape;249;p66"/>
          <p:cNvSpPr txBox="1"/>
          <p:nvPr>
            <p:ph idx="12" type="sldNum"/>
          </p:nvPr>
        </p:nvSpPr>
        <p:spPr>
          <a:xfrm>
            <a:off x="8569842"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50" name="Google Shape;250;p6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51" name="Google Shape;251;p6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5">
    <p:bg>
      <p:bgPr>
        <a:blipFill>
          <a:blip r:embed="rId2">
            <a:alphaModFix/>
          </a:blip>
          <a:stretch>
            <a:fillRect/>
          </a:stretch>
        </a:blipFill>
      </p:bgPr>
    </p:bg>
    <p:spTree>
      <p:nvGrpSpPr>
        <p:cNvPr id="252" name="Shape 252"/>
        <p:cNvGrpSpPr/>
        <p:nvPr/>
      </p:nvGrpSpPr>
      <p:grpSpPr>
        <a:xfrm>
          <a:off x="0" y="0"/>
          <a:ext cx="0" cy="0"/>
          <a:chOff x="0" y="0"/>
          <a:chExt cx="0" cy="0"/>
        </a:xfrm>
      </p:grpSpPr>
      <p:sp>
        <p:nvSpPr>
          <p:cNvPr id="253" name="Google Shape;253;p6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54" name="Google Shape;254;p6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55" name="Google Shape;255;p6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9">
    <p:bg>
      <p:bgPr>
        <a:blipFill>
          <a:blip r:embed="rId2">
            <a:alphaModFix/>
          </a:blip>
          <a:stretch>
            <a:fillRect/>
          </a:stretch>
        </a:blipFill>
      </p:bgPr>
    </p:bg>
    <p:spTree>
      <p:nvGrpSpPr>
        <p:cNvPr id="256" name="Shape 256"/>
        <p:cNvGrpSpPr/>
        <p:nvPr/>
      </p:nvGrpSpPr>
      <p:grpSpPr>
        <a:xfrm>
          <a:off x="0" y="0"/>
          <a:ext cx="0" cy="0"/>
          <a:chOff x="0" y="0"/>
          <a:chExt cx="0" cy="0"/>
        </a:xfrm>
      </p:grpSpPr>
      <p:sp>
        <p:nvSpPr>
          <p:cNvPr id="257" name="Google Shape;257;p6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58" name="Google Shape;258;p6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59" name="Google Shape;259;p6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Sky Background 1">
  <p:cSld name="Summit22 - Divider1_1_3">
    <p:bg>
      <p:bgPr>
        <a:solidFill>
          <a:schemeClr val="lt1"/>
        </a:solidFill>
      </p:bgPr>
    </p:bg>
    <p:spTree>
      <p:nvGrpSpPr>
        <p:cNvPr id="260" name="Shape 260"/>
        <p:cNvGrpSpPr/>
        <p:nvPr/>
      </p:nvGrpSpPr>
      <p:grpSpPr>
        <a:xfrm>
          <a:off x="0" y="0"/>
          <a:ext cx="0" cy="0"/>
          <a:chOff x="0" y="0"/>
          <a:chExt cx="0" cy="0"/>
        </a:xfrm>
      </p:grpSpPr>
      <p:pic>
        <p:nvPicPr>
          <p:cNvPr id="261" name="Google Shape;261;p69"/>
          <p:cNvPicPr preferRelativeResize="0"/>
          <p:nvPr/>
        </p:nvPicPr>
        <p:blipFill rotWithShape="1">
          <a:blip r:embed="rId2">
            <a:alphaModFix/>
          </a:blip>
          <a:srcRect b="0" l="0" r="0" t="0"/>
          <a:stretch/>
        </p:blipFill>
        <p:spPr>
          <a:xfrm>
            <a:off x="-17279" y="-9750"/>
            <a:ext cx="9178665" cy="5162999"/>
          </a:xfrm>
          <a:prstGeom prst="rect">
            <a:avLst/>
          </a:prstGeom>
          <a:noFill/>
          <a:ln>
            <a:noFill/>
          </a:ln>
        </p:spPr>
      </p:pic>
      <p:sp>
        <p:nvSpPr>
          <p:cNvPr id="262" name="Google Shape;262;p69"/>
          <p:cNvSpPr txBox="1"/>
          <p:nvPr>
            <p:ph idx="1" type="body"/>
          </p:nvPr>
        </p:nvSpPr>
        <p:spPr>
          <a:xfrm>
            <a:off x="376225" y="1282900"/>
            <a:ext cx="2267400" cy="304170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0"/>
              </a:spcBef>
              <a:spcAft>
                <a:spcPts val="0"/>
              </a:spcAft>
              <a:buSzPts val="2000"/>
              <a:buNone/>
              <a:defRPr b="1" sz="2000"/>
            </a:lvl1pPr>
            <a:lvl2pPr indent="-228600" lvl="1" marL="914400" algn="l">
              <a:lnSpc>
                <a:spcPct val="90000"/>
              </a:lnSpc>
              <a:spcBef>
                <a:spcPts val="0"/>
              </a:spcBef>
              <a:spcAft>
                <a:spcPts val="0"/>
              </a:spcAft>
              <a:buSzPts val="1200"/>
              <a:buFont typeface="Arial"/>
              <a:buNone/>
              <a:defRPr sz="1200"/>
            </a:lvl2pPr>
            <a:lvl3pPr indent="-228600" lvl="2" marL="1371600" algn="l">
              <a:lnSpc>
                <a:spcPct val="90000"/>
              </a:lnSpc>
              <a:spcBef>
                <a:spcPts val="0"/>
              </a:spcBef>
              <a:spcAft>
                <a:spcPts val="0"/>
              </a:spcAft>
              <a:buSzPts val="1400"/>
              <a:buFont typeface="Arial"/>
              <a:buNone/>
              <a:defRPr/>
            </a:lvl3pPr>
            <a:lvl4pPr indent="-228600" lvl="3" marL="1828800" algn="l">
              <a:lnSpc>
                <a:spcPct val="90000"/>
              </a:lnSpc>
              <a:spcBef>
                <a:spcPts val="0"/>
              </a:spcBef>
              <a:spcAft>
                <a:spcPts val="0"/>
              </a:spcAft>
              <a:buSzPts val="1400"/>
              <a:buFont typeface="Arial"/>
              <a:buNone/>
              <a:defRPr/>
            </a:lvl4pPr>
            <a:lvl5pPr indent="-228600" lvl="4" marL="2286000" algn="l">
              <a:lnSpc>
                <a:spcPct val="90000"/>
              </a:lnSpc>
              <a:spcBef>
                <a:spcPts val="0"/>
              </a:spcBef>
              <a:spcAft>
                <a:spcPts val="0"/>
              </a:spcAft>
              <a:buSzPts val="1400"/>
              <a:buFont typeface="Arial"/>
              <a:buNone/>
              <a:defRPr/>
            </a:lvl5pPr>
            <a:lvl6pPr indent="-304800" lvl="5" marL="2743200" algn="l">
              <a:lnSpc>
                <a:spcPct val="90000"/>
              </a:lnSpc>
              <a:spcBef>
                <a:spcPts val="375"/>
              </a:spcBef>
              <a:spcAft>
                <a:spcPts val="0"/>
              </a:spcAft>
              <a:buSzPts val="1200"/>
              <a:buChar char="•"/>
              <a:defRPr sz="1200"/>
            </a:lvl6pPr>
            <a:lvl7pPr indent="-304800" lvl="6" marL="3200400" algn="l">
              <a:lnSpc>
                <a:spcPct val="90000"/>
              </a:lnSpc>
              <a:spcBef>
                <a:spcPts val="375"/>
              </a:spcBef>
              <a:spcAft>
                <a:spcPts val="0"/>
              </a:spcAft>
              <a:buSzPts val="1200"/>
              <a:buChar char="•"/>
              <a:defRPr sz="1200"/>
            </a:lvl7pPr>
            <a:lvl8pPr indent="-304800" lvl="7" marL="3657600" algn="l">
              <a:lnSpc>
                <a:spcPct val="90000"/>
              </a:lnSpc>
              <a:spcBef>
                <a:spcPts val="375"/>
              </a:spcBef>
              <a:spcAft>
                <a:spcPts val="0"/>
              </a:spcAft>
              <a:buSzPts val="1200"/>
              <a:buChar char="•"/>
              <a:defRPr sz="1200"/>
            </a:lvl8pPr>
            <a:lvl9pPr indent="-304800" lvl="8" marL="4114800" algn="l">
              <a:lnSpc>
                <a:spcPct val="90000"/>
              </a:lnSpc>
              <a:spcBef>
                <a:spcPts val="375"/>
              </a:spcBef>
              <a:spcAft>
                <a:spcPts val="0"/>
              </a:spcAft>
              <a:buSzPts val="1200"/>
              <a:buChar char="•"/>
              <a:defRPr sz="1200"/>
            </a:lvl9pPr>
          </a:lstStyle>
          <a:p/>
        </p:txBody>
      </p:sp>
      <p:sp>
        <p:nvSpPr>
          <p:cNvPr id="263" name="Google Shape;263;p6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64" name="Google Shape;264;p69"/>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sp>
        <p:nvSpPr>
          <p:cNvPr id="265" name="Google Shape;265;p69"/>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266" name="Google Shape;266;p69"/>
          <p:cNvSpPr txBox="1"/>
          <p:nvPr>
            <p:ph idx="2" type="body"/>
          </p:nvPr>
        </p:nvSpPr>
        <p:spPr>
          <a:xfrm>
            <a:off x="345195" y="228600"/>
            <a:ext cx="8453700" cy="6870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lt1"/>
              </a:buClr>
              <a:buSzPts val="2700"/>
              <a:buNone/>
              <a:defRPr b="1" sz="2700" cap="none">
                <a:solidFill>
                  <a:schemeClr val="lt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7">
    <p:bg>
      <p:bgPr>
        <a:blipFill>
          <a:blip r:embed="rId2">
            <a:alphaModFix/>
          </a:blip>
          <a:stretch>
            <a:fillRect/>
          </a:stretch>
        </a:blipFill>
      </p:bgPr>
    </p:bg>
    <p:spTree>
      <p:nvGrpSpPr>
        <p:cNvPr id="267" name="Shape 267"/>
        <p:cNvGrpSpPr/>
        <p:nvPr/>
      </p:nvGrpSpPr>
      <p:grpSpPr>
        <a:xfrm>
          <a:off x="0" y="0"/>
          <a:ext cx="0" cy="0"/>
          <a:chOff x="0" y="0"/>
          <a:chExt cx="0" cy="0"/>
        </a:xfrm>
      </p:grpSpPr>
      <p:sp>
        <p:nvSpPr>
          <p:cNvPr id="268" name="Google Shape;268;p7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69" name="Google Shape;269;p7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270" name="Google Shape;270;p70"/>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blipFill>
          <a:blip r:embed="rId2">
            <a:alphaModFix/>
          </a:blip>
          <a:stretch>
            <a:fillRect/>
          </a:stretch>
        </a:blipFill>
      </p:bgPr>
    </p:bg>
    <p:spTree>
      <p:nvGrpSpPr>
        <p:cNvPr id="271" name="Shape 271"/>
        <p:cNvGrpSpPr/>
        <p:nvPr/>
      </p:nvGrpSpPr>
      <p:grpSpPr>
        <a:xfrm>
          <a:off x="0" y="0"/>
          <a:ext cx="0" cy="0"/>
          <a:chOff x="0" y="0"/>
          <a:chExt cx="0" cy="0"/>
        </a:xfrm>
      </p:grpSpPr>
      <p:sp>
        <p:nvSpPr>
          <p:cNvPr id="272" name="Google Shape;272;p7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73" name="Google Shape;273;p7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274" name="Google Shape;274;p71"/>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3">
    <p:bg>
      <p:bgPr>
        <a:blipFill>
          <a:blip r:embed="rId2">
            <a:alphaModFix/>
          </a:blip>
          <a:stretch>
            <a:fillRect/>
          </a:stretch>
        </a:blipFill>
      </p:bgPr>
    </p:bg>
    <p:spTree>
      <p:nvGrpSpPr>
        <p:cNvPr id="275" name="Shape 275"/>
        <p:cNvGrpSpPr/>
        <p:nvPr/>
      </p:nvGrpSpPr>
      <p:grpSpPr>
        <a:xfrm>
          <a:off x="0" y="0"/>
          <a:ext cx="0" cy="0"/>
          <a:chOff x="0" y="0"/>
          <a:chExt cx="0" cy="0"/>
        </a:xfrm>
      </p:grpSpPr>
      <p:sp>
        <p:nvSpPr>
          <p:cNvPr id="276" name="Google Shape;276;p7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77" name="Google Shape;277;p7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278" name="Google Shape;278;p72"/>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4">
    <p:bg>
      <p:bgPr>
        <a:blipFill>
          <a:blip r:embed="rId2">
            <a:alphaModFix/>
          </a:blip>
          <a:stretch>
            <a:fillRect/>
          </a:stretch>
        </a:blipFill>
      </p:bgPr>
    </p:bg>
    <p:spTree>
      <p:nvGrpSpPr>
        <p:cNvPr id="279" name="Shape 279"/>
        <p:cNvGrpSpPr/>
        <p:nvPr/>
      </p:nvGrpSpPr>
      <p:grpSpPr>
        <a:xfrm>
          <a:off x="0" y="0"/>
          <a:ext cx="0" cy="0"/>
          <a:chOff x="0" y="0"/>
          <a:chExt cx="0" cy="0"/>
        </a:xfrm>
      </p:grpSpPr>
      <p:sp>
        <p:nvSpPr>
          <p:cNvPr id="280" name="Google Shape;280;p73"/>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1" name="Google Shape;281;p7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282" name="Google Shape;282;p73"/>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p:bg>
      <p:bgPr>
        <a:blipFill>
          <a:blip r:embed="rId2">
            <a:alphaModFix/>
          </a:blip>
          <a:stretch>
            <a:fillRect/>
          </a:stretch>
        </a:blipFill>
      </p:bgPr>
    </p:bg>
    <p:spTree>
      <p:nvGrpSpPr>
        <p:cNvPr id="283" name="Shape 283"/>
        <p:cNvGrpSpPr/>
        <p:nvPr/>
      </p:nvGrpSpPr>
      <p:grpSpPr>
        <a:xfrm>
          <a:off x="0" y="0"/>
          <a:ext cx="0" cy="0"/>
          <a:chOff x="0" y="0"/>
          <a:chExt cx="0" cy="0"/>
        </a:xfrm>
      </p:grpSpPr>
      <p:sp>
        <p:nvSpPr>
          <p:cNvPr id="284" name="Google Shape;284;p7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5" name="Google Shape;285;p7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86" name="Google Shape;286;p7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6">
    <p:bg>
      <p:bgPr>
        <a:blipFill>
          <a:blip r:embed="rId2">
            <a:alphaModFix/>
          </a:blip>
          <a:stretch>
            <a:fillRect/>
          </a:stretch>
        </a:blipFill>
      </p:bgPr>
    </p:bg>
    <p:spTree>
      <p:nvGrpSpPr>
        <p:cNvPr id="287" name="Shape 287"/>
        <p:cNvGrpSpPr/>
        <p:nvPr/>
      </p:nvGrpSpPr>
      <p:grpSpPr>
        <a:xfrm>
          <a:off x="0" y="0"/>
          <a:ext cx="0" cy="0"/>
          <a:chOff x="0" y="0"/>
          <a:chExt cx="0" cy="0"/>
        </a:xfrm>
      </p:grpSpPr>
      <p:sp>
        <p:nvSpPr>
          <p:cNvPr id="288" name="Google Shape;288;p75"/>
          <p:cNvSpPr txBox="1"/>
          <p:nvPr>
            <p:ph idx="12" type="sldNum"/>
          </p:nvPr>
        </p:nvSpPr>
        <p:spPr>
          <a:xfrm>
            <a:off x="8569842"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9" name="Google Shape;289;p7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pic>
        <p:nvPicPr>
          <p:cNvPr descr="Icon&#10;&#10;Description automatically generated" id="290" name="Google Shape;290;p75"/>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7">
    <p:bg>
      <p:bgPr>
        <a:blipFill>
          <a:blip r:embed="rId2">
            <a:alphaModFix/>
          </a:blip>
          <a:stretch>
            <a:fillRect/>
          </a:stretch>
        </a:blipFill>
      </p:bgPr>
    </p:bg>
    <p:spTree>
      <p:nvGrpSpPr>
        <p:cNvPr id="291" name="Shape 291"/>
        <p:cNvGrpSpPr/>
        <p:nvPr/>
      </p:nvGrpSpPr>
      <p:grpSpPr>
        <a:xfrm>
          <a:off x="0" y="0"/>
          <a:ext cx="0" cy="0"/>
          <a:chOff x="0" y="0"/>
          <a:chExt cx="0" cy="0"/>
        </a:xfrm>
      </p:grpSpPr>
      <p:sp>
        <p:nvSpPr>
          <p:cNvPr id="292" name="Google Shape;292;p76"/>
          <p:cNvSpPr txBox="1"/>
          <p:nvPr>
            <p:ph idx="12" type="sldNum"/>
          </p:nvPr>
        </p:nvSpPr>
        <p:spPr>
          <a:xfrm>
            <a:off x="8569842"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93" name="Google Shape;293;p7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94" name="Google Shape;294;p7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blipFill>
          <a:blip r:embed="rId2">
            <a:alphaModFix/>
          </a:blip>
          <a:stretch>
            <a:fillRect/>
          </a:stretch>
        </a:blipFill>
      </p:bgPr>
    </p:bg>
    <p:spTree>
      <p:nvGrpSpPr>
        <p:cNvPr id="295" name="Shape 295"/>
        <p:cNvGrpSpPr/>
        <p:nvPr/>
      </p:nvGrpSpPr>
      <p:grpSpPr>
        <a:xfrm>
          <a:off x="0" y="0"/>
          <a:ext cx="0" cy="0"/>
          <a:chOff x="0" y="0"/>
          <a:chExt cx="0" cy="0"/>
        </a:xfrm>
      </p:grpSpPr>
      <p:sp>
        <p:nvSpPr>
          <p:cNvPr id="296" name="Google Shape;296;p77"/>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297" name="Google Shape;297;p77"/>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sp>
        <p:nvSpPr>
          <p:cNvPr id="298" name="Google Shape;298;p7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99" name="Google Shape;299;p7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300" name="Google Shape;300;p77"/>
          <p:cNvGrpSpPr/>
          <p:nvPr/>
        </p:nvGrpSpPr>
        <p:grpSpPr>
          <a:xfrm>
            <a:off x="457209" y="474129"/>
            <a:ext cx="1177786" cy="857849"/>
            <a:chOff x="865451" y="2114550"/>
            <a:chExt cx="3399093" cy="2475755"/>
          </a:xfrm>
        </p:grpSpPr>
        <p:sp>
          <p:nvSpPr>
            <p:cNvPr id="301" name="Google Shape;301;p77"/>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2" name="Google Shape;302;p77"/>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303" name="Google Shape;303;p77"/>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8">
    <p:bg>
      <p:bgPr>
        <a:blipFill>
          <a:blip r:embed="rId2">
            <a:alphaModFix/>
          </a:blip>
          <a:stretch>
            <a:fillRect/>
          </a:stretch>
        </a:blipFill>
      </p:bgPr>
    </p:bg>
    <p:spTree>
      <p:nvGrpSpPr>
        <p:cNvPr id="304" name="Shape 304"/>
        <p:cNvGrpSpPr/>
        <p:nvPr/>
      </p:nvGrpSpPr>
      <p:grpSpPr>
        <a:xfrm>
          <a:off x="0" y="0"/>
          <a:ext cx="0" cy="0"/>
          <a:chOff x="0" y="0"/>
          <a:chExt cx="0" cy="0"/>
        </a:xfrm>
      </p:grpSpPr>
      <p:sp>
        <p:nvSpPr>
          <p:cNvPr id="305" name="Google Shape;305;p78"/>
          <p:cNvSpPr txBox="1"/>
          <p:nvPr>
            <p:ph idx="12" type="sldNum"/>
          </p:nvPr>
        </p:nvSpPr>
        <p:spPr>
          <a:xfrm>
            <a:off x="8569842" y="4866972"/>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r>
              <a:rPr lang="en-US"/>
              <a:t>(#)</a:t>
            </a:r>
            <a:endParaRPr>
              <a:solidFill>
                <a:schemeClr val="lt1"/>
              </a:solidFill>
            </a:endParaRPr>
          </a:p>
        </p:txBody>
      </p:sp>
      <p:sp>
        <p:nvSpPr>
          <p:cNvPr id="306" name="Google Shape;306;p7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07" name="Google Shape;307;p7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308" name="Shape 308"/>
        <p:cNvGrpSpPr/>
        <p:nvPr/>
      </p:nvGrpSpPr>
      <p:grpSpPr>
        <a:xfrm>
          <a:off x="0" y="0"/>
          <a:ext cx="0" cy="0"/>
          <a:chOff x="0" y="0"/>
          <a:chExt cx="0" cy="0"/>
        </a:xfrm>
      </p:grpSpPr>
      <p:sp>
        <p:nvSpPr>
          <p:cNvPr id="309" name="Google Shape;309;p7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310" name="Google Shape;310;p79"/>
          <p:cNvGrpSpPr/>
          <p:nvPr/>
        </p:nvGrpSpPr>
        <p:grpSpPr>
          <a:xfrm rot="-5400000">
            <a:off x="5223331" y="1196311"/>
            <a:ext cx="5164333" cy="2747794"/>
            <a:chOff x="1155183" y="3814094"/>
            <a:chExt cx="3118370" cy="1659196"/>
          </a:xfrm>
        </p:grpSpPr>
        <p:sp>
          <p:nvSpPr>
            <p:cNvPr id="311" name="Google Shape;311;p79"/>
            <p:cNvSpPr/>
            <p:nvPr/>
          </p:nvSpPr>
          <p:spPr>
            <a:xfrm>
              <a:off x="1155183" y="3814094"/>
              <a:ext cx="1891200" cy="1652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79"/>
            <p:cNvSpPr/>
            <p:nvPr/>
          </p:nvSpPr>
          <p:spPr>
            <a:xfrm>
              <a:off x="3051053" y="3828390"/>
              <a:ext cx="1222500" cy="1644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3" name="Google Shape;313;p79"/>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Arial"/>
                <a:ea typeface="Arial"/>
                <a:cs typeface="Arial"/>
                <a:sym typeface="Arial"/>
              </a:rPr>
              <a:t>© 2024 Snowflake Inc. All Rights Reserved</a:t>
            </a:r>
            <a:endParaRPr b="0" i="0" sz="600" u="none" cap="none" strike="noStrike">
              <a:solidFill>
                <a:schemeClr val="dk1"/>
              </a:solidFill>
              <a:latin typeface="Arial"/>
              <a:ea typeface="Arial"/>
              <a:cs typeface="Arial"/>
              <a:sym typeface="Arial"/>
            </a:endParaRPr>
          </a:p>
        </p:txBody>
      </p:sp>
      <p:sp>
        <p:nvSpPr>
          <p:cNvPr id="314" name="Google Shape;314;p79"/>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315" name="Google Shape;315;p79"/>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316" name="Google Shape;316;p79"/>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317" name="Google Shape;317;p79"/>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318" name="Shape 318"/>
        <p:cNvGrpSpPr/>
        <p:nvPr/>
      </p:nvGrpSpPr>
      <p:grpSpPr>
        <a:xfrm>
          <a:off x="0" y="0"/>
          <a:ext cx="0" cy="0"/>
          <a:chOff x="0" y="0"/>
          <a:chExt cx="0" cy="0"/>
        </a:xfrm>
      </p:grpSpPr>
      <p:sp>
        <p:nvSpPr>
          <p:cNvPr id="319" name="Google Shape;319;p8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20" name="Google Shape;320;p80"/>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Arial"/>
                <a:ea typeface="Arial"/>
                <a:cs typeface="Arial"/>
                <a:sym typeface="Arial"/>
              </a:rPr>
              <a:t>© 2024 Snowflake Inc. All Rights Reserved</a:t>
            </a:r>
            <a:endParaRPr b="0" i="0" sz="600" u="none" cap="none" strike="noStrike">
              <a:solidFill>
                <a:schemeClr val="dk1"/>
              </a:solidFill>
              <a:latin typeface="Arial"/>
              <a:ea typeface="Arial"/>
              <a:cs typeface="Arial"/>
              <a:sym typeface="Arial"/>
            </a:endParaRPr>
          </a:p>
        </p:txBody>
      </p:sp>
      <p:sp>
        <p:nvSpPr>
          <p:cNvPr id="321" name="Google Shape;321;p80"/>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322" name="Google Shape;322;p80"/>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323" name="Google Shape;323;p80"/>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324" name="Google Shape;324;p80"/>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325" name="Google Shape;325;p80"/>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1764"/>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326" name="Shape 326"/>
        <p:cNvGrpSpPr/>
        <p:nvPr/>
      </p:nvGrpSpPr>
      <p:grpSpPr>
        <a:xfrm>
          <a:off x="0" y="0"/>
          <a:ext cx="0" cy="0"/>
          <a:chOff x="0" y="0"/>
          <a:chExt cx="0" cy="0"/>
        </a:xfrm>
      </p:grpSpPr>
      <p:sp>
        <p:nvSpPr>
          <p:cNvPr id="327" name="Google Shape;327;p81"/>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328" name="Google Shape;328;p81"/>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329" name="Google Shape;329;p81"/>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sp>
        <p:nvSpPr>
          <p:cNvPr id="330" name="Google Shape;330;p81"/>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1764"/>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 Bio 2">
  <p:cSld name="Summit22 - Divider1_1_1_1_1_1_2">
    <p:bg>
      <p:bgPr>
        <a:solidFill>
          <a:schemeClr val="lt1"/>
        </a:solidFill>
      </p:bgPr>
    </p:bg>
    <p:spTree>
      <p:nvGrpSpPr>
        <p:cNvPr id="331" name="Shape 331"/>
        <p:cNvGrpSpPr/>
        <p:nvPr/>
      </p:nvGrpSpPr>
      <p:grpSpPr>
        <a:xfrm>
          <a:off x="0" y="0"/>
          <a:ext cx="0" cy="0"/>
          <a:chOff x="0" y="0"/>
          <a:chExt cx="0" cy="0"/>
        </a:xfrm>
      </p:grpSpPr>
      <p:pic>
        <p:nvPicPr>
          <p:cNvPr id="332" name="Google Shape;332;p84"/>
          <p:cNvPicPr preferRelativeResize="0"/>
          <p:nvPr/>
        </p:nvPicPr>
        <p:blipFill rotWithShape="1">
          <a:blip r:embed="rId2">
            <a:alphaModFix/>
          </a:blip>
          <a:srcRect b="0" l="0" r="0" t="0"/>
          <a:stretch/>
        </p:blipFill>
        <p:spPr>
          <a:xfrm>
            <a:off x="-17279" y="-9750"/>
            <a:ext cx="9178665" cy="5162999"/>
          </a:xfrm>
          <a:prstGeom prst="rect">
            <a:avLst/>
          </a:prstGeom>
          <a:noFill/>
          <a:ln>
            <a:noFill/>
          </a:ln>
        </p:spPr>
      </p:pic>
      <p:sp>
        <p:nvSpPr>
          <p:cNvPr id="333" name="Google Shape;333;p8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34" name="Google Shape;334;p84"/>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sp>
        <p:nvSpPr>
          <p:cNvPr id="335" name="Google Shape;335;p84"/>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336" name="Google Shape;336;p84"/>
          <p:cNvSpPr/>
          <p:nvPr>
            <p:ph idx="2" type="pic"/>
          </p:nvPr>
        </p:nvSpPr>
        <p:spPr>
          <a:xfrm>
            <a:off x="480450" y="523875"/>
            <a:ext cx="3262200" cy="4029300"/>
          </a:xfrm>
          <a:prstGeom prst="rect">
            <a:avLst/>
          </a:prstGeom>
          <a:solidFill>
            <a:srgbClr val="F2F2F2"/>
          </a:solidFill>
          <a:ln cap="flat" cmpd="sng" w="9525">
            <a:solidFill>
              <a:schemeClr val="lt1"/>
            </a:solidFill>
            <a:prstDash val="solid"/>
            <a:round/>
            <a:headEnd len="sm" w="sm" type="none"/>
            <a:tailEnd len="sm" w="sm" type="none"/>
          </a:ln>
        </p:spPr>
      </p:sp>
      <p:sp>
        <p:nvSpPr>
          <p:cNvPr id="337" name="Google Shape;337;p84"/>
          <p:cNvSpPr txBox="1"/>
          <p:nvPr>
            <p:ph idx="1" type="body"/>
          </p:nvPr>
        </p:nvSpPr>
        <p:spPr>
          <a:xfrm>
            <a:off x="4027950" y="1021491"/>
            <a:ext cx="3955200" cy="994200"/>
          </a:xfrm>
          <a:prstGeom prst="rect">
            <a:avLst/>
          </a:prstGeom>
          <a:noFill/>
          <a:ln>
            <a:noFill/>
          </a:ln>
        </p:spPr>
        <p:txBody>
          <a:bodyPr anchorCtr="0" anchor="t" bIns="45700" lIns="91425" spcFirstLastPara="1" rIns="91425" wrap="square" tIns="45700">
            <a:noAutofit/>
          </a:bodyPr>
          <a:lstStyle>
            <a:lvl1pPr indent="-381000" lvl="0" marL="457200" algn="l">
              <a:lnSpc>
                <a:spcPct val="115000"/>
              </a:lnSpc>
              <a:spcBef>
                <a:spcPts val="0"/>
              </a:spcBef>
              <a:spcAft>
                <a:spcPts val="0"/>
              </a:spcAft>
              <a:buClr>
                <a:schemeClr val="lt1"/>
              </a:buClr>
              <a:buSzPts val="2400"/>
              <a:buChar char="•"/>
              <a:defRPr b="1" sz="2400">
                <a:solidFill>
                  <a:schemeClr val="lt1"/>
                </a:solidFill>
              </a:defRPr>
            </a:lvl1pPr>
            <a:lvl2pPr indent="-381000" lvl="1" marL="914400" algn="l">
              <a:lnSpc>
                <a:spcPct val="115000"/>
              </a:lnSpc>
              <a:spcBef>
                <a:spcPts val="0"/>
              </a:spcBef>
              <a:spcAft>
                <a:spcPts val="0"/>
              </a:spcAft>
              <a:buClr>
                <a:schemeClr val="lt1"/>
              </a:buClr>
              <a:buSzPts val="2400"/>
              <a:buChar char="•"/>
              <a:defRPr sz="2400">
                <a:solidFill>
                  <a:schemeClr val="lt1"/>
                </a:solidFill>
              </a:defRPr>
            </a:lvl2pPr>
            <a:lvl3pPr indent="-381000" lvl="2" marL="1371600" algn="l">
              <a:lnSpc>
                <a:spcPct val="115000"/>
              </a:lnSpc>
              <a:spcBef>
                <a:spcPts val="0"/>
              </a:spcBef>
              <a:spcAft>
                <a:spcPts val="0"/>
              </a:spcAft>
              <a:buClr>
                <a:schemeClr val="lt1"/>
              </a:buClr>
              <a:buSzPts val="2400"/>
              <a:buChar char="•"/>
              <a:defRPr sz="2400">
                <a:solidFill>
                  <a:schemeClr val="lt1"/>
                </a:solidFill>
              </a:defRPr>
            </a:lvl3pPr>
            <a:lvl4pPr indent="-381000" lvl="3" marL="1828800" algn="l">
              <a:lnSpc>
                <a:spcPct val="115000"/>
              </a:lnSpc>
              <a:spcBef>
                <a:spcPts val="0"/>
              </a:spcBef>
              <a:spcAft>
                <a:spcPts val="0"/>
              </a:spcAft>
              <a:buClr>
                <a:schemeClr val="lt1"/>
              </a:buClr>
              <a:buSzPts val="2400"/>
              <a:buChar char="•"/>
              <a:defRPr sz="2400">
                <a:solidFill>
                  <a:schemeClr val="lt1"/>
                </a:solidFill>
              </a:defRPr>
            </a:lvl4pPr>
            <a:lvl5pPr indent="-381000" lvl="4" marL="2286000" algn="l">
              <a:lnSpc>
                <a:spcPct val="115000"/>
              </a:lnSpc>
              <a:spcBef>
                <a:spcPts val="0"/>
              </a:spcBef>
              <a:spcAft>
                <a:spcPts val="0"/>
              </a:spcAft>
              <a:buClr>
                <a:schemeClr val="lt1"/>
              </a:buClr>
              <a:buSzPts val="2400"/>
              <a:buChar char="•"/>
              <a:defRPr sz="2400">
                <a:solidFill>
                  <a:schemeClr val="lt1"/>
                </a:solidFill>
              </a:defRPr>
            </a:lvl5pPr>
            <a:lvl6pPr indent="-381000" lvl="5" marL="2743200" algn="l">
              <a:lnSpc>
                <a:spcPct val="115000"/>
              </a:lnSpc>
              <a:spcBef>
                <a:spcPts val="0"/>
              </a:spcBef>
              <a:spcAft>
                <a:spcPts val="0"/>
              </a:spcAft>
              <a:buClr>
                <a:schemeClr val="lt1"/>
              </a:buClr>
              <a:buSzPts val="2400"/>
              <a:buChar char="•"/>
              <a:defRPr sz="2400">
                <a:solidFill>
                  <a:schemeClr val="lt1"/>
                </a:solidFill>
              </a:defRPr>
            </a:lvl6pPr>
            <a:lvl7pPr indent="-381000" lvl="6" marL="3200400" algn="l">
              <a:lnSpc>
                <a:spcPct val="115000"/>
              </a:lnSpc>
              <a:spcBef>
                <a:spcPts val="0"/>
              </a:spcBef>
              <a:spcAft>
                <a:spcPts val="0"/>
              </a:spcAft>
              <a:buClr>
                <a:schemeClr val="lt1"/>
              </a:buClr>
              <a:buSzPts val="2400"/>
              <a:buChar char="•"/>
              <a:defRPr sz="2400">
                <a:solidFill>
                  <a:schemeClr val="lt1"/>
                </a:solidFill>
              </a:defRPr>
            </a:lvl7pPr>
            <a:lvl8pPr indent="-381000" lvl="7" marL="3657600" algn="l">
              <a:lnSpc>
                <a:spcPct val="115000"/>
              </a:lnSpc>
              <a:spcBef>
                <a:spcPts val="0"/>
              </a:spcBef>
              <a:spcAft>
                <a:spcPts val="0"/>
              </a:spcAft>
              <a:buClr>
                <a:schemeClr val="lt1"/>
              </a:buClr>
              <a:buSzPts val="2400"/>
              <a:buChar char="•"/>
              <a:defRPr sz="2400">
                <a:solidFill>
                  <a:schemeClr val="lt1"/>
                </a:solidFill>
              </a:defRPr>
            </a:lvl8pPr>
            <a:lvl9pPr indent="-381000" lvl="8" marL="4114800" algn="l">
              <a:lnSpc>
                <a:spcPct val="115000"/>
              </a:lnSpc>
              <a:spcBef>
                <a:spcPts val="0"/>
              </a:spcBef>
              <a:spcAft>
                <a:spcPts val="0"/>
              </a:spcAft>
              <a:buClr>
                <a:schemeClr val="lt1"/>
              </a:buClr>
              <a:buSzPts val="2400"/>
              <a:buChar char="•"/>
              <a:defRPr sz="2400">
                <a:solidFill>
                  <a:schemeClr val="lt1"/>
                </a:solidFill>
              </a:defRPr>
            </a:lvl9pPr>
          </a:lstStyle>
          <a:p/>
        </p:txBody>
      </p:sp>
      <p:sp>
        <p:nvSpPr>
          <p:cNvPr id="338" name="Google Shape;338;p84"/>
          <p:cNvSpPr txBox="1"/>
          <p:nvPr>
            <p:ph idx="3" type="body"/>
          </p:nvPr>
        </p:nvSpPr>
        <p:spPr>
          <a:xfrm>
            <a:off x="4027950" y="1830025"/>
            <a:ext cx="4146300" cy="2949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0"/>
              </a:spcBef>
              <a:spcAft>
                <a:spcPts val="0"/>
              </a:spcAft>
              <a:buClr>
                <a:schemeClr val="lt1"/>
              </a:buClr>
              <a:buSzPts val="1800"/>
              <a:buChar char="•"/>
              <a:defRPr>
                <a:solidFill>
                  <a:schemeClr val="lt1"/>
                </a:solidFill>
              </a:defRPr>
            </a:lvl1pPr>
            <a:lvl2pPr indent="-342900" lvl="1" marL="914400" algn="l">
              <a:lnSpc>
                <a:spcPct val="90000"/>
              </a:lnSpc>
              <a:spcBef>
                <a:spcPts val="0"/>
              </a:spcBef>
              <a:spcAft>
                <a:spcPts val="0"/>
              </a:spcAft>
              <a:buSzPts val="1800"/>
              <a:buChar char="•"/>
              <a:defRPr/>
            </a:lvl2pPr>
            <a:lvl3pPr indent="-317500" lvl="2" marL="1371600" algn="l">
              <a:lnSpc>
                <a:spcPct val="90000"/>
              </a:lnSpc>
              <a:spcBef>
                <a:spcPts val="0"/>
              </a:spcBef>
              <a:spcAft>
                <a:spcPts val="0"/>
              </a:spcAft>
              <a:buSzPts val="1400"/>
              <a:buChar char="•"/>
              <a:defRPr/>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SzPts val="1400"/>
              <a:buChar char="•"/>
              <a:defRPr/>
            </a:lvl6pPr>
            <a:lvl7pPr indent="-317500" lvl="6" marL="3200400" algn="l">
              <a:lnSpc>
                <a:spcPct val="90000"/>
              </a:lnSpc>
              <a:spcBef>
                <a:spcPts val="0"/>
              </a:spcBef>
              <a:spcAft>
                <a:spcPts val="0"/>
              </a:spcAft>
              <a:buSzPts val="1400"/>
              <a:buChar char="•"/>
              <a:defRPr/>
            </a:lvl7pPr>
            <a:lvl8pPr indent="-317500" lvl="7" marL="3657600" algn="l">
              <a:lnSpc>
                <a:spcPct val="90000"/>
              </a:lnSpc>
              <a:spcBef>
                <a:spcPts val="0"/>
              </a:spcBef>
              <a:spcAft>
                <a:spcPts val="0"/>
              </a:spcAft>
              <a:buSzPts val="1400"/>
              <a:buChar char="•"/>
              <a:defRPr/>
            </a:lvl8pPr>
            <a:lvl9pPr indent="-317500" lvl="8" marL="4114800" algn="l">
              <a:lnSpc>
                <a:spcPct val="90000"/>
              </a:lnSpc>
              <a:spcBef>
                <a:spcPts val="0"/>
              </a:spcBef>
              <a:spcAft>
                <a:spcPts val="0"/>
              </a:spcAft>
              <a:buSzPts val="1400"/>
              <a:buChar char="•"/>
              <a:defRPr/>
            </a:lvl9pPr>
          </a:lstStyle>
          <a:p/>
        </p:txBody>
      </p:sp>
      <p:sp>
        <p:nvSpPr>
          <p:cNvPr id="339" name="Google Shape;339;p84"/>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Divider Slide 2">
  <p:cSld name="Summit22 - Title 1_2_1">
    <p:bg>
      <p:bgPr>
        <a:solidFill>
          <a:schemeClr val="lt1"/>
        </a:solidFill>
      </p:bgPr>
    </p:bg>
    <p:spTree>
      <p:nvGrpSpPr>
        <p:cNvPr id="340" name="Shape 340"/>
        <p:cNvGrpSpPr/>
        <p:nvPr/>
      </p:nvGrpSpPr>
      <p:grpSpPr>
        <a:xfrm>
          <a:off x="0" y="0"/>
          <a:ext cx="0" cy="0"/>
          <a:chOff x="0" y="0"/>
          <a:chExt cx="0" cy="0"/>
        </a:xfrm>
      </p:grpSpPr>
      <p:pic>
        <p:nvPicPr>
          <p:cNvPr id="341" name="Google Shape;341;p85"/>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42" name="Google Shape;342;p85"/>
          <p:cNvSpPr txBox="1"/>
          <p:nvPr>
            <p:ph idx="1" type="body"/>
          </p:nvPr>
        </p:nvSpPr>
        <p:spPr>
          <a:xfrm>
            <a:off x="648546" y="2824478"/>
            <a:ext cx="7863900" cy="731400"/>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0"/>
              </a:spcBef>
              <a:spcAft>
                <a:spcPts val="0"/>
              </a:spcAft>
              <a:buClr>
                <a:schemeClr val="dk2"/>
              </a:buClr>
              <a:buSzPts val="2700"/>
              <a:buNone/>
              <a:defRPr b="1" sz="27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43" name="Google Shape;343;p85"/>
          <p:cNvSpPr txBox="1"/>
          <p:nvPr>
            <p:ph idx="2" type="body"/>
          </p:nvPr>
        </p:nvSpPr>
        <p:spPr>
          <a:xfrm>
            <a:off x="645160" y="3655727"/>
            <a:ext cx="7870500" cy="2286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1100"/>
              <a:buNone/>
              <a:defRPr b="1" sz="11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44" name="Google Shape;344;p85"/>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45" name="Google Shape;345;p85"/>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sp>
        <p:nvSpPr>
          <p:cNvPr id="346" name="Google Shape;346;p85"/>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347" name="Shape 347"/>
        <p:cNvGrpSpPr/>
        <p:nvPr/>
      </p:nvGrpSpPr>
      <p:grpSpPr>
        <a:xfrm>
          <a:off x="0" y="0"/>
          <a:ext cx="0" cy="0"/>
          <a:chOff x="0" y="0"/>
          <a:chExt cx="0" cy="0"/>
        </a:xfrm>
      </p:grpSpPr>
      <p:pic>
        <p:nvPicPr>
          <p:cNvPr id="348" name="Google Shape;348;p86"/>
          <p:cNvPicPr preferRelativeResize="0"/>
          <p:nvPr/>
        </p:nvPicPr>
        <p:blipFill rotWithShape="1">
          <a:blip r:embed="rId2">
            <a:alphaModFix/>
          </a:blip>
          <a:srcRect b="0" l="0" r="0" t="0"/>
          <a:stretch/>
        </p:blipFill>
        <p:spPr>
          <a:xfrm>
            <a:off x="-17279" y="-9750"/>
            <a:ext cx="9178665" cy="5162999"/>
          </a:xfrm>
          <a:prstGeom prst="rect">
            <a:avLst/>
          </a:prstGeom>
          <a:noFill/>
          <a:ln>
            <a:noFill/>
          </a:ln>
        </p:spPr>
      </p:pic>
      <p:sp>
        <p:nvSpPr>
          <p:cNvPr id="349" name="Google Shape;349;p86"/>
          <p:cNvSpPr txBox="1"/>
          <p:nvPr>
            <p:ph idx="1" type="body"/>
          </p:nvPr>
        </p:nvSpPr>
        <p:spPr>
          <a:xfrm>
            <a:off x="4819651" y="904875"/>
            <a:ext cx="3978900" cy="3914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lt1"/>
              </a:buClr>
              <a:buSzPts val="1400"/>
              <a:buFont typeface="Arial"/>
              <a:buNone/>
              <a:defRPr sz="1400">
                <a:solidFill>
                  <a:schemeClr val="lt1"/>
                </a:solidFill>
              </a:defRPr>
            </a:lvl1pPr>
            <a:lvl2pPr indent="-228600" lvl="1" marL="914400" algn="l">
              <a:lnSpc>
                <a:spcPct val="90000"/>
              </a:lnSpc>
              <a:spcBef>
                <a:spcPts val="375"/>
              </a:spcBef>
              <a:spcAft>
                <a:spcPts val="0"/>
              </a:spcAft>
              <a:buClr>
                <a:schemeClr val="lt1"/>
              </a:buClr>
              <a:buSzPts val="1400"/>
              <a:buFont typeface="Arial"/>
              <a:buNone/>
              <a:defRPr>
                <a:solidFill>
                  <a:schemeClr val="lt1"/>
                </a:solidFill>
              </a:defRPr>
            </a:lvl2pPr>
            <a:lvl3pPr indent="-228600" lvl="2" marL="1371600" algn="l">
              <a:lnSpc>
                <a:spcPct val="90000"/>
              </a:lnSpc>
              <a:spcBef>
                <a:spcPts val="375"/>
              </a:spcBef>
              <a:spcAft>
                <a:spcPts val="0"/>
              </a:spcAft>
              <a:buClr>
                <a:schemeClr val="lt1"/>
              </a:buClr>
              <a:buSzPts val="1200"/>
              <a:buFont typeface="Arial"/>
              <a:buNone/>
              <a:defRPr>
                <a:solidFill>
                  <a:schemeClr val="lt1"/>
                </a:solidFill>
              </a:defRPr>
            </a:lvl3pPr>
            <a:lvl4pPr indent="-228600" lvl="3" marL="1828800" algn="l">
              <a:lnSpc>
                <a:spcPct val="90000"/>
              </a:lnSpc>
              <a:spcBef>
                <a:spcPts val="375"/>
              </a:spcBef>
              <a:spcAft>
                <a:spcPts val="0"/>
              </a:spcAft>
              <a:buClr>
                <a:schemeClr val="lt1"/>
              </a:buClr>
              <a:buSzPts val="1200"/>
              <a:buFont typeface="Arial"/>
              <a:buNone/>
              <a:defRPr>
                <a:solidFill>
                  <a:schemeClr val="lt1"/>
                </a:solidFill>
              </a:defRPr>
            </a:lvl4pPr>
            <a:lvl5pPr indent="-228600" lvl="4" marL="2286000" algn="l">
              <a:lnSpc>
                <a:spcPct val="90000"/>
              </a:lnSpc>
              <a:spcBef>
                <a:spcPts val="375"/>
              </a:spcBef>
              <a:spcAft>
                <a:spcPts val="0"/>
              </a:spcAft>
              <a:buClr>
                <a:schemeClr val="lt1"/>
              </a:buClr>
              <a:buSzPts val="1200"/>
              <a:buFont typeface="Arial"/>
              <a:buNone/>
              <a:defRPr>
                <a:solidFill>
                  <a:schemeClr val="lt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50" name="Google Shape;350;p86"/>
          <p:cNvSpPr/>
          <p:nvPr/>
        </p:nvSpPr>
        <p:spPr>
          <a:xfrm>
            <a:off x="-17275" y="-9600"/>
            <a:ext cx="4589400" cy="5163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351" name="Google Shape;351;p86"/>
          <p:cNvSpPr txBox="1"/>
          <p:nvPr>
            <p:ph idx="2" type="body"/>
          </p:nvPr>
        </p:nvSpPr>
        <p:spPr>
          <a:xfrm>
            <a:off x="345195" y="226036"/>
            <a:ext cx="3955200" cy="543000"/>
          </a:xfrm>
          <a:prstGeom prst="rect">
            <a:avLst/>
          </a:prstGeom>
          <a:noFill/>
          <a:ln>
            <a:noFill/>
          </a:ln>
        </p:spPr>
        <p:txBody>
          <a:bodyPr anchorCtr="0" anchor="t" bIns="45700" lIns="91425" spcFirstLastPara="1" rIns="91425" wrap="square" tIns="45700">
            <a:normAutofit/>
          </a:bodyPr>
          <a:lstStyle>
            <a:lvl1pPr indent="-228600" lvl="0" marL="457200" algn="l">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52" name="Google Shape;352;p8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53" name="Google Shape;353;p86"/>
          <p:cNvSpPr txBox="1"/>
          <p:nvPr>
            <p:ph idx="3" type="body"/>
          </p:nvPr>
        </p:nvSpPr>
        <p:spPr>
          <a:xfrm>
            <a:off x="345447" y="731520"/>
            <a:ext cx="3955200" cy="2949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54" name="Google Shape;354;p86"/>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
        <p:nvSpPr>
          <p:cNvPr id="355" name="Google Shape;355;p86"/>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Bkg :ight">
  <p:cSld name="Summit22 - Thank You_1">
    <p:spTree>
      <p:nvGrpSpPr>
        <p:cNvPr id="356" name="Shape 356"/>
        <p:cNvGrpSpPr/>
        <p:nvPr/>
      </p:nvGrpSpPr>
      <p:grpSpPr>
        <a:xfrm>
          <a:off x="0" y="0"/>
          <a:ext cx="0" cy="0"/>
          <a:chOff x="0" y="0"/>
          <a:chExt cx="0" cy="0"/>
        </a:xfrm>
      </p:grpSpPr>
      <p:sp>
        <p:nvSpPr>
          <p:cNvPr id="357" name="Google Shape;357;p87"/>
          <p:cNvSpPr/>
          <p:nvPr/>
        </p:nvSpPr>
        <p:spPr>
          <a:xfrm>
            <a:off x="-35575" y="-9750"/>
            <a:ext cx="9212100" cy="5163000"/>
          </a:xfrm>
          <a:prstGeom prst="rect">
            <a:avLst/>
          </a:prstGeom>
          <a:gradFill>
            <a:gsLst>
              <a:gs pos="0">
                <a:srgbClr val="98DEFF"/>
              </a:gs>
              <a:gs pos="100000">
                <a:srgbClr val="B2E7FF">
                  <a:alpha val="48235"/>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8" name="Google Shape;358;p8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59" name="Google Shape;359;p87"/>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sp>
        <p:nvSpPr>
          <p:cNvPr id="360" name="Google Shape;360;p87"/>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361" name="Google Shape;361;p87"/>
          <p:cNvSpPr txBox="1"/>
          <p:nvPr>
            <p:ph idx="1" type="body"/>
          </p:nvPr>
        </p:nvSpPr>
        <p:spPr>
          <a:xfrm>
            <a:off x="345195" y="228600"/>
            <a:ext cx="8453700" cy="6870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Vegas with Characters Content Slide">
  <p:cSld name="Summit22 - Title 1_5">
    <p:bg>
      <p:bgPr>
        <a:solidFill>
          <a:schemeClr val="lt1"/>
        </a:solidFill>
      </p:bgPr>
    </p:bg>
    <p:spTree>
      <p:nvGrpSpPr>
        <p:cNvPr id="362" name="Shape 362"/>
        <p:cNvGrpSpPr/>
        <p:nvPr/>
      </p:nvGrpSpPr>
      <p:grpSpPr>
        <a:xfrm>
          <a:off x="0" y="0"/>
          <a:ext cx="0" cy="0"/>
          <a:chOff x="0" y="0"/>
          <a:chExt cx="0" cy="0"/>
        </a:xfrm>
      </p:grpSpPr>
      <p:pic>
        <p:nvPicPr>
          <p:cNvPr id="363" name="Google Shape;363;p88"/>
          <p:cNvPicPr preferRelativeResize="0"/>
          <p:nvPr/>
        </p:nvPicPr>
        <p:blipFill rotWithShape="1">
          <a:blip r:embed="rId2">
            <a:alphaModFix/>
          </a:blip>
          <a:srcRect b="0" l="0" r="0" t="0"/>
          <a:stretch/>
        </p:blipFill>
        <p:spPr>
          <a:xfrm>
            <a:off x="-8867" y="-19512"/>
            <a:ext cx="9178665" cy="5162999"/>
          </a:xfrm>
          <a:prstGeom prst="rect">
            <a:avLst/>
          </a:prstGeom>
          <a:noFill/>
          <a:ln>
            <a:noFill/>
          </a:ln>
        </p:spPr>
      </p:pic>
      <p:sp>
        <p:nvSpPr>
          <p:cNvPr id="364" name="Google Shape;364;p8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65" name="Google Shape;365;p88"/>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sp>
        <p:nvSpPr>
          <p:cNvPr id="366" name="Google Shape;366;p88"/>
          <p:cNvSpPr txBox="1"/>
          <p:nvPr>
            <p:ph idx="1" type="body"/>
          </p:nvPr>
        </p:nvSpPr>
        <p:spPr>
          <a:xfrm>
            <a:off x="345196" y="231569"/>
            <a:ext cx="8453700" cy="6858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7" name="Google Shape;367;p88"/>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Thank You">
  <p:cSld name="Summit22 - Thank You_2">
    <p:spTree>
      <p:nvGrpSpPr>
        <p:cNvPr id="368" name="Shape 368"/>
        <p:cNvGrpSpPr/>
        <p:nvPr/>
      </p:nvGrpSpPr>
      <p:grpSpPr>
        <a:xfrm>
          <a:off x="0" y="0"/>
          <a:ext cx="0" cy="0"/>
          <a:chOff x="0" y="0"/>
          <a:chExt cx="0" cy="0"/>
        </a:xfrm>
      </p:grpSpPr>
      <p:pic>
        <p:nvPicPr>
          <p:cNvPr id="369" name="Google Shape;369;p89"/>
          <p:cNvPicPr preferRelativeResize="0"/>
          <p:nvPr/>
        </p:nvPicPr>
        <p:blipFill rotWithShape="1">
          <a:blip r:embed="rId2">
            <a:alphaModFix/>
          </a:blip>
          <a:srcRect b="0" l="0" r="0" t="0"/>
          <a:stretch/>
        </p:blipFill>
        <p:spPr>
          <a:xfrm>
            <a:off x="10" y="-13"/>
            <a:ext cx="9143997" cy="5143545"/>
          </a:xfrm>
          <a:prstGeom prst="rect">
            <a:avLst/>
          </a:prstGeom>
          <a:noFill/>
          <a:ln>
            <a:noFill/>
          </a:ln>
        </p:spPr>
      </p:pic>
      <p:sp>
        <p:nvSpPr>
          <p:cNvPr id="370" name="Google Shape;370;p8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71" name="Google Shape;371;p89"/>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2024 Snowflake Inc. All Rights Reserved</a:t>
            </a:r>
            <a:endParaRPr b="0" i="0" sz="600" u="none" cap="none" strike="noStrike">
              <a:solidFill>
                <a:schemeClr val="lt1"/>
              </a:solidFill>
              <a:latin typeface="Arial"/>
              <a:ea typeface="Arial"/>
              <a:cs typeface="Arial"/>
              <a:sym typeface="Arial"/>
            </a:endParaRPr>
          </a:p>
        </p:txBody>
      </p:sp>
      <p:sp>
        <p:nvSpPr>
          <p:cNvPr id="372" name="Google Shape;372;p89"/>
          <p:cNvSpPr txBox="1"/>
          <p:nvPr>
            <p:ph idx="1" type="body"/>
          </p:nvPr>
        </p:nvSpPr>
        <p:spPr>
          <a:xfrm>
            <a:off x="2272412" y="2285447"/>
            <a:ext cx="4599300" cy="567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750"/>
              </a:spcBef>
              <a:spcAft>
                <a:spcPts val="0"/>
              </a:spcAft>
              <a:buClr>
                <a:schemeClr val="dk2"/>
              </a:buClr>
              <a:buSzPts val="4000"/>
              <a:buNone/>
              <a:defRPr b="1" sz="40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3" name="Google Shape;373;p89"/>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8">
    <p:bg>
      <p:bgPr>
        <a:solidFill>
          <a:schemeClr val="lt1"/>
        </a:solidFill>
      </p:bgPr>
    </p:bg>
    <p:spTree>
      <p:nvGrpSpPr>
        <p:cNvPr id="378" name="Shape 378"/>
        <p:cNvGrpSpPr/>
        <p:nvPr/>
      </p:nvGrpSpPr>
      <p:grpSpPr>
        <a:xfrm>
          <a:off x="0" y="0"/>
          <a:ext cx="0" cy="0"/>
          <a:chOff x="0" y="0"/>
          <a:chExt cx="0" cy="0"/>
        </a:xfrm>
      </p:grpSpPr>
      <p:sp>
        <p:nvSpPr>
          <p:cNvPr id="379" name="Google Shape;379;g327d8e625f7_1_13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80" name="Google Shape;380;g327d8e625f7_1_13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81" name="Google Shape;381;g327d8e625f7_1_13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2025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p:cSld name="Multi-use layout_1">
    <p:spTree>
      <p:nvGrpSpPr>
        <p:cNvPr id="382" name="Shape 382"/>
        <p:cNvGrpSpPr/>
        <p:nvPr/>
      </p:nvGrpSpPr>
      <p:grpSpPr>
        <a:xfrm>
          <a:off x="0" y="0"/>
          <a:ext cx="0" cy="0"/>
          <a:chOff x="0" y="0"/>
          <a:chExt cx="0" cy="0"/>
        </a:xfrm>
      </p:grpSpPr>
      <p:sp>
        <p:nvSpPr>
          <p:cNvPr id="383" name="Google Shape;383;g3d45bd621e8_0_48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84" name="Google Shape;384;g3d45bd621e8_0_48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385" name="Google Shape;385;g3d45bd621e8_0_489"/>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386" name="Google Shape;386;g3d45bd621e8_0_489"/>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3d45bd621e8_0_48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2025 Snowflake Inc. All Rights Reserved</a:t>
            </a:r>
            <a:endParaRPr b="0" i="0" sz="600" u="none" cap="none" strike="noStrike">
              <a:solidFill>
                <a:srgbClr val="929292"/>
              </a:solidFill>
              <a:latin typeface="Arial"/>
              <a:ea typeface="Arial"/>
              <a:cs typeface="Arial"/>
              <a:sym typeface="Arial"/>
            </a:endParaRPr>
          </a:p>
        </p:txBody>
      </p:sp>
      <p:sp>
        <p:nvSpPr>
          <p:cNvPr id="388" name="Google Shape;388;g3d45bd621e8_0_48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3d45bd621e8_0_489"/>
          <p:cNvSpPr txBox="1"/>
          <p:nvPr>
            <p:ph type="title"/>
          </p:nvPr>
        </p:nvSpPr>
        <p:spPr>
          <a:xfrm>
            <a:off x="365750" y="274323"/>
            <a:ext cx="8344800" cy="365700"/>
          </a:xfrm>
          <a:prstGeom prst="rect">
            <a:avLst/>
          </a:prstGeom>
          <a:noFill/>
          <a:ln>
            <a:noFill/>
          </a:ln>
        </p:spPr>
        <p:txBody>
          <a:bodyPr anchorCtr="0" anchor="t" bIns="91425" lIns="91425" spcFirstLastPara="1" rIns="91425" wrap="square" tIns="91425">
            <a:no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blipFill>
          <a:blip r:embed="rId2">
            <a:alphaModFix/>
          </a:blip>
          <a:stretch>
            <a:fillRect/>
          </a:stretch>
        </a:blipFill>
      </p:bgPr>
    </p:bg>
    <p:spTree>
      <p:nvGrpSpPr>
        <p:cNvPr id="390" name="Shape 390"/>
        <p:cNvGrpSpPr/>
        <p:nvPr/>
      </p:nvGrpSpPr>
      <p:grpSpPr>
        <a:xfrm>
          <a:off x="0" y="0"/>
          <a:ext cx="0" cy="0"/>
          <a:chOff x="0" y="0"/>
          <a:chExt cx="0" cy="0"/>
        </a:xfrm>
      </p:grpSpPr>
      <p:sp>
        <p:nvSpPr>
          <p:cNvPr id="391" name="Google Shape;391;g327d8e625f7_1_10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392" name="Google Shape;392;g327d8e625f7_1_108"/>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p:bg>
      <p:bgPr>
        <a:blipFill>
          <a:blip r:embed="rId2">
            <a:alphaModFix/>
          </a:blip>
          <a:stretch>
            <a:fillRect/>
          </a:stretch>
        </a:blipFill>
      </p:bgPr>
    </p:bg>
    <p:spTree>
      <p:nvGrpSpPr>
        <p:cNvPr id="393" name="Shape 393"/>
        <p:cNvGrpSpPr/>
        <p:nvPr/>
      </p:nvGrpSpPr>
      <p:grpSpPr>
        <a:xfrm>
          <a:off x="0" y="0"/>
          <a:ext cx="0" cy="0"/>
          <a:chOff x="0" y="0"/>
          <a:chExt cx="0" cy="0"/>
        </a:xfrm>
      </p:grpSpPr>
      <p:sp>
        <p:nvSpPr>
          <p:cNvPr id="394" name="Google Shape;394;g327d8e625f7_1_11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95" name="Google Shape;395;g327d8e625f7_1_11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396" name="Google Shape;396;g327d8e625f7_1_111"/>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2">
    <p:bg>
      <p:bgPr>
        <a:blipFill>
          <a:blip r:embed="rId2">
            <a:alphaModFix/>
          </a:blip>
          <a:stretch>
            <a:fillRect/>
          </a:stretch>
        </a:blipFill>
      </p:bgPr>
    </p:bg>
    <p:spTree>
      <p:nvGrpSpPr>
        <p:cNvPr id="397" name="Shape 397"/>
        <p:cNvGrpSpPr/>
        <p:nvPr/>
      </p:nvGrpSpPr>
      <p:grpSpPr>
        <a:xfrm>
          <a:off x="0" y="0"/>
          <a:ext cx="0" cy="0"/>
          <a:chOff x="0" y="0"/>
          <a:chExt cx="0" cy="0"/>
        </a:xfrm>
      </p:grpSpPr>
      <p:sp>
        <p:nvSpPr>
          <p:cNvPr id="398" name="Google Shape;398;g327d8e625f7_1_115"/>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99" name="Google Shape;399;g327d8e625f7_1_11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400" name="Google Shape;400;g327d8e625f7_1_115"/>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5">
    <p:bg>
      <p:bgPr>
        <a:blipFill>
          <a:blip r:embed="rId2">
            <a:alphaModFix/>
          </a:blip>
          <a:stretch>
            <a:fillRect/>
          </a:stretch>
        </a:blipFill>
      </p:bgPr>
    </p:bg>
    <p:spTree>
      <p:nvGrpSpPr>
        <p:cNvPr id="401" name="Shape 401"/>
        <p:cNvGrpSpPr/>
        <p:nvPr/>
      </p:nvGrpSpPr>
      <p:grpSpPr>
        <a:xfrm>
          <a:off x="0" y="0"/>
          <a:ext cx="0" cy="0"/>
          <a:chOff x="0" y="0"/>
          <a:chExt cx="0" cy="0"/>
        </a:xfrm>
      </p:grpSpPr>
      <p:sp>
        <p:nvSpPr>
          <p:cNvPr id="402" name="Google Shape;402;g327d8e625f7_1_11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3" name="Google Shape;403;g327d8e625f7_1_11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404" name="Google Shape;404;g327d8e625f7_1_119"/>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3">
    <p:bg>
      <p:bgPr>
        <a:blipFill>
          <a:blip r:embed="rId2">
            <a:alphaModFix/>
          </a:blip>
          <a:stretch>
            <a:fillRect/>
          </a:stretch>
        </a:blipFill>
      </p:bgPr>
    </p:bg>
    <p:spTree>
      <p:nvGrpSpPr>
        <p:cNvPr id="405" name="Shape 405"/>
        <p:cNvGrpSpPr/>
        <p:nvPr/>
      </p:nvGrpSpPr>
      <p:grpSpPr>
        <a:xfrm>
          <a:off x="0" y="0"/>
          <a:ext cx="0" cy="0"/>
          <a:chOff x="0" y="0"/>
          <a:chExt cx="0" cy="0"/>
        </a:xfrm>
      </p:grpSpPr>
      <p:sp>
        <p:nvSpPr>
          <p:cNvPr id="406" name="Google Shape;406;g327d8e625f7_1_12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7" name="Google Shape;407;g327d8e625f7_1_12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08" name="Google Shape;408;g327d8e625f7_1_12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6">
    <p:bg>
      <p:bgPr>
        <a:blipFill>
          <a:blip r:embed="rId2">
            <a:alphaModFix/>
          </a:blip>
          <a:stretch>
            <a:fillRect/>
          </a:stretch>
        </a:blipFill>
      </p:bgPr>
    </p:bg>
    <p:spTree>
      <p:nvGrpSpPr>
        <p:cNvPr id="409" name="Shape 409"/>
        <p:cNvGrpSpPr/>
        <p:nvPr/>
      </p:nvGrpSpPr>
      <p:grpSpPr>
        <a:xfrm>
          <a:off x="0" y="0"/>
          <a:ext cx="0" cy="0"/>
          <a:chOff x="0" y="0"/>
          <a:chExt cx="0" cy="0"/>
        </a:xfrm>
      </p:grpSpPr>
      <p:sp>
        <p:nvSpPr>
          <p:cNvPr id="410" name="Google Shape;410;g327d8e625f7_1_127"/>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11" name="Google Shape;411;g327d8e625f7_1_12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412" name="Google Shape;412;g327d8e625f7_1_127"/>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4">
    <p:bg>
      <p:bgPr>
        <a:blipFill>
          <a:blip r:embed="rId2">
            <a:alphaModFix/>
          </a:blip>
          <a:stretch>
            <a:fillRect/>
          </a:stretch>
        </a:blipFill>
      </p:bgPr>
    </p:bg>
    <p:spTree>
      <p:nvGrpSpPr>
        <p:cNvPr id="413" name="Shape 413"/>
        <p:cNvGrpSpPr/>
        <p:nvPr/>
      </p:nvGrpSpPr>
      <p:grpSpPr>
        <a:xfrm>
          <a:off x="0" y="0"/>
          <a:ext cx="0" cy="0"/>
          <a:chOff x="0" y="0"/>
          <a:chExt cx="0" cy="0"/>
        </a:xfrm>
      </p:grpSpPr>
      <p:sp>
        <p:nvSpPr>
          <p:cNvPr id="414" name="Google Shape;414;g327d8e625f7_1_13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15" name="Google Shape;415;g327d8e625f7_1_13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16" name="Google Shape;416;g327d8e625f7_1_13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2025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417" name="Shape 417"/>
        <p:cNvGrpSpPr/>
        <p:nvPr/>
      </p:nvGrpSpPr>
      <p:grpSpPr>
        <a:xfrm>
          <a:off x="0" y="0"/>
          <a:ext cx="0" cy="0"/>
          <a:chOff x="0" y="0"/>
          <a:chExt cx="0" cy="0"/>
        </a:xfrm>
      </p:grpSpPr>
      <p:sp>
        <p:nvSpPr>
          <p:cNvPr id="418" name="Google Shape;418;g327d8e625f7_1_139"/>
          <p:cNvSpPr txBox="1"/>
          <p:nvPr>
            <p:ph idx="1" type="body"/>
          </p:nvPr>
        </p:nvSpPr>
        <p:spPr>
          <a:xfrm>
            <a:off x="345196" y="228600"/>
            <a:ext cx="8453700" cy="6858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19" name="Google Shape;419;g327d8e625f7_1_139"/>
          <p:cNvSpPr txBox="1"/>
          <p:nvPr>
            <p:ph idx="2" type="body"/>
          </p:nvPr>
        </p:nvSpPr>
        <p:spPr>
          <a:xfrm>
            <a:off x="345196" y="731520"/>
            <a:ext cx="8453700" cy="2949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0" name="Google Shape;420;g327d8e625f7_1_139"/>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421" name="Google Shape;421;g327d8e625f7_1_139"/>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22" name="Google Shape;422;g327d8e625f7_1_13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2">
    <p:bg>
      <p:bgPr>
        <a:blipFill>
          <a:blip r:embed="rId2">
            <a:alphaModFix/>
          </a:blip>
          <a:stretch>
            <a:fillRect/>
          </a:stretch>
        </a:blipFill>
      </p:bgPr>
    </p:bg>
    <p:spTree>
      <p:nvGrpSpPr>
        <p:cNvPr id="423" name="Shape 423"/>
        <p:cNvGrpSpPr/>
        <p:nvPr/>
      </p:nvGrpSpPr>
      <p:grpSpPr>
        <a:xfrm>
          <a:off x="0" y="0"/>
          <a:ext cx="0" cy="0"/>
          <a:chOff x="0" y="0"/>
          <a:chExt cx="0" cy="0"/>
        </a:xfrm>
      </p:grpSpPr>
      <p:sp>
        <p:nvSpPr>
          <p:cNvPr id="424" name="Google Shape;424;g327d8e625f7_1_145"/>
          <p:cNvSpPr txBox="1"/>
          <p:nvPr>
            <p:ph idx="12" type="sldNum"/>
          </p:nvPr>
        </p:nvSpPr>
        <p:spPr>
          <a:xfrm>
            <a:off x="8569842"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25" name="Google Shape;425;g327d8e625f7_1_14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26" name="Google Shape;426;g327d8e625f7_1_14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5">
    <p:bg>
      <p:bgPr>
        <a:blipFill>
          <a:blip r:embed="rId2">
            <a:alphaModFix/>
          </a:blip>
          <a:stretch>
            <a:fillRect/>
          </a:stretch>
        </a:blipFill>
      </p:bgPr>
    </p:bg>
    <p:spTree>
      <p:nvGrpSpPr>
        <p:cNvPr id="427" name="Shape 427"/>
        <p:cNvGrpSpPr/>
        <p:nvPr/>
      </p:nvGrpSpPr>
      <p:grpSpPr>
        <a:xfrm>
          <a:off x="0" y="0"/>
          <a:ext cx="0" cy="0"/>
          <a:chOff x="0" y="0"/>
          <a:chExt cx="0" cy="0"/>
        </a:xfrm>
      </p:grpSpPr>
      <p:sp>
        <p:nvSpPr>
          <p:cNvPr id="428" name="Google Shape;428;g327d8e625f7_1_14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29" name="Google Shape;429;g327d8e625f7_1_14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30" name="Google Shape;430;g327d8e625f7_1_14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9">
    <p:bg>
      <p:bgPr>
        <a:blipFill>
          <a:blip r:embed="rId2">
            <a:alphaModFix/>
          </a:blip>
          <a:stretch>
            <a:fillRect/>
          </a:stretch>
        </a:blipFill>
      </p:bgPr>
    </p:bg>
    <p:spTree>
      <p:nvGrpSpPr>
        <p:cNvPr id="431" name="Shape 431"/>
        <p:cNvGrpSpPr/>
        <p:nvPr/>
      </p:nvGrpSpPr>
      <p:grpSpPr>
        <a:xfrm>
          <a:off x="0" y="0"/>
          <a:ext cx="0" cy="0"/>
          <a:chOff x="0" y="0"/>
          <a:chExt cx="0" cy="0"/>
        </a:xfrm>
      </p:grpSpPr>
      <p:sp>
        <p:nvSpPr>
          <p:cNvPr id="432" name="Google Shape;432;g327d8e625f7_1_15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33" name="Google Shape;433;g327d8e625f7_1_15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34" name="Google Shape;434;g327d8e625f7_1_15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Sky Background 1">
  <p:cSld name="Summit22 - Divider1_1_3">
    <p:bg>
      <p:bgPr>
        <a:solidFill>
          <a:schemeClr val="lt1"/>
        </a:solidFill>
      </p:bgPr>
    </p:bg>
    <p:spTree>
      <p:nvGrpSpPr>
        <p:cNvPr id="435" name="Shape 435"/>
        <p:cNvGrpSpPr/>
        <p:nvPr/>
      </p:nvGrpSpPr>
      <p:grpSpPr>
        <a:xfrm>
          <a:off x="0" y="0"/>
          <a:ext cx="0" cy="0"/>
          <a:chOff x="0" y="0"/>
          <a:chExt cx="0" cy="0"/>
        </a:xfrm>
      </p:grpSpPr>
      <p:pic>
        <p:nvPicPr>
          <p:cNvPr id="436" name="Google Shape;436;g327d8e625f7_1_157"/>
          <p:cNvPicPr preferRelativeResize="0"/>
          <p:nvPr/>
        </p:nvPicPr>
        <p:blipFill rotWithShape="1">
          <a:blip r:embed="rId2">
            <a:alphaModFix/>
          </a:blip>
          <a:srcRect b="0" l="0" r="0" t="0"/>
          <a:stretch/>
        </p:blipFill>
        <p:spPr>
          <a:xfrm>
            <a:off x="-17279" y="-9750"/>
            <a:ext cx="9178665" cy="5162999"/>
          </a:xfrm>
          <a:prstGeom prst="rect">
            <a:avLst/>
          </a:prstGeom>
          <a:noFill/>
          <a:ln>
            <a:noFill/>
          </a:ln>
        </p:spPr>
      </p:pic>
      <p:sp>
        <p:nvSpPr>
          <p:cNvPr id="437" name="Google Shape;437;g327d8e625f7_1_157"/>
          <p:cNvSpPr txBox="1"/>
          <p:nvPr>
            <p:ph idx="1" type="body"/>
          </p:nvPr>
        </p:nvSpPr>
        <p:spPr>
          <a:xfrm>
            <a:off x="376225" y="1282900"/>
            <a:ext cx="2267400" cy="304170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0"/>
              </a:spcBef>
              <a:spcAft>
                <a:spcPts val="0"/>
              </a:spcAft>
              <a:buSzPts val="2000"/>
              <a:buNone/>
              <a:defRPr b="1" sz="2000"/>
            </a:lvl1pPr>
            <a:lvl2pPr indent="-228600" lvl="1" marL="914400" algn="l">
              <a:lnSpc>
                <a:spcPct val="90000"/>
              </a:lnSpc>
              <a:spcBef>
                <a:spcPts val="0"/>
              </a:spcBef>
              <a:spcAft>
                <a:spcPts val="0"/>
              </a:spcAft>
              <a:buSzPts val="1200"/>
              <a:buFont typeface="Arial"/>
              <a:buNone/>
              <a:defRPr sz="1200"/>
            </a:lvl2pPr>
            <a:lvl3pPr indent="-228600" lvl="2" marL="1371600" algn="l">
              <a:lnSpc>
                <a:spcPct val="90000"/>
              </a:lnSpc>
              <a:spcBef>
                <a:spcPts val="0"/>
              </a:spcBef>
              <a:spcAft>
                <a:spcPts val="0"/>
              </a:spcAft>
              <a:buSzPts val="1400"/>
              <a:buFont typeface="Arial"/>
              <a:buNone/>
              <a:defRPr/>
            </a:lvl3pPr>
            <a:lvl4pPr indent="-228600" lvl="3" marL="1828800" algn="l">
              <a:lnSpc>
                <a:spcPct val="90000"/>
              </a:lnSpc>
              <a:spcBef>
                <a:spcPts val="0"/>
              </a:spcBef>
              <a:spcAft>
                <a:spcPts val="0"/>
              </a:spcAft>
              <a:buSzPts val="1400"/>
              <a:buFont typeface="Arial"/>
              <a:buNone/>
              <a:defRPr/>
            </a:lvl4pPr>
            <a:lvl5pPr indent="-228600" lvl="4" marL="2286000" algn="l">
              <a:lnSpc>
                <a:spcPct val="90000"/>
              </a:lnSpc>
              <a:spcBef>
                <a:spcPts val="0"/>
              </a:spcBef>
              <a:spcAft>
                <a:spcPts val="0"/>
              </a:spcAft>
              <a:buSzPts val="1400"/>
              <a:buFont typeface="Arial"/>
              <a:buNone/>
              <a:defRPr/>
            </a:lvl5pPr>
            <a:lvl6pPr indent="-304800" lvl="5" marL="2743200" algn="l">
              <a:lnSpc>
                <a:spcPct val="90000"/>
              </a:lnSpc>
              <a:spcBef>
                <a:spcPts val="375"/>
              </a:spcBef>
              <a:spcAft>
                <a:spcPts val="0"/>
              </a:spcAft>
              <a:buSzPts val="1200"/>
              <a:buChar char="•"/>
              <a:defRPr sz="1200"/>
            </a:lvl6pPr>
            <a:lvl7pPr indent="-304800" lvl="6" marL="3200400" algn="l">
              <a:lnSpc>
                <a:spcPct val="90000"/>
              </a:lnSpc>
              <a:spcBef>
                <a:spcPts val="375"/>
              </a:spcBef>
              <a:spcAft>
                <a:spcPts val="0"/>
              </a:spcAft>
              <a:buSzPts val="1200"/>
              <a:buChar char="•"/>
              <a:defRPr sz="1200"/>
            </a:lvl7pPr>
            <a:lvl8pPr indent="-304800" lvl="7" marL="3657600" algn="l">
              <a:lnSpc>
                <a:spcPct val="90000"/>
              </a:lnSpc>
              <a:spcBef>
                <a:spcPts val="375"/>
              </a:spcBef>
              <a:spcAft>
                <a:spcPts val="0"/>
              </a:spcAft>
              <a:buSzPts val="1200"/>
              <a:buChar char="•"/>
              <a:defRPr sz="1200"/>
            </a:lvl8pPr>
            <a:lvl9pPr indent="-304800" lvl="8" marL="4114800" algn="l">
              <a:lnSpc>
                <a:spcPct val="90000"/>
              </a:lnSpc>
              <a:spcBef>
                <a:spcPts val="375"/>
              </a:spcBef>
              <a:spcAft>
                <a:spcPts val="0"/>
              </a:spcAft>
              <a:buSzPts val="1200"/>
              <a:buChar char="•"/>
              <a:defRPr sz="1200"/>
            </a:lvl9pPr>
          </a:lstStyle>
          <a:p/>
        </p:txBody>
      </p:sp>
      <p:sp>
        <p:nvSpPr>
          <p:cNvPr id="438" name="Google Shape;438;g327d8e625f7_1_15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39" name="Google Shape;439;g327d8e625f7_1_157"/>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440" name="Google Shape;440;g327d8e625f7_1_157"/>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441" name="Google Shape;441;g327d8e625f7_1_157"/>
          <p:cNvSpPr txBox="1"/>
          <p:nvPr>
            <p:ph idx="2" type="body"/>
          </p:nvPr>
        </p:nvSpPr>
        <p:spPr>
          <a:xfrm>
            <a:off x="345195" y="228600"/>
            <a:ext cx="8453700" cy="6870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lt1"/>
              </a:buClr>
              <a:buSzPts val="2700"/>
              <a:buNone/>
              <a:defRPr b="1" sz="2700" cap="none">
                <a:solidFill>
                  <a:schemeClr val="lt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42" name="Shape 442"/>
        <p:cNvGrpSpPr/>
        <p:nvPr/>
      </p:nvGrpSpPr>
      <p:grpSpPr>
        <a:xfrm>
          <a:off x="0" y="0"/>
          <a:ext cx="0" cy="0"/>
          <a:chOff x="0" y="0"/>
          <a:chExt cx="0" cy="0"/>
        </a:xfrm>
      </p:grpSpPr>
      <p:pic>
        <p:nvPicPr>
          <p:cNvPr id="443" name="Google Shape;443;g327d8e625f7_1_164"/>
          <p:cNvPicPr preferRelativeResize="0"/>
          <p:nvPr/>
        </p:nvPicPr>
        <p:blipFill rotWithShape="1">
          <a:blip r:embed="rId2">
            <a:alphaModFix amt="35000"/>
          </a:blip>
          <a:srcRect b="0" l="0" r="0" t="0"/>
          <a:stretch/>
        </p:blipFill>
        <p:spPr>
          <a:xfrm>
            <a:off x="-17279" y="-9750"/>
            <a:ext cx="9178665" cy="5162999"/>
          </a:xfrm>
          <a:prstGeom prst="rect">
            <a:avLst/>
          </a:prstGeom>
          <a:noFill/>
          <a:ln>
            <a:noFill/>
          </a:ln>
        </p:spPr>
      </p:pic>
      <p:sp>
        <p:nvSpPr>
          <p:cNvPr id="444" name="Google Shape;444;g327d8e625f7_1_164"/>
          <p:cNvSpPr txBox="1"/>
          <p:nvPr>
            <p:ph idx="1" type="body"/>
          </p:nvPr>
        </p:nvSpPr>
        <p:spPr>
          <a:xfrm>
            <a:off x="345196" y="231569"/>
            <a:ext cx="8453700" cy="6858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5" name="Google Shape;445;g327d8e625f7_1_16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46" name="Google Shape;446;g327d8e625f7_1_164"/>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447" name="Google Shape;447;g327d8e625f7_1_164"/>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7">
    <p:bg>
      <p:bgPr>
        <a:blipFill>
          <a:blip r:embed="rId2">
            <a:alphaModFix/>
          </a:blip>
          <a:stretch>
            <a:fillRect/>
          </a:stretch>
        </a:blipFill>
      </p:bgPr>
    </p:bg>
    <p:spTree>
      <p:nvGrpSpPr>
        <p:cNvPr id="448" name="Shape 448"/>
        <p:cNvGrpSpPr/>
        <p:nvPr/>
      </p:nvGrpSpPr>
      <p:grpSpPr>
        <a:xfrm>
          <a:off x="0" y="0"/>
          <a:ext cx="0" cy="0"/>
          <a:chOff x="0" y="0"/>
          <a:chExt cx="0" cy="0"/>
        </a:xfrm>
      </p:grpSpPr>
      <p:sp>
        <p:nvSpPr>
          <p:cNvPr id="449" name="Google Shape;449;g327d8e625f7_1_17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0" name="Google Shape;450;g327d8e625f7_1_17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451" name="Google Shape;451;g327d8e625f7_1_170"/>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blipFill>
          <a:blip r:embed="rId2">
            <a:alphaModFix/>
          </a:blip>
          <a:stretch>
            <a:fillRect/>
          </a:stretch>
        </a:blipFill>
      </p:bgPr>
    </p:bg>
    <p:spTree>
      <p:nvGrpSpPr>
        <p:cNvPr id="452" name="Shape 452"/>
        <p:cNvGrpSpPr/>
        <p:nvPr/>
      </p:nvGrpSpPr>
      <p:grpSpPr>
        <a:xfrm>
          <a:off x="0" y="0"/>
          <a:ext cx="0" cy="0"/>
          <a:chOff x="0" y="0"/>
          <a:chExt cx="0" cy="0"/>
        </a:xfrm>
      </p:grpSpPr>
      <p:sp>
        <p:nvSpPr>
          <p:cNvPr id="453" name="Google Shape;453;g327d8e625f7_1_17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54" name="Google Shape;454;g327d8e625f7_1_17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455" name="Google Shape;455;g327d8e625f7_1_174"/>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3">
    <p:bg>
      <p:bgPr>
        <a:blipFill>
          <a:blip r:embed="rId2">
            <a:alphaModFix/>
          </a:blip>
          <a:stretch>
            <a:fillRect/>
          </a:stretch>
        </a:blipFill>
      </p:bgPr>
    </p:bg>
    <p:spTree>
      <p:nvGrpSpPr>
        <p:cNvPr id="456" name="Shape 456"/>
        <p:cNvGrpSpPr/>
        <p:nvPr/>
      </p:nvGrpSpPr>
      <p:grpSpPr>
        <a:xfrm>
          <a:off x="0" y="0"/>
          <a:ext cx="0" cy="0"/>
          <a:chOff x="0" y="0"/>
          <a:chExt cx="0" cy="0"/>
        </a:xfrm>
      </p:grpSpPr>
      <p:sp>
        <p:nvSpPr>
          <p:cNvPr id="457" name="Google Shape;457;g327d8e625f7_1_178"/>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8" name="Google Shape;458;g327d8e625f7_1_17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459" name="Google Shape;459;g327d8e625f7_1_178"/>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4">
    <p:bg>
      <p:bgPr>
        <a:blipFill>
          <a:blip r:embed="rId2">
            <a:alphaModFix/>
          </a:blip>
          <a:stretch>
            <a:fillRect/>
          </a:stretch>
        </a:blipFill>
      </p:bgPr>
    </p:bg>
    <p:spTree>
      <p:nvGrpSpPr>
        <p:cNvPr id="460" name="Shape 460"/>
        <p:cNvGrpSpPr/>
        <p:nvPr/>
      </p:nvGrpSpPr>
      <p:grpSpPr>
        <a:xfrm>
          <a:off x="0" y="0"/>
          <a:ext cx="0" cy="0"/>
          <a:chOff x="0" y="0"/>
          <a:chExt cx="0" cy="0"/>
        </a:xfrm>
      </p:grpSpPr>
      <p:sp>
        <p:nvSpPr>
          <p:cNvPr id="461" name="Google Shape;461;g327d8e625f7_1_18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62" name="Google Shape;462;g327d8e625f7_1_18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pic>
        <p:nvPicPr>
          <p:cNvPr descr="Icon&#10;&#10;Description automatically generated" id="463" name="Google Shape;463;g327d8e625f7_1_182"/>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p:bg>
      <p:bgPr>
        <a:blipFill>
          <a:blip r:embed="rId2">
            <a:alphaModFix/>
          </a:blip>
          <a:stretch>
            <a:fillRect/>
          </a:stretch>
        </a:blipFill>
      </p:bgPr>
    </p:bg>
    <p:spTree>
      <p:nvGrpSpPr>
        <p:cNvPr id="464" name="Shape 464"/>
        <p:cNvGrpSpPr/>
        <p:nvPr/>
      </p:nvGrpSpPr>
      <p:grpSpPr>
        <a:xfrm>
          <a:off x="0" y="0"/>
          <a:ext cx="0" cy="0"/>
          <a:chOff x="0" y="0"/>
          <a:chExt cx="0" cy="0"/>
        </a:xfrm>
      </p:grpSpPr>
      <p:sp>
        <p:nvSpPr>
          <p:cNvPr id="465" name="Google Shape;465;g327d8e625f7_1_18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66" name="Google Shape;466;g327d8e625f7_1_18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67" name="Google Shape;467;g327d8e625f7_1_18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6">
    <p:bg>
      <p:bgPr>
        <a:blipFill>
          <a:blip r:embed="rId2">
            <a:alphaModFix/>
          </a:blip>
          <a:stretch>
            <a:fillRect/>
          </a:stretch>
        </a:blipFill>
      </p:bgPr>
    </p:bg>
    <p:spTree>
      <p:nvGrpSpPr>
        <p:cNvPr id="468" name="Shape 468"/>
        <p:cNvGrpSpPr/>
        <p:nvPr/>
      </p:nvGrpSpPr>
      <p:grpSpPr>
        <a:xfrm>
          <a:off x="0" y="0"/>
          <a:ext cx="0" cy="0"/>
          <a:chOff x="0" y="0"/>
          <a:chExt cx="0" cy="0"/>
        </a:xfrm>
      </p:grpSpPr>
      <p:sp>
        <p:nvSpPr>
          <p:cNvPr id="469" name="Google Shape;469;g327d8e625f7_1_190"/>
          <p:cNvSpPr txBox="1"/>
          <p:nvPr>
            <p:ph idx="12" type="sldNum"/>
          </p:nvPr>
        </p:nvSpPr>
        <p:spPr>
          <a:xfrm>
            <a:off x="8569842"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70" name="Google Shape;470;g327d8e625f7_1_19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pic>
        <p:nvPicPr>
          <p:cNvPr descr="Icon&#10;&#10;Description automatically generated" id="471" name="Google Shape;471;g327d8e625f7_1_190"/>
          <p:cNvPicPr preferRelativeResize="0"/>
          <p:nvPr/>
        </p:nvPicPr>
        <p:blipFill rotWithShape="1">
          <a:blip r:embed="rId3">
            <a:alphaModFix/>
          </a:blip>
          <a:srcRect b="0" l="0" r="0" t="0"/>
          <a:stretch/>
        </p:blipFill>
        <p:spPr>
          <a:xfrm>
            <a:off x="457195" y="4848629"/>
            <a:ext cx="140380" cy="128588"/>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1_Blank (footer only) 7">
    <p:bg>
      <p:bgPr>
        <a:blipFill>
          <a:blip r:embed="rId2">
            <a:alphaModFix/>
          </a:blip>
          <a:stretch>
            <a:fillRect/>
          </a:stretch>
        </a:blipFill>
      </p:bgPr>
    </p:bg>
    <p:spTree>
      <p:nvGrpSpPr>
        <p:cNvPr id="472" name="Shape 472"/>
        <p:cNvGrpSpPr/>
        <p:nvPr/>
      </p:nvGrpSpPr>
      <p:grpSpPr>
        <a:xfrm>
          <a:off x="0" y="0"/>
          <a:ext cx="0" cy="0"/>
          <a:chOff x="0" y="0"/>
          <a:chExt cx="0" cy="0"/>
        </a:xfrm>
      </p:grpSpPr>
      <p:sp>
        <p:nvSpPr>
          <p:cNvPr id="473" name="Google Shape;473;g327d8e625f7_1_194"/>
          <p:cNvSpPr txBox="1"/>
          <p:nvPr>
            <p:ph idx="12" type="sldNum"/>
          </p:nvPr>
        </p:nvSpPr>
        <p:spPr>
          <a:xfrm>
            <a:off x="8569842"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BFBFB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74" name="Google Shape;474;g327d8e625f7_1_19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75" name="Google Shape;475;g327d8e625f7_1_19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blipFill>
          <a:blip r:embed="rId2">
            <a:alphaModFix/>
          </a:blip>
          <a:stretch>
            <a:fillRect/>
          </a:stretch>
        </a:blipFill>
      </p:bgPr>
    </p:bg>
    <p:spTree>
      <p:nvGrpSpPr>
        <p:cNvPr id="476" name="Shape 476"/>
        <p:cNvGrpSpPr/>
        <p:nvPr/>
      </p:nvGrpSpPr>
      <p:grpSpPr>
        <a:xfrm>
          <a:off x="0" y="0"/>
          <a:ext cx="0" cy="0"/>
          <a:chOff x="0" y="0"/>
          <a:chExt cx="0" cy="0"/>
        </a:xfrm>
      </p:grpSpPr>
      <p:sp>
        <p:nvSpPr>
          <p:cNvPr id="477" name="Google Shape;477;g327d8e625f7_1_198"/>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4200"/>
              <a:buNone/>
              <a:defRPr sz="4200" cap="none">
                <a:solidFill>
                  <a:schemeClr val="lt1"/>
                </a:solidFil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478" name="Google Shape;478;g327d8e625f7_1_19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479" name="Google Shape;479;g327d8e625f7_1_19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80" name="Google Shape;480;g327d8e625f7_1_19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481" name="Google Shape;481;g327d8e625f7_1_198"/>
          <p:cNvGrpSpPr/>
          <p:nvPr/>
        </p:nvGrpSpPr>
        <p:grpSpPr>
          <a:xfrm>
            <a:off x="457209" y="474129"/>
            <a:ext cx="1177786" cy="857849"/>
            <a:chOff x="865451" y="2114550"/>
            <a:chExt cx="3399093" cy="2475755"/>
          </a:xfrm>
        </p:grpSpPr>
        <p:sp>
          <p:nvSpPr>
            <p:cNvPr id="482" name="Google Shape;482;g327d8e625f7_1_198"/>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3" name="Google Shape;483;g327d8e625f7_1_198"/>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sp>
        <p:nvSpPr>
          <p:cNvPr id="484" name="Google Shape;484;g327d8e625f7_1_198"/>
          <p:cNvSpPr txBox="1"/>
          <p:nvPr>
            <p:ph idx="2" type="subTitle"/>
          </p:nvPr>
        </p:nvSpPr>
        <p:spPr>
          <a:xfrm>
            <a:off x="365755" y="4023360"/>
            <a:ext cx="4206300" cy="27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FFFFFF"/>
              </a:buClr>
              <a:buSzPts val="1600"/>
              <a:buNone/>
              <a:defRPr b="1" sz="1600">
                <a:solidFill>
                  <a:srgbClr val="FFFFFF"/>
                </a:solidFill>
              </a:defRPr>
            </a:lvl1pPr>
            <a:lvl2pPr lvl="1" algn="l">
              <a:lnSpc>
                <a:spcPct val="115000"/>
              </a:lnSpc>
              <a:spcBef>
                <a:spcPts val="1000"/>
              </a:spcBef>
              <a:spcAft>
                <a:spcPts val="0"/>
              </a:spcAft>
              <a:buClr>
                <a:srgbClr val="FFFFFF"/>
              </a:buClr>
              <a:buSzPts val="1800"/>
              <a:buNone/>
              <a:defRPr b="1">
                <a:solidFill>
                  <a:srgbClr val="FFFFFF"/>
                </a:solidFill>
              </a:defRPr>
            </a:lvl2pPr>
            <a:lvl3pPr lvl="2" algn="l">
              <a:lnSpc>
                <a:spcPct val="115000"/>
              </a:lnSpc>
              <a:spcBef>
                <a:spcPts val="1000"/>
              </a:spcBef>
              <a:spcAft>
                <a:spcPts val="0"/>
              </a:spcAft>
              <a:buClr>
                <a:srgbClr val="FFFFFF"/>
              </a:buClr>
              <a:buSzPts val="1400"/>
              <a:buNone/>
              <a:defRPr b="1">
                <a:solidFill>
                  <a:srgbClr val="FFFFFF"/>
                </a:solidFill>
              </a:defRPr>
            </a:lvl3pPr>
            <a:lvl4pPr lvl="3" algn="l">
              <a:lnSpc>
                <a:spcPct val="115000"/>
              </a:lnSpc>
              <a:spcBef>
                <a:spcPts val="1000"/>
              </a:spcBef>
              <a:spcAft>
                <a:spcPts val="0"/>
              </a:spcAft>
              <a:buClr>
                <a:srgbClr val="FFFFFF"/>
              </a:buClr>
              <a:buSzPts val="1400"/>
              <a:buNone/>
              <a:defRPr b="1">
                <a:solidFill>
                  <a:srgbClr val="FFFFFF"/>
                </a:solidFill>
              </a:defRPr>
            </a:lvl4pPr>
            <a:lvl5pPr lvl="4" algn="l">
              <a:lnSpc>
                <a:spcPct val="115000"/>
              </a:lnSpc>
              <a:spcBef>
                <a:spcPts val="1000"/>
              </a:spcBef>
              <a:spcAft>
                <a:spcPts val="0"/>
              </a:spcAft>
              <a:buClr>
                <a:srgbClr val="FFFFFF"/>
              </a:buClr>
              <a:buSzPts val="1400"/>
              <a:buNone/>
              <a:defRPr b="1">
                <a:solidFill>
                  <a:srgbClr val="FFFFFF"/>
                </a:solidFill>
              </a:defRPr>
            </a:lvl5pPr>
            <a:lvl6pPr lvl="5" algn="l">
              <a:lnSpc>
                <a:spcPct val="115000"/>
              </a:lnSpc>
              <a:spcBef>
                <a:spcPts val="1000"/>
              </a:spcBef>
              <a:spcAft>
                <a:spcPts val="0"/>
              </a:spcAft>
              <a:buClr>
                <a:srgbClr val="FFFFFF"/>
              </a:buClr>
              <a:buSzPts val="1400"/>
              <a:buNone/>
              <a:defRPr b="1">
                <a:solidFill>
                  <a:srgbClr val="FFFFFF"/>
                </a:solidFill>
              </a:defRPr>
            </a:lvl6pPr>
            <a:lvl7pPr lvl="6" algn="l">
              <a:lnSpc>
                <a:spcPct val="115000"/>
              </a:lnSpc>
              <a:spcBef>
                <a:spcPts val="1000"/>
              </a:spcBef>
              <a:spcAft>
                <a:spcPts val="0"/>
              </a:spcAft>
              <a:buClr>
                <a:srgbClr val="FFFFFF"/>
              </a:buClr>
              <a:buSzPts val="1400"/>
              <a:buNone/>
              <a:defRPr b="1">
                <a:solidFill>
                  <a:srgbClr val="FFFFFF"/>
                </a:solidFill>
              </a:defRPr>
            </a:lvl7pPr>
            <a:lvl8pPr lvl="7" algn="l">
              <a:lnSpc>
                <a:spcPct val="115000"/>
              </a:lnSpc>
              <a:spcBef>
                <a:spcPts val="1000"/>
              </a:spcBef>
              <a:spcAft>
                <a:spcPts val="0"/>
              </a:spcAft>
              <a:buClr>
                <a:srgbClr val="FFFFFF"/>
              </a:buClr>
              <a:buSzPts val="1400"/>
              <a:buNone/>
              <a:defRPr b="1">
                <a:solidFill>
                  <a:srgbClr val="FFFFFF"/>
                </a:solidFill>
              </a:defRPr>
            </a:lvl8pPr>
            <a:lvl9pPr lvl="8" algn="l">
              <a:lnSpc>
                <a:spcPct val="115000"/>
              </a:lnSpc>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1_Cover 02 8">
    <p:bg>
      <p:bgPr>
        <a:blipFill>
          <a:blip r:embed="rId2">
            <a:alphaModFix/>
          </a:blip>
          <a:stretch>
            <a:fillRect/>
          </a:stretch>
        </a:blipFill>
      </p:bgPr>
    </p:bg>
    <p:spTree>
      <p:nvGrpSpPr>
        <p:cNvPr id="485" name="Shape 485"/>
        <p:cNvGrpSpPr/>
        <p:nvPr/>
      </p:nvGrpSpPr>
      <p:grpSpPr>
        <a:xfrm>
          <a:off x="0" y="0"/>
          <a:ext cx="0" cy="0"/>
          <a:chOff x="0" y="0"/>
          <a:chExt cx="0" cy="0"/>
        </a:xfrm>
      </p:grpSpPr>
      <p:sp>
        <p:nvSpPr>
          <p:cNvPr id="486" name="Google Shape;486;g327d8e625f7_1_207"/>
          <p:cNvSpPr txBox="1"/>
          <p:nvPr>
            <p:ph idx="12" type="sldNum"/>
          </p:nvPr>
        </p:nvSpPr>
        <p:spPr>
          <a:xfrm>
            <a:off x="8569842" y="4866972"/>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r>
              <a:rPr lang="en-US"/>
              <a:t>(#)</a:t>
            </a:r>
            <a:endParaRPr>
              <a:solidFill>
                <a:schemeClr val="lt1"/>
              </a:solidFill>
            </a:endParaRPr>
          </a:p>
        </p:txBody>
      </p:sp>
      <p:sp>
        <p:nvSpPr>
          <p:cNvPr id="487" name="Google Shape;487;g327d8e625f7_1_20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488" name="Google Shape;488;g327d8e625f7_1_20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2023 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489" name="Shape 489"/>
        <p:cNvGrpSpPr/>
        <p:nvPr/>
      </p:nvGrpSpPr>
      <p:grpSpPr>
        <a:xfrm>
          <a:off x="0" y="0"/>
          <a:ext cx="0" cy="0"/>
          <a:chOff x="0" y="0"/>
          <a:chExt cx="0" cy="0"/>
        </a:xfrm>
      </p:grpSpPr>
      <p:sp>
        <p:nvSpPr>
          <p:cNvPr id="490" name="Google Shape;490;g327d8e625f7_1_21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491" name="Google Shape;491;g327d8e625f7_1_211"/>
          <p:cNvGrpSpPr/>
          <p:nvPr/>
        </p:nvGrpSpPr>
        <p:grpSpPr>
          <a:xfrm rot="-5400000">
            <a:off x="5223331" y="1196311"/>
            <a:ext cx="5164333" cy="2747794"/>
            <a:chOff x="1155183" y="3814094"/>
            <a:chExt cx="3118370" cy="1659196"/>
          </a:xfrm>
        </p:grpSpPr>
        <p:sp>
          <p:nvSpPr>
            <p:cNvPr id="492" name="Google Shape;492;g327d8e625f7_1_211"/>
            <p:cNvSpPr/>
            <p:nvPr/>
          </p:nvSpPr>
          <p:spPr>
            <a:xfrm>
              <a:off x="1155183" y="3814094"/>
              <a:ext cx="1891200" cy="1652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g327d8e625f7_1_211"/>
            <p:cNvSpPr/>
            <p:nvPr/>
          </p:nvSpPr>
          <p:spPr>
            <a:xfrm>
              <a:off x="3051053" y="3828390"/>
              <a:ext cx="1222500" cy="1644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4" name="Google Shape;494;g327d8e625f7_1_211"/>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Arial"/>
                <a:ea typeface="Arial"/>
                <a:cs typeface="Arial"/>
                <a:sym typeface="Arial"/>
              </a:rPr>
              <a:t>© 2023 Snowflake Inc. All Rights Reserved</a:t>
            </a:r>
            <a:endParaRPr b="0" i="0" sz="600" u="none" cap="none" strike="noStrike">
              <a:solidFill>
                <a:schemeClr val="dk1"/>
              </a:solidFill>
              <a:latin typeface="Arial"/>
              <a:ea typeface="Arial"/>
              <a:cs typeface="Arial"/>
              <a:sym typeface="Arial"/>
            </a:endParaRPr>
          </a:p>
        </p:txBody>
      </p:sp>
      <p:sp>
        <p:nvSpPr>
          <p:cNvPr id="495" name="Google Shape;495;g327d8e625f7_1_211"/>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algn="l">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algn="l">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algn="l">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algn="l">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algn="l">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algn="l">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496" name="Google Shape;496;g327d8e625f7_1_211"/>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497" name="Google Shape;497;g327d8e625f7_1_211"/>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498" name="Google Shape;498;g327d8e625f7_1_211"/>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499" name="Shape 499"/>
        <p:cNvGrpSpPr/>
        <p:nvPr/>
      </p:nvGrpSpPr>
      <p:grpSpPr>
        <a:xfrm>
          <a:off x="0" y="0"/>
          <a:ext cx="0" cy="0"/>
          <a:chOff x="0" y="0"/>
          <a:chExt cx="0" cy="0"/>
        </a:xfrm>
      </p:grpSpPr>
      <p:sp>
        <p:nvSpPr>
          <p:cNvPr id="500" name="Google Shape;500;g327d8e625f7_1_22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01" name="Google Shape;501;g327d8e625f7_1_221"/>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Arial"/>
                <a:ea typeface="Arial"/>
                <a:cs typeface="Arial"/>
                <a:sym typeface="Arial"/>
              </a:rPr>
              <a:t>© 2023 Snowflake Inc. All Rights Reserved</a:t>
            </a:r>
            <a:endParaRPr b="0" i="0" sz="600" u="none" cap="none" strike="noStrike">
              <a:solidFill>
                <a:schemeClr val="dk1"/>
              </a:solidFill>
              <a:latin typeface="Arial"/>
              <a:ea typeface="Arial"/>
              <a:cs typeface="Arial"/>
              <a:sym typeface="Arial"/>
            </a:endParaRPr>
          </a:p>
        </p:txBody>
      </p:sp>
      <p:sp>
        <p:nvSpPr>
          <p:cNvPr id="502" name="Google Shape;502;g327d8e625f7_1_221"/>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algn="l">
              <a:lnSpc>
                <a:spcPct val="74000"/>
              </a:lnSpc>
              <a:spcBef>
                <a:spcPts val="0"/>
              </a:spcBef>
              <a:spcAft>
                <a:spcPts val="0"/>
              </a:spcAft>
              <a:buClr>
                <a:schemeClr val="dk1"/>
              </a:buClr>
              <a:buSzPts val="4400"/>
              <a:buNone/>
              <a:defRPr b="1" i="0" sz="4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503" name="Google Shape;503;g327d8e625f7_1_221"/>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1800"/>
              <a:buNone/>
              <a:defRPr b="0" i="0" sz="18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504" name="Google Shape;504;g327d8e625f7_1_221"/>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1400"/>
              <a:buNone/>
              <a:defRPr b="0" i="0" sz="1400" u="none" cap="none" strike="noStrike">
                <a:solidFill>
                  <a:schemeClr val="dk1"/>
                </a:solidFill>
              </a:defRPr>
            </a:lvl1pPr>
            <a:lvl2pPr lvl="1" algn="l">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algn="l">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gn="l">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gn="l">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gn="l">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gn="l">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gn="l">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gn="l">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505" name="Google Shape;505;g327d8e625f7_1_221"/>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506" name="Google Shape;506;g327d8e625f7_1_221"/>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507" name="Shape 507"/>
        <p:cNvGrpSpPr/>
        <p:nvPr/>
      </p:nvGrpSpPr>
      <p:grpSpPr>
        <a:xfrm>
          <a:off x="0" y="0"/>
          <a:ext cx="0" cy="0"/>
          <a:chOff x="0" y="0"/>
          <a:chExt cx="0" cy="0"/>
        </a:xfrm>
      </p:grpSpPr>
      <p:sp>
        <p:nvSpPr>
          <p:cNvPr id="508" name="Google Shape;508;g327d8e625f7_1_229"/>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509" name="Google Shape;509;g327d8e625f7_1_229"/>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algn="l">
              <a:lnSpc>
                <a:spcPct val="100000"/>
              </a:lnSpc>
              <a:spcBef>
                <a:spcPts val="1000"/>
              </a:spcBef>
              <a:spcAft>
                <a:spcPts val="0"/>
              </a:spcAft>
              <a:buClr>
                <a:schemeClr val="lt1"/>
              </a:buClr>
              <a:buSzPts val="1800"/>
              <a:buChar char="•"/>
              <a:defRPr>
                <a:solidFill>
                  <a:schemeClr val="lt1"/>
                </a:solidFill>
              </a:defRPr>
            </a:lvl2pPr>
            <a:lvl3pPr indent="-342900" lvl="2" marL="1371600" algn="l">
              <a:lnSpc>
                <a:spcPct val="100000"/>
              </a:lnSpc>
              <a:spcBef>
                <a:spcPts val="1000"/>
              </a:spcBef>
              <a:spcAft>
                <a:spcPts val="0"/>
              </a:spcAft>
              <a:buClr>
                <a:schemeClr val="lt1"/>
              </a:buClr>
              <a:buSzPts val="1800"/>
              <a:buChar char="•"/>
              <a:defRPr>
                <a:solidFill>
                  <a:schemeClr val="lt1"/>
                </a:solidFill>
              </a:defRPr>
            </a:lvl3pPr>
            <a:lvl4pPr indent="-342900" lvl="3" marL="1828800" algn="l">
              <a:lnSpc>
                <a:spcPct val="100000"/>
              </a:lnSpc>
              <a:spcBef>
                <a:spcPts val="1000"/>
              </a:spcBef>
              <a:spcAft>
                <a:spcPts val="0"/>
              </a:spcAft>
              <a:buClr>
                <a:schemeClr val="lt1"/>
              </a:buClr>
              <a:buSzPts val="1800"/>
              <a:buChar char="•"/>
              <a:defRPr>
                <a:solidFill>
                  <a:schemeClr val="lt1"/>
                </a:solidFill>
              </a:defRPr>
            </a:lvl4pPr>
            <a:lvl5pPr indent="-342900" lvl="4" marL="2286000" algn="l">
              <a:lnSpc>
                <a:spcPct val="100000"/>
              </a:lnSpc>
              <a:spcBef>
                <a:spcPts val="1000"/>
              </a:spcBef>
              <a:spcAft>
                <a:spcPts val="0"/>
              </a:spcAft>
              <a:buClr>
                <a:schemeClr val="lt1"/>
              </a:buClr>
              <a:buSzPts val="1800"/>
              <a:buChar char="•"/>
              <a:defRPr>
                <a:solidFill>
                  <a:schemeClr val="lt1"/>
                </a:solidFill>
              </a:defRPr>
            </a:lvl5pPr>
            <a:lvl6pPr indent="-342900" lvl="5" marL="2743200" algn="l">
              <a:lnSpc>
                <a:spcPct val="100000"/>
              </a:lnSpc>
              <a:spcBef>
                <a:spcPts val="1000"/>
              </a:spcBef>
              <a:spcAft>
                <a:spcPts val="0"/>
              </a:spcAft>
              <a:buClr>
                <a:schemeClr val="lt1"/>
              </a:buClr>
              <a:buSzPts val="1800"/>
              <a:buChar char="•"/>
              <a:defRPr>
                <a:solidFill>
                  <a:schemeClr val="lt1"/>
                </a:solidFill>
              </a:defRPr>
            </a:lvl6pPr>
            <a:lvl7pPr indent="-342900" lvl="6" marL="3200400" algn="l">
              <a:lnSpc>
                <a:spcPct val="100000"/>
              </a:lnSpc>
              <a:spcBef>
                <a:spcPts val="1000"/>
              </a:spcBef>
              <a:spcAft>
                <a:spcPts val="0"/>
              </a:spcAft>
              <a:buClr>
                <a:schemeClr val="lt1"/>
              </a:buClr>
              <a:buSzPts val="1800"/>
              <a:buChar char="•"/>
              <a:defRPr>
                <a:solidFill>
                  <a:schemeClr val="lt1"/>
                </a:solidFill>
              </a:defRPr>
            </a:lvl7pPr>
            <a:lvl8pPr indent="-342900" lvl="7" marL="3657600" algn="l">
              <a:lnSpc>
                <a:spcPct val="100000"/>
              </a:lnSpc>
              <a:spcBef>
                <a:spcPts val="1000"/>
              </a:spcBef>
              <a:spcAft>
                <a:spcPts val="0"/>
              </a:spcAft>
              <a:buClr>
                <a:schemeClr val="lt1"/>
              </a:buClr>
              <a:buSzPts val="1800"/>
              <a:buChar char="•"/>
              <a:defRPr>
                <a:solidFill>
                  <a:schemeClr val="lt1"/>
                </a:solidFill>
              </a:defRPr>
            </a:lvl8pPr>
            <a:lvl9pPr indent="-342900" lvl="8" marL="4114800" algn="l">
              <a:lnSpc>
                <a:spcPct val="100000"/>
              </a:lnSpc>
              <a:spcBef>
                <a:spcPts val="1000"/>
              </a:spcBef>
              <a:spcAft>
                <a:spcPts val="1000"/>
              </a:spcAft>
              <a:buClr>
                <a:schemeClr val="lt1"/>
              </a:buClr>
              <a:buSzPts val="1800"/>
              <a:buChar char="•"/>
              <a:defRPr>
                <a:solidFill>
                  <a:schemeClr val="lt1"/>
                </a:solidFill>
              </a:defRPr>
            </a:lvl9pPr>
          </a:lstStyle>
          <a:p/>
        </p:txBody>
      </p:sp>
      <p:sp>
        <p:nvSpPr>
          <p:cNvPr id="510" name="Google Shape;510;g327d8e625f7_1_229"/>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2023 Snowflake Inc. All Rights Reserved</a:t>
            </a:r>
            <a:endParaRPr b="0" i="0" sz="600" u="none" cap="none" strike="noStrike">
              <a:solidFill>
                <a:schemeClr val="lt1"/>
              </a:solidFill>
              <a:latin typeface="Arial"/>
              <a:ea typeface="Arial"/>
              <a:cs typeface="Arial"/>
              <a:sym typeface="Arial"/>
            </a:endParaRPr>
          </a:p>
        </p:txBody>
      </p:sp>
      <p:sp>
        <p:nvSpPr>
          <p:cNvPr id="511" name="Google Shape;511;g327d8e625f7_1_229"/>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Splash 1">
  <p:cSld name="Summit22 - Splash_1">
    <p:spTree>
      <p:nvGrpSpPr>
        <p:cNvPr id="512" name="Shape 512"/>
        <p:cNvGrpSpPr/>
        <p:nvPr/>
      </p:nvGrpSpPr>
      <p:grpSpPr>
        <a:xfrm>
          <a:off x="0" y="0"/>
          <a:ext cx="0" cy="0"/>
          <a:chOff x="0" y="0"/>
          <a:chExt cx="0" cy="0"/>
        </a:xfrm>
      </p:grpSpPr>
      <p:pic>
        <p:nvPicPr>
          <p:cNvPr id="513" name="Google Shape;513;g327d8e625f7_1_234"/>
          <p:cNvPicPr preferRelativeResize="0"/>
          <p:nvPr/>
        </p:nvPicPr>
        <p:blipFill rotWithShape="1">
          <a:blip r:embed="rId2">
            <a:alphaModFix/>
          </a:blip>
          <a:srcRect b="0" l="0" r="0" t="0"/>
          <a:stretch/>
        </p:blipFill>
        <p:spPr>
          <a:xfrm>
            <a:off x="0" y="0"/>
            <a:ext cx="9144003" cy="5143487"/>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New Cover">
  <p:cSld name="Summit22 - Title 1_4">
    <p:bg>
      <p:bgPr>
        <a:solidFill>
          <a:schemeClr val="lt1"/>
        </a:solidFill>
      </p:bgPr>
    </p:bg>
    <p:spTree>
      <p:nvGrpSpPr>
        <p:cNvPr id="514" name="Shape 514"/>
        <p:cNvGrpSpPr/>
        <p:nvPr/>
      </p:nvGrpSpPr>
      <p:grpSpPr>
        <a:xfrm>
          <a:off x="0" y="0"/>
          <a:ext cx="0" cy="0"/>
          <a:chOff x="0" y="0"/>
          <a:chExt cx="0" cy="0"/>
        </a:xfrm>
      </p:grpSpPr>
      <p:pic>
        <p:nvPicPr>
          <p:cNvPr id="515" name="Google Shape;515;g327d8e625f7_1_236"/>
          <p:cNvPicPr preferRelativeResize="0"/>
          <p:nvPr/>
        </p:nvPicPr>
        <p:blipFill rotWithShape="1">
          <a:blip r:embed="rId2">
            <a:alphaModFix/>
          </a:blip>
          <a:srcRect b="0" l="0" r="0" t="0"/>
          <a:stretch/>
        </p:blipFill>
        <p:spPr>
          <a:xfrm>
            <a:off x="0" y="-9750"/>
            <a:ext cx="9144003" cy="5153250"/>
          </a:xfrm>
          <a:prstGeom prst="rect">
            <a:avLst/>
          </a:prstGeom>
          <a:noFill/>
          <a:ln>
            <a:noFill/>
          </a:ln>
        </p:spPr>
      </p:pic>
      <p:sp>
        <p:nvSpPr>
          <p:cNvPr id="516" name="Google Shape;516;g327d8e625f7_1_236"/>
          <p:cNvSpPr txBox="1"/>
          <p:nvPr>
            <p:ph idx="1" type="body"/>
          </p:nvPr>
        </p:nvSpPr>
        <p:spPr>
          <a:xfrm>
            <a:off x="648546" y="2824478"/>
            <a:ext cx="7863900" cy="731400"/>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0"/>
              </a:spcBef>
              <a:spcAft>
                <a:spcPts val="0"/>
              </a:spcAft>
              <a:buClr>
                <a:schemeClr val="dk2"/>
              </a:buClr>
              <a:buSzPts val="2700"/>
              <a:buNone/>
              <a:defRPr b="1" sz="27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17" name="Google Shape;517;g327d8e625f7_1_236"/>
          <p:cNvSpPr txBox="1"/>
          <p:nvPr>
            <p:ph idx="2" type="body"/>
          </p:nvPr>
        </p:nvSpPr>
        <p:spPr>
          <a:xfrm>
            <a:off x="645160" y="3655727"/>
            <a:ext cx="7870500" cy="2286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1100"/>
              <a:buNone/>
              <a:defRPr b="1" sz="11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18" name="Google Shape;518;g327d8e625f7_1_236"/>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519" name="Google Shape;519;g327d8e625f7_1_23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20" name="Google Shape;520;g327d8e625f7_1_236"/>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 Bio 2">
  <p:cSld name="Summit22 - Divider1_1_1_1_1_1_2">
    <p:bg>
      <p:bgPr>
        <a:solidFill>
          <a:schemeClr val="lt1"/>
        </a:solidFill>
      </p:bgPr>
    </p:bg>
    <p:spTree>
      <p:nvGrpSpPr>
        <p:cNvPr id="521" name="Shape 521"/>
        <p:cNvGrpSpPr/>
        <p:nvPr/>
      </p:nvGrpSpPr>
      <p:grpSpPr>
        <a:xfrm>
          <a:off x="0" y="0"/>
          <a:ext cx="0" cy="0"/>
          <a:chOff x="0" y="0"/>
          <a:chExt cx="0" cy="0"/>
        </a:xfrm>
      </p:grpSpPr>
      <p:pic>
        <p:nvPicPr>
          <p:cNvPr id="522" name="Google Shape;522;g327d8e625f7_1_243"/>
          <p:cNvPicPr preferRelativeResize="0"/>
          <p:nvPr/>
        </p:nvPicPr>
        <p:blipFill rotWithShape="1">
          <a:blip r:embed="rId2">
            <a:alphaModFix/>
          </a:blip>
          <a:srcRect b="0" l="0" r="0" t="0"/>
          <a:stretch/>
        </p:blipFill>
        <p:spPr>
          <a:xfrm>
            <a:off x="-17279" y="-9750"/>
            <a:ext cx="9178665" cy="5162999"/>
          </a:xfrm>
          <a:prstGeom prst="rect">
            <a:avLst/>
          </a:prstGeom>
          <a:noFill/>
          <a:ln>
            <a:noFill/>
          </a:ln>
        </p:spPr>
      </p:pic>
      <p:sp>
        <p:nvSpPr>
          <p:cNvPr id="523" name="Google Shape;523;g327d8e625f7_1_24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24" name="Google Shape;524;g327d8e625f7_1_243"/>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525" name="Google Shape;525;g327d8e625f7_1_243"/>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526" name="Google Shape;526;g327d8e625f7_1_243"/>
          <p:cNvSpPr/>
          <p:nvPr>
            <p:ph idx="2" type="pic"/>
          </p:nvPr>
        </p:nvSpPr>
        <p:spPr>
          <a:xfrm>
            <a:off x="480450" y="523875"/>
            <a:ext cx="3262200" cy="4029300"/>
          </a:xfrm>
          <a:prstGeom prst="rect">
            <a:avLst/>
          </a:prstGeom>
          <a:solidFill>
            <a:srgbClr val="F2F2F2"/>
          </a:solidFill>
          <a:ln cap="flat" cmpd="sng" w="9525">
            <a:solidFill>
              <a:schemeClr val="lt1"/>
            </a:solidFill>
            <a:prstDash val="solid"/>
            <a:round/>
            <a:headEnd len="sm" w="sm" type="none"/>
            <a:tailEnd len="sm" w="sm" type="none"/>
          </a:ln>
        </p:spPr>
      </p:sp>
      <p:sp>
        <p:nvSpPr>
          <p:cNvPr id="527" name="Google Shape;527;g327d8e625f7_1_243"/>
          <p:cNvSpPr txBox="1"/>
          <p:nvPr>
            <p:ph idx="1" type="body"/>
          </p:nvPr>
        </p:nvSpPr>
        <p:spPr>
          <a:xfrm>
            <a:off x="4027950" y="1021491"/>
            <a:ext cx="3955200" cy="994200"/>
          </a:xfrm>
          <a:prstGeom prst="rect">
            <a:avLst/>
          </a:prstGeom>
          <a:noFill/>
          <a:ln>
            <a:noFill/>
          </a:ln>
        </p:spPr>
        <p:txBody>
          <a:bodyPr anchorCtr="0" anchor="t" bIns="45700" lIns="91425" spcFirstLastPara="1" rIns="91425" wrap="square" tIns="45700">
            <a:noAutofit/>
          </a:bodyPr>
          <a:lstStyle>
            <a:lvl1pPr indent="-381000" lvl="0" marL="457200" algn="l">
              <a:lnSpc>
                <a:spcPct val="115000"/>
              </a:lnSpc>
              <a:spcBef>
                <a:spcPts val="0"/>
              </a:spcBef>
              <a:spcAft>
                <a:spcPts val="0"/>
              </a:spcAft>
              <a:buClr>
                <a:schemeClr val="lt1"/>
              </a:buClr>
              <a:buSzPts val="2400"/>
              <a:buChar char="•"/>
              <a:defRPr b="1" sz="2400">
                <a:solidFill>
                  <a:schemeClr val="lt1"/>
                </a:solidFill>
              </a:defRPr>
            </a:lvl1pPr>
            <a:lvl2pPr indent="-381000" lvl="1" marL="914400" algn="l">
              <a:lnSpc>
                <a:spcPct val="115000"/>
              </a:lnSpc>
              <a:spcBef>
                <a:spcPts val="0"/>
              </a:spcBef>
              <a:spcAft>
                <a:spcPts val="0"/>
              </a:spcAft>
              <a:buClr>
                <a:schemeClr val="lt1"/>
              </a:buClr>
              <a:buSzPts val="2400"/>
              <a:buChar char="•"/>
              <a:defRPr sz="2400">
                <a:solidFill>
                  <a:schemeClr val="lt1"/>
                </a:solidFill>
              </a:defRPr>
            </a:lvl2pPr>
            <a:lvl3pPr indent="-381000" lvl="2" marL="1371600" algn="l">
              <a:lnSpc>
                <a:spcPct val="115000"/>
              </a:lnSpc>
              <a:spcBef>
                <a:spcPts val="0"/>
              </a:spcBef>
              <a:spcAft>
                <a:spcPts val="0"/>
              </a:spcAft>
              <a:buClr>
                <a:schemeClr val="lt1"/>
              </a:buClr>
              <a:buSzPts val="2400"/>
              <a:buChar char="•"/>
              <a:defRPr sz="2400">
                <a:solidFill>
                  <a:schemeClr val="lt1"/>
                </a:solidFill>
              </a:defRPr>
            </a:lvl3pPr>
            <a:lvl4pPr indent="-381000" lvl="3" marL="1828800" algn="l">
              <a:lnSpc>
                <a:spcPct val="115000"/>
              </a:lnSpc>
              <a:spcBef>
                <a:spcPts val="0"/>
              </a:spcBef>
              <a:spcAft>
                <a:spcPts val="0"/>
              </a:spcAft>
              <a:buClr>
                <a:schemeClr val="lt1"/>
              </a:buClr>
              <a:buSzPts val="2400"/>
              <a:buChar char="•"/>
              <a:defRPr sz="2400">
                <a:solidFill>
                  <a:schemeClr val="lt1"/>
                </a:solidFill>
              </a:defRPr>
            </a:lvl4pPr>
            <a:lvl5pPr indent="-381000" lvl="4" marL="2286000" algn="l">
              <a:lnSpc>
                <a:spcPct val="115000"/>
              </a:lnSpc>
              <a:spcBef>
                <a:spcPts val="0"/>
              </a:spcBef>
              <a:spcAft>
                <a:spcPts val="0"/>
              </a:spcAft>
              <a:buClr>
                <a:schemeClr val="lt1"/>
              </a:buClr>
              <a:buSzPts val="2400"/>
              <a:buChar char="•"/>
              <a:defRPr sz="2400">
                <a:solidFill>
                  <a:schemeClr val="lt1"/>
                </a:solidFill>
              </a:defRPr>
            </a:lvl5pPr>
            <a:lvl6pPr indent="-381000" lvl="5" marL="2743200" algn="l">
              <a:lnSpc>
                <a:spcPct val="115000"/>
              </a:lnSpc>
              <a:spcBef>
                <a:spcPts val="0"/>
              </a:spcBef>
              <a:spcAft>
                <a:spcPts val="0"/>
              </a:spcAft>
              <a:buClr>
                <a:schemeClr val="lt1"/>
              </a:buClr>
              <a:buSzPts val="2400"/>
              <a:buChar char="•"/>
              <a:defRPr sz="2400">
                <a:solidFill>
                  <a:schemeClr val="lt1"/>
                </a:solidFill>
              </a:defRPr>
            </a:lvl6pPr>
            <a:lvl7pPr indent="-381000" lvl="6" marL="3200400" algn="l">
              <a:lnSpc>
                <a:spcPct val="115000"/>
              </a:lnSpc>
              <a:spcBef>
                <a:spcPts val="0"/>
              </a:spcBef>
              <a:spcAft>
                <a:spcPts val="0"/>
              </a:spcAft>
              <a:buClr>
                <a:schemeClr val="lt1"/>
              </a:buClr>
              <a:buSzPts val="2400"/>
              <a:buChar char="•"/>
              <a:defRPr sz="2400">
                <a:solidFill>
                  <a:schemeClr val="lt1"/>
                </a:solidFill>
              </a:defRPr>
            </a:lvl7pPr>
            <a:lvl8pPr indent="-381000" lvl="7" marL="3657600" algn="l">
              <a:lnSpc>
                <a:spcPct val="115000"/>
              </a:lnSpc>
              <a:spcBef>
                <a:spcPts val="0"/>
              </a:spcBef>
              <a:spcAft>
                <a:spcPts val="0"/>
              </a:spcAft>
              <a:buClr>
                <a:schemeClr val="lt1"/>
              </a:buClr>
              <a:buSzPts val="2400"/>
              <a:buChar char="•"/>
              <a:defRPr sz="2400">
                <a:solidFill>
                  <a:schemeClr val="lt1"/>
                </a:solidFill>
              </a:defRPr>
            </a:lvl8pPr>
            <a:lvl9pPr indent="-381000" lvl="8" marL="4114800" algn="l">
              <a:lnSpc>
                <a:spcPct val="115000"/>
              </a:lnSpc>
              <a:spcBef>
                <a:spcPts val="0"/>
              </a:spcBef>
              <a:spcAft>
                <a:spcPts val="0"/>
              </a:spcAft>
              <a:buClr>
                <a:schemeClr val="lt1"/>
              </a:buClr>
              <a:buSzPts val="2400"/>
              <a:buChar char="•"/>
              <a:defRPr sz="2400">
                <a:solidFill>
                  <a:schemeClr val="lt1"/>
                </a:solidFill>
              </a:defRPr>
            </a:lvl9pPr>
          </a:lstStyle>
          <a:p/>
        </p:txBody>
      </p:sp>
      <p:sp>
        <p:nvSpPr>
          <p:cNvPr id="528" name="Google Shape;528;g327d8e625f7_1_243"/>
          <p:cNvSpPr txBox="1"/>
          <p:nvPr>
            <p:ph idx="3" type="body"/>
          </p:nvPr>
        </p:nvSpPr>
        <p:spPr>
          <a:xfrm>
            <a:off x="4027950" y="1830025"/>
            <a:ext cx="4146300" cy="2949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0"/>
              </a:spcBef>
              <a:spcAft>
                <a:spcPts val="0"/>
              </a:spcAft>
              <a:buClr>
                <a:schemeClr val="lt1"/>
              </a:buClr>
              <a:buSzPts val="1800"/>
              <a:buChar char="•"/>
              <a:defRPr>
                <a:solidFill>
                  <a:schemeClr val="lt1"/>
                </a:solidFill>
              </a:defRPr>
            </a:lvl1pPr>
            <a:lvl2pPr indent="-342900" lvl="1" marL="914400" algn="l">
              <a:lnSpc>
                <a:spcPct val="90000"/>
              </a:lnSpc>
              <a:spcBef>
                <a:spcPts val="0"/>
              </a:spcBef>
              <a:spcAft>
                <a:spcPts val="0"/>
              </a:spcAft>
              <a:buSzPts val="1800"/>
              <a:buChar char="•"/>
              <a:defRPr/>
            </a:lvl2pPr>
            <a:lvl3pPr indent="-317500" lvl="2" marL="1371600" algn="l">
              <a:lnSpc>
                <a:spcPct val="90000"/>
              </a:lnSpc>
              <a:spcBef>
                <a:spcPts val="0"/>
              </a:spcBef>
              <a:spcAft>
                <a:spcPts val="0"/>
              </a:spcAft>
              <a:buSzPts val="1400"/>
              <a:buChar char="•"/>
              <a:defRPr/>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SzPts val="1400"/>
              <a:buChar char="•"/>
              <a:defRPr/>
            </a:lvl6pPr>
            <a:lvl7pPr indent="-317500" lvl="6" marL="3200400" algn="l">
              <a:lnSpc>
                <a:spcPct val="90000"/>
              </a:lnSpc>
              <a:spcBef>
                <a:spcPts val="0"/>
              </a:spcBef>
              <a:spcAft>
                <a:spcPts val="0"/>
              </a:spcAft>
              <a:buSzPts val="1400"/>
              <a:buChar char="•"/>
              <a:defRPr/>
            </a:lvl7pPr>
            <a:lvl8pPr indent="-317500" lvl="7" marL="3657600" algn="l">
              <a:lnSpc>
                <a:spcPct val="90000"/>
              </a:lnSpc>
              <a:spcBef>
                <a:spcPts val="0"/>
              </a:spcBef>
              <a:spcAft>
                <a:spcPts val="0"/>
              </a:spcAft>
              <a:buSzPts val="1400"/>
              <a:buChar char="•"/>
              <a:defRPr/>
            </a:lvl8pPr>
            <a:lvl9pPr indent="-317500" lvl="8" marL="4114800" algn="l">
              <a:lnSpc>
                <a:spcPct val="90000"/>
              </a:lnSpc>
              <a:spcBef>
                <a:spcPts val="0"/>
              </a:spcBef>
              <a:spcAft>
                <a:spcPts val="0"/>
              </a:spcAft>
              <a:buSzPts val="1400"/>
              <a:buChar char="•"/>
              <a:defRPr/>
            </a:lvl9pPr>
          </a:lstStyle>
          <a:p/>
        </p:txBody>
      </p:sp>
      <p:sp>
        <p:nvSpPr>
          <p:cNvPr id="529" name="Google Shape;529;g327d8e625f7_1_243"/>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Divider Slide 2">
  <p:cSld name="Summit22 - Title 1_2_1">
    <p:bg>
      <p:bgPr>
        <a:solidFill>
          <a:schemeClr val="lt1"/>
        </a:solidFill>
      </p:bgPr>
    </p:bg>
    <p:spTree>
      <p:nvGrpSpPr>
        <p:cNvPr id="530" name="Shape 530"/>
        <p:cNvGrpSpPr/>
        <p:nvPr/>
      </p:nvGrpSpPr>
      <p:grpSpPr>
        <a:xfrm>
          <a:off x="0" y="0"/>
          <a:ext cx="0" cy="0"/>
          <a:chOff x="0" y="0"/>
          <a:chExt cx="0" cy="0"/>
        </a:xfrm>
      </p:grpSpPr>
      <p:pic>
        <p:nvPicPr>
          <p:cNvPr id="531" name="Google Shape;531;g327d8e625f7_1_25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532" name="Google Shape;532;g327d8e625f7_1_252"/>
          <p:cNvSpPr txBox="1"/>
          <p:nvPr>
            <p:ph idx="1" type="body"/>
          </p:nvPr>
        </p:nvSpPr>
        <p:spPr>
          <a:xfrm>
            <a:off x="648546" y="2824478"/>
            <a:ext cx="7863900" cy="731400"/>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0"/>
              </a:spcBef>
              <a:spcAft>
                <a:spcPts val="0"/>
              </a:spcAft>
              <a:buClr>
                <a:schemeClr val="dk2"/>
              </a:buClr>
              <a:buSzPts val="2700"/>
              <a:buNone/>
              <a:defRPr b="1" sz="27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3" name="Google Shape;533;g327d8e625f7_1_252"/>
          <p:cNvSpPr txBox="1"/>
          <p:nvPr>
            <p:ph idx="2" type="body"/>
          </p:nvPr>
        </p:nvSpPr>
        <p:spPr>
          <a:xfrm>
            <a:off x="645160" y="3655727"/>
            <a:ext cx="7870500" cy="2286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1100"/>
              <a:buNone/>
              <a:defRPr b="1" sz="11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4" name="Google Shape;534;g327d8e625f7_1_252"/>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35" name="Google Shape;535;g327d8e625f7_1_252"/>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536" name="Google Shape;536;g327d8e625f7_1_252"/>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537" name="Shape 537"/>
        <p:cNvGrpSpPr/>
        <p:nvPr/>
      </p:nvGrpSpPr>
      <p:grpSpPr>
        <a:xfrm>
          <a:off x="0" y="0"/>
          <a:ext cx="0" cy="0"/>
          <a:chOff x="0" y="0"/>
          <a:chExt cx="0" cy="0"/>
        </a:xfrm>
      </p:grpSpPr>
      <p:pic>
        <p:nvPicPr>
          <p:cNvPr id="538" name="Google Shape;538;g327d8e625f7_1_259"/>
          <p:cNvPicPr preferRelativeResize="0"/>
          <p:nvPr/>
        </p:nvPicPr>
        <p:blipFill rotWithShape="1">
          <a:blip r:embed="rId2">
            <a:alphaModFix/>
          </a:blip>
          <a:srcRect b="0" l="0" r="0" t="0"/>
          <a:stretch/>
        </p:blipFill>
        <p:spPr>
          <a:xfrm>
            <a:off x="-17279" y="-9750"/>
            <a:ext cx="9178665" cy="5162999"/>
          </a:xfrm>
          <a:prstGeom prst="rect">
            <a:avLst/>
          </a:prstGeom>
          <a:noFill/>
          <a:ln>
            <a:noFill/>
          </a:ln>
        </p:spPr>
      </p:pic>
      <p:sp>
        <p:nvSpPr>
          <p:cNvPr id="539" name="Google Shape;539;g327d8e625f7_1_259"/>
          <p:cNvSpPr txBox="1"/>
          <p:nvPr>
            <p:ph idx="1" type="body"/>
          </p:nvPr>
        </p:nvSpPr>
        <p:spPr>
          <a:xfrm>
            <a:off x="4819651" y="904875"/>
            <a:ext cx="3978900" cy="3914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lt1"/>
              </a:buClr>
              <a:buSzPts val="1400"/>
              <a:buFont typeface="Arial"/>
              <a:buNone/>
              <a:defRPr sz="1400">
                <a:solidFill>
                  <a:schemeClr val="lt1"/>
                </a:solidFill>
              </a:defRPr>
            </a:lvl1pPr>
            <a:lvl2pPr indent="-228600" lvl="1" marL="914400" algn="l">
              <a:lnSpc>
                <a:spcPct val="90000"/>
              </a:lnSpc>
              <a:spcBef>
                <a:spcPts val="375"/>
              </a:spcBef>
              <a:spcAft>
                <a:spcPts val="0"/>
              </a:spcAft>
              <a:buClr>
                <a:schemeClr val="lt1"/>
              </a:buClr>
              <a:buSzPts val="1400"/>
              <a:buFont typeface="Arial"/>
              <a:buNone/>
              <a:defRPr>
                <a:solidFill>
                  <a:schemeClr val="lt1"/>
                </a:solidFill>
              </a:defRPr>
            </a:lvl2pPr>
            <a:lvl3pPr indent="-228600" lvl="2" marL="1371600" algn="l">
              <a:lnSpc>
                <a:spcPct val="90000"/>
              </a:lnSpc>
              <a:spcBef>
                <a:spcPts val="375"/>
              </a:spcBef>
              <a:spcAft>
                <a:spcPts val="0"/>
              </a:spcAft>
              <a:buClr>
                <a:schemeClr val="lt1"/>
              </a:buClr>
              <a:buSzPts val="1200"/>
              <a:buFont typeface="Arial"/>
              <a:buNone/>
              <a:defRPr>
                <a:solidFill>
                  <a:schemeClr val="lt1"/>
                </a:solidFill>
              </a:defRPr>
            </a:lvl3pPr>
            <a:lvl4pPr indent="-228600" lvl="3" marL="1828800" algn="l">
              <a:lnSpc>
                <a:spcPct val="90000"/>
              </a:lnSpc>
              <a:spcBef>
                <a:spcPts val="375"/>
              </a:spcBef>
              <a:spcAft>
                <a:spcPts val="0"/>
              </a:spcAft>
              <a:buClr>
                <a:schemeClr val="lt1"/>
              </a:buClr>
              <a:buSzPts val="1200"/>
              <a:buFont typeface="Arial"/>
              <a:buNone/>
              <a:defRPr>
                <a:solidFill>
                  <a:schemeClr val="lt1"/>
                </a:solidFill>
              </a:defRPr>
            </a:lvl4pPr>
            <a:lvl5pPr indent="-228600" lvl="4" marL="2286000" algn="l">
              <a:lnSpc>
                <a:spcPct val="90000"/>
              </a:lnSpc>
              <a:spcBef>
                <a:spcPts val="375"/>
              </a:spcBef>
              <a:spcAft>
                <a:spcPts val="0"/>
              </a:spcAft>
              <a:buClr>
                <a:schemeClr val="lt1"/>
              </a:buClr>
              <a:buSzPts val="1200"/>
              <a:buFont typeface="Arial"/>
              <a:buNone/>
              <a:defRPr>
                <a:solidFill>
                  <a:schemeClr val="lt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0" name="Google Shape;540;g327d8e625f7_1_259"/>
          <p:cNvSpPr/>
          <p:nvPr/>
        </p:nvSpPr>
        <p:spPr>
          <a:xfrm>
            <a:off x="-17275" y="-9600"/>
            <a:ext cx="4589400" cy="5163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Arial"/>
              <a:ea typeface="Arial"/>
              <a:cs typeface="Arial"/>
              <a:sym typeface="Arial"/>
            </a:endParaRPr>
          </a:p>
        </p:txBody>
      </p:sp>
      <p:sp>
        <p:nvSpPr>
          <p:cNvPr id="541" name="Google Shape;541;g327d8e625f7_1_259"/>
          <p:cNvSpPr txBox="1"/>
          <p:nvPr>
            <p:ph idx="2" type="body"/>
          </p:nvPr>
        </p:nvSpPr>
        <p:spPr>
          <a:xfrm>
            <a:off x="345195" y="226036"/>
            <a:ext cx="3955200" cy="543000"/>
          </a:xfrm>
          <a:prstGeom prst="rect">
            <a:avLst/>
          </a:prstGeom>
          <a:noFill/>
          <a:ln>
            <a:noFill/>
          </a:ln>
        </p:spPr>
        <p:txBody>
          <a:bodyPr anchorCtr="0" anchor="t" bIns="45700" lIns="91425" spcFirstLastPara="1" rIns="91425" wrap="square" tIns="45700">
            <a:normAutofit/>
          </a:bodyPr>
          <a:lstStyle>
            <a:lvl1pPr indent="-228600" lvl="0" marL="457200" algn="l">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2" name="Google Shape;542;g327d8e625f7_1_25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43" name="Google Shape;543;g327d8e625f7_1_259"/>
          <p:cNvSpPr txBox="1"/>
          <p:nvPr>
            <p:ph idx="3" type="body"/>
          </p:nvPr>
        </p:nvSpPr>
        <p:spPr>
          <a:xfrm>
            <a:off x="345447" y="731520"/>
            <a:ext cx="3955200" cy="2949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5B5B5B"/>
              </a:buClr>
              <a:buSzPts val="1600"/>
              <a:buNone/>
              <a:defRPr sz="1600">
                <a:solidFill>
                  <a:srgbClr val="5B5B5B"/>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4" name="Google Shape;544;g327d8e625f7_1_259"/>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929292"/>
                </a:solidFill>
                <a:latin typeface="Arial"/>
                <a:ea typeface="Arial"/>
                <a:cs typeface="Arial"/>
                <a:sym typeface="Arial"/>
              </a:rPr>
              <a:t>© 2022 Snowflake Inc. All Rights Reserved</a:t>
            </a:r>
            <a:endParaRPr b="0" i="0" sz="600" u="none" cap="none" strike="noStrike">
              <a:solidFill>
                <a:srgbClr val="929292"/>
              </a:solidFill>
              <a:latin typeface="Arial"/>
              <a:ea typeface="Arial"/>
              <a:cs typeface="Arial"/>
              <a:sym typeface="Arial"/>
            </a:endParaRPr>
          </a:p>
        </p:txBody>
      </p:sp>
      <p:sp>
        <p:nvSpPr>
          <p:cNvPr id="545" name="Google Shape;545;g327d8e625f7_1_259"/>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Bkg :ight">
  <p:cSld name="Summit22 - Thank You_1">
    <p:spTree>
      <p:nvGrpSpPr>
        <p:cNvPr id="546" name="Shape 546"/>
        <p:cNvGrpSpPr/>
        <p:nvPr/>
      </p:nvGrpSpPr>
      <p:grpSpPr>
        <a:xfrm>
          <a:off x="0" y="0"/>
          <a:ext cx="0" cy="0"/>
          <a:chOff x="0" y="0"/>
          <a:chExt cx="0" cy="0"/>
        </a:xfrm>
      </p:grpSpPr>
      <p:sp>
        <p:nvSpPr>
          <p:cNvPr id="547" name="Google Shape;547;g327d8e625f7_1_268"/>
          <p:cNvSpPr/>
          <p:nvPr/>
        </p:nvSpPr>
        <p:spPr>
          <a:xfrm>
            <a:off x="-35575" y="-9750"/>
            <a:ext cx="9212100" cy="5163000"/>
          </a:xfrm>
          <a:prstGeom prst="rect">
            <a:avLst/>
          </a:prstGeom>
          <a:gradFill>
            <a:gsLst>
              <a:gs pos="0">
                <a:srgbClr val="98DEFF"/>
              </a:gs>
              <a:gs pos="100000">
                <a:srgbClr val="B2E7FF">
                  <a:alpha val="49019"/>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8" name="Google Shape;548;g327d8e625f7_1_26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49" name="Google Shape;549;g327d8e625f7_1_268"/>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550" name="Google Shape;550;g327d8e625f7_1_268"/>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
        <p:nvSpPr>
          <p:cNvPr id="551" name="Google Shape;551;g327d8e625f7_1_268"/>
          <p:cNvSpPr txBox="1"/>
          <p:nvPr>
            <p:ph idx="1" type="body"/>
          </p:nvPr>
        </p:nvSpPr>
        <p:spPr>
          <a:xfrm>
            <a:off x="345195" y="228600"/>
            <a:ext cx="8453700" cy="6870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Vegas with Characters Content Slide">
  <p:cSld name="Summit22 - Title 1_5">
    <p:bg>
      <p:bgPr>
        <a:solidFill>
          <a:schemeClr val="lt1"/>
        </a:solidFill>
      </p:bgPr>
    </p:bg>
    <p:spTree>
      <p:nvGrpSpPr>
        <p:cNvPr id="552" name="Shape 552"/>
        <p:cNvGrpSpPr/>
        <p:nvPr/>
      </p:nvGrpSpPr>
      <p:grpSpPr>
        <a:xfrm>
          <a:off x="0" y="0"/>
          <a:ext cx="0" cy="0"/>
          <a:chOff x="0" y="0"/>
          <a:chExt cx="0" cy="0"/>
        </a:xfrm>
      </p:grpSpPr>
      <p:pic>
        <p:nvPicPr>
          <p:cNvPr id="553" name="Google Shape;553;g327d8e625f7_1_274"/>
          <p:cNvPicPr preferRelativeResize="0"/>
          <p:nvPr/>
        </p:nvPicPr>
        <p:blipFill rotWithShape="1">
          <a:blip r:embed="rId2">
            <a:alphaModFix/>
          </a:blip>
          <a:srcRect b="0" l="0" r="0" t="0"/>
          <a:stretch/>
        </p:blipFill>
        <p:spPr>
          <a:xfrm>
            <a:off x="-8867" y="-19512"/>
            <a:ext cx="9178665" cy="5162999"/>
          </a:xfrm>
          <a:prstGeom prst="rect">
            <a:avLst/>
          </a:prstGeom>
          <a:noFill/>
          <a:ln>
            <a:noFill/>
          </a:ln>
        </p:spPr>
      </p:pic>
      <p:sp>
        <p:nvSpPr>
          <p:cNvPr id="554" name="Google Shape;554;g327d8e625f7_1_27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55" name="Google Shape;555;g327d8e625f7_1_274"/>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556" name="Google Shape;556;g327d8e625f7_1_274"/>
          <p:cNvSpPr txBox="1"/>
          <p:nvPr>
            <p:ph idx="1" type="body"/>
          </p:nvPr>
        </p:nvSpPr>
        <p:spPr>
          <a:xfrm>
            <a:off x="345196" y="231569"/>
            <a:ext cx="8453700" cy="685800"/>
          </a:xfrm>
          <a:prstGeom prst="rect">
            <a:avLst/>
          </a:prstGeom>
          <a:noFill/>
          <a:ln>
            <a:noFill/>
          </a:ln>
        </p:spPr>
        <p:txBody>
          <a:bodyPr anchorCtr="0" anchor="t" bIns="45700" lIns="91425" spcFirstLastPara="1" rIns="91425" wrap="square" tIns="45700">
            <a:noAutofit/>
          </a:bodyPr>
          <a:lstStyle>
            <a:lvl1pPr indent="-228600" lvl="0" marL="45720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7" name="Google Shape;557;g327d8e625f7_1_274"/>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it22 - Thank You">
  <p:cSld name="Summit22 - Thank You_2">
    <p:spTree>
      <p:nvGrpSpPr>
        <p:cNvPr id="558" name="Shape 558"/>
        <p:cNvGrpSpPr/>
        <p:nvPr/>
      </p:nvGrpSpPr>
      <p:grpSpPr>
        <a:xfrm>
          <a:off x="0" y="0"/>
          <a:ext cx="0" cy="0"/>
          <a:chOff x="0" y="0"/>
          <a:chExt cx="0" cy="0"/>
        </a:xfrm>
      </p:grpSpPr>
      <p:pic>
        <p:nvPicPr>
          <p:cNvPr id="559" name="Google Shape;559;g327d8e625f7_1_280"/>
          <p:cNvPicPr preferRelativeResize="0"/>
          <p:nvPr/>
        </p:nvPicPr>
        <p:blipFill rotWithShape="1">
          <a:blip r:embed="rId2">
            <a:alphaModFix/>
          </a:blip>
          <a:srcRect b="0" l="0" r="0" t="0"/>
          <a:stretch/>
        </p:blipFill>
        <p:spPr>
          <a:xfrm>
            <a:off x="10" y="-13"/>
            <a:ext cx="9143997" cy="5143545"/>
          </a:xfrm>
          <a:prstGeom prst="rect">
            <a:avLst/>
          </a:prstGeom>
          <a:noFill/>
          <a:ln>
            <a:noFill/>
          </a:ln>
        </p:spPr>
      </p:pic>
      <p:sp>
        <p:nvSpPr>
          <p:cNvPr id="560" name="Google Shape;560;g327d8e625f7_1_280"/>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61" name="Google Shape;561;g327d8e625f7_1_280"/>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lt1"/>
                </a:solidFill>
                <a:latin typeface="Arial"/>
                <a:ea typeface="Arial"/>
                <a:cs typeface="Arial"/>
                <a:sym typeface="Arial"/>
              </a:rPr>
              <a:t>© 2022 Snowflake Inc. All Rights Reserved</a:t>
            </a:r>
            <a:endParaRPr b="0" i="0" sz="600" u="none" cap="none" strike="noStrike">
              <a:solidFill>
                <a:schemeClr val="lt1"/>
              </a:solidFill>
              <a:latin typeface="Arial"/>
              <a:ea typeface="Arial"/>
              <a:cs typeface="Arial"/>
              <a:sym typeface="Arial"/>
            </a:endParaRPr>
          </a:p>
        </p:txBody>
      </p:sp>
      <p:sp>
        <p:nvSpPr>
          <p:cNvPr id="562" name="Google Shape;562;g327d8e625f7_1_280"/>
          <p:cNvSpPr txBox="1"/>
          <p:nvPr>
            <p:ph idx="1" type="body"/>
          </p:nvPr>
        </p:nvSpPr>
        <p:spPr>
          <a:xfrm>
            <a:off x="2272412" y="2285447"/>
            <a:ext cx="4599300" cy="567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750"/>
              </a:spcBef>
              <a:spcAft>
                <a:spcPts val="0"/>
              </a:spcAft>
              <a:buClr>
                <a:schemeClr val="dk2"/>
              </a:buClr>
              <a:buSzPts val="4000"/>
              <a:buNone/>
              <a:defRPr b="1" sz="4000">
                <a:solidFill>
                  <a:schemeClr val="dk2"/>
                </a:solidFill>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3" name="Google Shape;563;g327d8e625f7_1_280"/>
          <p:cNvSpPr txBox="1"/>
          <p:nvPr/>
        </p:nvSpPr>
        <p:spPr>
          <a:xfrm>
            <a:off x="8325201" y="4898914"/>
            <a:ext cx="473700" cy="924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4.xml"/><Relationship Id="rId22" Type="http://schemas.openxmlformats.org/officeDocument/2006/relationships/slideLayout" Target="../slideLayouts/slideLayout56.xml"/><Relationship Id="rId21" Type="http://schemas.openxmlformats.org/officeDocument/2006/relationships/slideLayout" Target="../slideLayouts/slideLayout55.xml"/><Relationship Id="rId24" Type="http://schemas.openxmlformats.org/officeDocument/2006/relationships/slideLayout" Target="../slideLayouts/slideLayout58.xml"/><Relationship Id="rId23" Type="http://schemas.openxmlformats.org/officeDocument/2006/relationships/slideLayout" Target="../slideLayouts/slideLayout57.xml"/><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26" Type="http://schemas.openxmlformats.org/officeDocument/2006/relationships/slideLayout" Target="../slideLayouts/slideLayout60.xml"/><Relationship Id="rId25" Type="http://schemas.openxmlformats.org/officeDocument/2006/relationships/slideLayout" Target="../slideLayouts/slideLayout59.xml"/><Relationship Id="rId28" Type="http://schemas.openxmlformats.org/officeDocument/2006/relationships/slideLayout" Target="../slideLayouts/slideLayout62.xml"/><Relationship Id="rId27" Type="http://schemas.openxmlformats.org/officeDocument/2006/relationships/slideLayout" Target="../slideLayouts/slideLayout61.xml"/><Relationship Id="rId5" Type="http://schemas.openxmlformats.org/officeDocument/2006/relationships/slideLayout" Target="../slideLayouts/slideLayout39.xml"/><Relationship Id="rId6" Type="http://schemas.openxmlformats.org/officeDocument/2006/relationships/slideLayout" Target="../slideLayouts/slideLayout40.xml"/><Relationship Id="rId29" Type="http://schemas.openxmlformats.org/officeDocument/2006/relationships/slideLayout" Target="../slideLayouts/slideLayout63.xml"/><Relationship Id="rId7" Type="http://schemas.openxmlformats.org/officeDocument/2006/relationships/slideLayout" Target="../slideLayouts/slideLayout41.xml"/><Relationship Id="rId8" Type="http://schemas.openxmlformats.org/officeDocument/2006/relationships/slideLayout" Target="../slideLayouts/slideLayout42.xml"/><Relationship Id="rId31" Type="http://schemas.openxmlformats.org/officeDocument/2006/relationships/slideLayout" Target="../slideLayouts/slideLayout65.xml"/><Relationship Id="rId30" Type="http://schemas.openxmlformats.org/officeDocument/2006/relationships/slideLayout" Target="../slideLayouts/slideLayout64.xml"/><Relationship Id="rId11" Type="http://schemas.openxmlformats.org/officeDocument/2006/relationships/slideLayout" Target="../slideLayouts/slideLayout45.xml"/><Relationship Id="rId33" Type="http://schemas.openxmlformats.org/officeDocument/2006/relationships/slideLayout" Target="../slideLayouts/slideLayout67.xml"/><Relationship Id="rId10" Type="http://schemas.openxmlformats.org/officeDocument/2006/relationships/slideLayout" Target="../slideLayouts/slideLayout44.xml"/><Relationship Id="rId32" Type="http://schemas.openxmlformats.org/officeDocument/2006/relationships/slideLayout" Target="../slideLayouts/slideLayout66.xml"/><Relationship Id="rId13" Type="http://schemas.openxmlformats.org/officeDocument/2006/relationships/slideLayout" Target="../slideLayouts/slideLayout47.xml"/><Relationship Id="rId35" Type="http://schemas.openxmlformats.org/officeDocument/2006/relationships/theme" Target="../theme/theme2.xml"/><Relationship Id="rId12" Type="http://schemas.openxmlformats.org/officeDocument/2006/relationships/slideLayout" Target="../slideLayouts/slideLayout46.xml"/><Relationship Id="rId34" Type="http://schemas.openxmlformats.org/officeDocument/2006/relationships/slideLayout" Target="../slideLayouts/slideLayout68.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19" Type="http://schemas.openxmlformats.org/officeDocument/2006/relationships/slideLayout" Target="../slideLayouts/slideLayout53.xml"/><Relationship Id="rId18"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88.xml"/><Relationship Id="rId22" Type="http://schemas.openxmlformats.org/officeDocument/2006/relationships/slideLayout" Target="../slideLayouts/slideLayout90.xml"/><Relationship Id="rId21" Type="http://schemas.openxmlformats.org/officeDocument/2006/relationships/slideLayout" Target="../slideLayouts/slideLayout89.xml"/><Relationship Id="rId24" Type="http://schemas.openxmlformats.org/officeDocument/2006/relationships/slideLayout" Target="../slideLayouts/slideLayout92.xml"/><Relationship Id="rId23" Type="http://schemas.openxmlformats.org/officeDocument/2006/relationships/slideLayout" Target="../slideLayouts/slideLayout91.xml"/><Relationship Id="rId1" Type="http://schemas.openxmlformats.org/officeDocument/2006/relationships/slideLayout" Target="../slideLayouts/slideLayout69.xml"/><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9" Type="http://schemas.openxmlformats.org/officeDocument/2006/relationships/slideLayout" Target="../slideLayouts/slideLayout77.xml"/><Relationship Id="rId26" Type="http://schemas.openxmlformats.org/officeDocument/2006/relationships/slideLayout" Target="../slideLayouts/slideLayout94.xml"/><Relationship Id="rId25" Type="http://schemas.openxmlformats.org/officeDocument/2006/relationships/slideLayout" Target="../slideLayouts/slideLayout93.xml"/><Relationship Id="rId28" Type="http://schemas.openxmlformats.org/officeDocument/2006/relationships/slideLayout" Target="../slideLayouts/slideLayout96.xml"/><Relationship Id="rId27" Type="http://schemas.openxmlformats.org/officeDocument/2006/relationships/slideLayout" Target="../slideLayouts/slideLayout95.xml"/><Relationship Id="rId5" Type="http://schemas.openxmlformats.org/officeDocument/2006/relationships/slideLayout" Target="../slideLayouts/slideLayout73.xml"/><Relationship Id="rId6" Type="http://schemas.openxmlformats.org/officeDocument/2006/relationships/slideLayout" Target="../slideLayouts/slideLayout74.xml"/><Relationship Id="rId29" Type="http://schemas.openxmlformats.org/officeDocument/2006/relationships/slideLayout" Target="../slideLayouts/slideLayout97.xml"/><Relationship Id="rId7" Type="http://schemas.openxmlformats.org/officeDocument/2006/relationships/slideLayout" Target="../slideLayouts/slideLayout75.xml"/><Relationship Id="rId8" Type="http://schemas.openxmlformats.org/officeDocument/2006/relationships/slideLayout" Target="../slideLayouts/slideLayout76.xml"/><Relationship Id="rId31" Type="http://schemas.openxmlformats.org/officeDocument/2006/relationships/slideLayout" Target="../slideLayouts/slideLayout99.xml"/><Relationship Id="rId30" Type="http://schemas.openxmlformats.org/officeDocument/2006/relationships/slideLayout" Target="../slideLayouts/slideLayout98.xml"/><Relationship Id="rId11" Type="http://schemas.openxmlformats.org/officeDocument/2006/relationships/slideLayout" Target="../slideLayouts/slideLayout79.xml"/><Relationship Id="rId33" Type="http://schemas.openxmlformats.org/officeDocument/2006/relationships/slideLayout" Target="../slideLayouts/slideLayout101.xml"/><Relationship Id="rId10" Type="http://schemas.openxmlformats.org/officeDocument/2006/relationships/slideLayout" Target="../slideLayouts/slideLayout78.xml"/><Relationship Id="rId32" Type="http://schemas.openxmlformats.org/officeDocument/2006/relationships/slideLayout" Target="../slideLayouts/slideLayout100.xml"/><Relationship Id="rId13" Type="http://schemas.openxmlformats.org/officeDocument/2006/relationships/slideLayout" Target="../slideLayouts/slideLayout81.xml"/><Relationship Id="rId35" Type="http://schemas.openxmlformats.org/officeDocument/2006/relationships/slideLayout" Target="../slideLayouts/slideLayout103.xml"/><Relationship Id="rId12" Type="http://schemas.openxmlformats.org/officeDocument/2006/relationships/slideLayout" Target="../slideLayouts/slideLayout80.xml"/><Relationship Id="rId34" Type="http://schemas.openxmlformats.org/officeDocument/2006/relationships/slideLayout" Target="../slideLayouts/slideLayout102.xml"/><Relationship Id="rId15" Type="http://schemas.openxmlformats.org/officeDocument/2006/relationships/slideLayout" Target="../slideLayouts/slideLayout83.xml"/><Relationship Id="rId14" Type="http://schemas.openxmlformats.org/officeDocument/2006/relationships/slideLayout" Target="../slideLayouts/slideLayout82.xml"/><Relationship Id="rId36" Type="http://schemas.openxmlformats.org/officeDocument/2006/relationships/theme" Target="../theme/theme4.xml"/><Relationship Id="rId17" Type="http://schemas.openxmlformats.org/officeDocument/2006/relationships/slideLayout" Target="../slideLayouts/slideLayout85.xml"/><Relationship Id="rId16" Type="http://schemas.openxmlformats.org/officeDocument/2006/relationships/slideLayout" Target="../slideLayouts/slideLayout84.xml"/><Relationship Id="rId19" Type="http://schemas.openxmlformats.org/officeDocument/2006/relationships/slideLayout" Target="../slideLayouts/slideLayout87.xml"/><Relationship Id="rId18"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marR="0" rtl="0" algn="l">
              <a:lnSpc>
                <a:spcPct val="105000"/>
              </a:lnSpc>
              <a:spcBef>
                <a:spcPts val="0"/>
              </a:spcBef>
              <a:spcAft>
                <a:spcPts val="0"/>
              </a:spcAft>
              <a:buClr>
                <a:schemeClr val="dk1"/>
              </a:buClr>
              <a:buSzPts val="2600"/>
              <a:buFont typeface="Arial"/>
              <a:buNone/>
              <a:defRPr b="1" i="0" sz="2600" u="none" cap="none" strike="noStrike">
                <a:solidFill>
                  <a:schemeClr val="dk1"/>
                </a:solidFill>
                <a:latin typeface="Arial"/>
                <a:ea typeface="Arial"/>
                <a:cs typeface="Arial"/>
                <a:sym typeface="Arial"/>
              </a:defRPr>
            </a:lvl1pPr>
            <a:lvl2pPr lvl="1"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2pPr>
            <a:lvl3pPr lvl="2"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3pPr>
            <a:lvl4pPr lvl="3"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4pPr>
            <a:lvl5pPr lvl="4"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5pPr>
            <a:lvl6pPr lvl="5"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6pPr>
            <a:lvl7pPr lvl="6"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7pPr>
            <a:lvl8pPr lvl="7"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8pPr>
            <a:lvl9pPr lvl="8" marR="0" rtl="0" algn="l">
              <a:lnSpc>
                <a:spcPct val="105000"/>
              </a:lnSpc>
              <a:spcBef>
                <a:spcPts val="1000"/>
              </a:spcBef>
              <a:spcAft>
                <a:spcPts val="100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9pPr>
          </a:lstStyle>
          <a:p/>
        </p:txBody>
      </p:sp>
      <p:sp>
        <p:nvSpPr>
          <p:cNvPr id="7" name="Google Shape;7;p20"/>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1pPr>
            <a:lvl2pPr indent="-342900" lvl="1" marL="914400" marR="0" rtl="0" algn="l">
              <a:lnSpc>
                <a:spcPct val="115000"/>
              </a:lnSpc>
              <a:spcBef>
                <a:spcPts val="100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2pPr>
            <a:lvl3pPr indent="-317500" lvl="2" marL="13716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3pPr>
            <a:lvl4pPr indent="-317500" lvl="3" marL="18288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4pPr>
            <a:lvl5pPr indent="-317500" lvl="4" marL="22860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5pPr>
            <a:lvl6pPr indent="-317500" lvl="5" marL="27432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6pPr>
            <a:lvl7pPr indent="-317500" lvl="6" marL="32004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7pPr>
            <a:lvl8pPr indent="-317500" lvl="7" marL="36576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8pPr>
            <a:lvl9pPr indent="-317500" lvl="8" marL="4114800" marR="0" rtl="0" algn="l">
              <a:lnSpc>
                <a:spcPct val="115000"/>
              </a:lnSpc>
              <a:spcBef>
                <a:spcPts val="1000"/>
              </a:spcBef>
              <a:spcAft>
                <a:spcPts val="1000"/>
              </a:spcAft>
              <a:buClr>
                <a:schemeClr val="accent1"/>
              </a:buClr>
              <a:buSzPts val="1400"/>
              <a:buFont typeface="Arial"/>
              <a:buChar char="•"/>
              <a:defRPr b="0" i="0" sz="1400" u="none" cap="none" strike="noStrike">
                <a:solidFill>
                  <a:srgbClr val="5B5B5B"/>
                </a:solidFill>
                <a:latin typeface="Arial"/>
                <a:ea typeface="Arial"/>
                <a:cs typeface="Arial"/>
                <a:sym typeface="Arial"/>
              </a:defRPr>
            </a:lvl9pPr>
          </a:lstStyle>
          <a:p/>
        </p:txBody>
      </p:sp>
      <p:sp>
        <p:nvSpPr>
          <p:cNvPr id="8" name="Google Shape;8;p2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mc:AlternateContent>
    <mc:Choice Requires="p14">
      <p:transition spd="med" p14:dur="600">
        <p:fade/>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23"/>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marR="0" rtl="0" algn="l">
              <a:lnSpc>
                <a:spcPct val="105000"/>
              </a:lnSpc>
              <a:spcBef>
                <a:spcPts val="0"/>
              </a:spcBef>
              <a:spcAft>
                <a:spcPts val="0"/>
              </a:spcAft>
              <a:buClr>
                <a:schemeClr val="dk1"/>
              </a:buClr>
              <a:buSzPts val="2600"/>
              <a:buFont typeface="Arial"/>
              <a:buNone/>
              <a:defRPr b="1" i="0" sz="2600" u="none" cap="none" strike="noStrike">
                <a:solidFill>
                  <a:schemeClr val="dk1"/>
                </a:solidFill>
                <a:latin typeface="Arial"/>
                <a:ea typeface="Arial"/>
                <a:cs typeface="Arial"/>
                <a:sym typeface="Arial"/>
              </a:defRPr>
            </a:lvl1pPr>
            <a:lvl2pPr lvl="1"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2pPr>
            <a:lvl3pPr lvl="2"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3pPr>
            <a:lvl4pPr lvl="3"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4pPr>
            <a:lvl5pPr lvl="4"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5pPr>
            <a:lvl6pPr lvl="5"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6pPr>
            <a:lvl7pPr lvl="6"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7pPr>
            <a:lvl8pPr lvl="7"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8pPr>
            <a:lvl9pPr lvl="8" marR="0" rtl="0" algn="l">
              <a:lnSpc>
                <a:spcPct val="105000"/>
              </a:lnSpc>
              <a:spcBef>
                <a:spcPts val="1000"/>
              </a:spcBef>
              <a:spcAft>
                <a:spcPts val="100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9pPr>
          </a:lstStyle>
          <a:p/>
        </p:txBody>
      </p:sp>
      <p:sp>
        <p:nvSpPr>
          <p:cNvPr id="189" name="Google Shape;189;p23"/>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1pPr>
            <a:lvl2pPr indent="-342900" lvl="1" marL="914400" marR="0" rtl="0" algn="l">
              <a:lnSpc>
                <a:spcPct val="115000"/>
              </a:lnSpc>
              <a:spcBef>
                <a:spcPts val="100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2pPr>
            <a:lvl3pPr indent="-317500" lvl="2" marL="13716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3pPr>
            <a:lvl4pPr indent="-317500" lvl="3" marL="18288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4pPr>
            <a:lvl5pPr indent="-317500" lvl="4" marL="22860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5pPr>
            <a:lvl6pPr indent="-317500" lvl="5" marL="27432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6pPr>
            <a:lvl7pPr indent="-317500" lvl="6" marL="32004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7pPr>
            <a:lvl8pPr indent="-317500" lvl="7" marL="36576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8pPr>
            <a:lvl9pPr indent="-317500" lvl="8" marL="4114800" marR="0" rtl="0" algn="l">
              <a:lnSpc>
                <a:spcPct val="115000"/>
              </a:lnSpc>
              <a:spcBef>
                <a:spcPts val="1000"/>
              </a:spcBef>
              <a:spcAft>
                <a:spcPts val="1000"/>
              </a:spcAft>
              <a:buClr>
                <a:schemeClr val="accent1"/>
              </a:buClr>
              <a:buSzPts val="1400"/>
              <a:buFont typeface="Arial"/>
              <a:buChar char="•"/>
              <a:defRPr b="0" i="0" sz="1400" u="none" cap="none" strike="noStrike">
                <a:solidFill>
                  <a:srgbClr val="5B5B5B"/>
                </a:solidFill>
                <a:latin typeface="Arial"/>
                <a:ea typeface="Arial"/>
                <a:cs typeface="Arial"/>
                <a:sym typeface="Arial"/>
              </a:defRPr>
            </a:lvl9pPr>
          </a:lstStyle>
          <a:p/>
        </p:txBody>
      </p:sp>
      <p:sp>
        <p:nvSpPr>
          <p:cNvPr id="190" name="Google Shape;190;p2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16" r:id="rId33"/>
    <p:sldLayoutId id="2147483717" r:id="rId34"/>
  </p:sldLayoutIdLst>
  <mc:AlternateContent>
    <mc:Choice Requires="p14">
      <p:transition spd="med" p14:dur="600">
        <p:fade/>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4" name="Shape 374"/>
        <p:cNvGrpSpPr/>
        <p:nvPr/>
      </p:nvGrpSpPr>
      <p:grpSpPr>
        <a:xfrm>
          <a:off x="0" y="0"/>
          <a:ext cx="0" cy="0"/>
          <a:chOff x="0" y="0"/>
          <a:chExt cx="0" cy="0"/>
        </a:xfrm>
      </p:grpSpPr>
      <p:sp>
        <p:nvSpPr>
          <p:cNvPr id="375" name="Google Shape;375;g327d8e625f7_1_104"/>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marR="0" rtl="0" algn="l">
              <a:lnSpc>
                <a:spcPct val="105000"/>
              </a:lnSpc>
              <a:spcBef>
                <a:spcPts val="0"/>
              </a:spcBef>
              <a:spcAft>
                <a:spcPts val="0"/>
              </a:spcAft>
              <a:buClr>
                <a:schemeClr val="dk1"/>
              </a:buClr>
              <a:buSzPts val="2600"/>
              <a:buFont typeface="Arial"/>
              <a:buNone/>
              <a:defRPr b="1" i="0" sz="2600" u="none" cap="none" strike="noStrike">
                <a:solidFill>
                  <a:schemeClr val="dk1"/>
                </a:solidFill>
                <a:latin typeface="Arial"/>
                <a:ea typeface="Arial"/>
                <a:cs typeface="Arial"/>
                <a:sym typeface="Arial"/>
              </a:defRPr>
            </a:lvl1pPr>
            <a:lvl2pPr lvl="1"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2pPr>
            <a:lvl3pPr lvl="2"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3pPr>
            <a:lvl4pPr lvl="3"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4pPr>
            <a:lvl5pPr lvl="4"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5pPr>
            <a:lvl6pPr lvl="5"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6pPr>
            <a:lvl7pPr lvl="6"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7pPr>
            <a:lvl8pPr lvl="7" marR="0" rtl="0" algn="l">
              <a:lnSpc>
                <a:spcPct val="105000"/>
              </a:lnSpc>
              <a:spcBef>
                <a:spcPts val="1000"/>
              </a:spcBef>
              <a:spcAft>
                <a:spcPts val="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8pPr>
            <a:lvl9pPr lvl="8" marR="0" rtl="0" algn="l">
              <a:lnSpc>
                <a:spcPct val="105000"/>
              </a:lnSpc>
              <a:spcBef>
                <a:spcPts val="1000"/>
              </a:spcBef>
              <a:spcAft>
                <a:spcPts val="1000"/>
              </a:spcAft>
              <a:buClr>
                <a:srgbClr val="000000"/>
              </a:buClr>
              <a:buSzPts val="1400"/>
              <a:buFont typeface="Montserrat"/>
              <a:buNone/>
              <a:defRPr b="1" i="0" sz="1800" u="none" cap="none" strike="noStrike">
                <a:solidFill>
                  <a:srgbClr val="000000"/>
                </a:solidFill>
                <a:latin typeface="Montserrat"/>
                <a:ea typeface="Montserrat"/>
                <a:cs typeface="Montserrat"/>
                <a:sym typeface="Montserrat"/>
              </a:defRPr>
            </a:lvl9pPr>
          </a:lstStyle>
          <a:p/>
        </p:txBody>
      </p:sp>
      <p:sp>
        <p:nvSpPr>
          <p:cNvPr id="376" name="Google Shape;376;g327d8e625f7_1_104"/>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1pPr>
            <a:lvl2pPr indent="-342900" lvl="1" marL="914400" marR="0" rtl="0" algn="l">
              <a:lnSpc>
                <a:spcPct val="115000"/>
              </a:lnSpc>
              <a:spcBef>
                <a:spcPts val="1000"/>
              </a:spcBef>
              <a:spcAft>
                <a:spcPts val="0"/>
              </a:spcAft>
              <a:buClr>
                <a:schemeClr val="accent1"/>
              </a:buClr>
              <a:buSzPts val="1800"/>
              <a:buFont typeface="Arial"/>
              <a:buChar char="•"/>
              <a:defRPr b="0" i="0" sz="1800" u="none" cap="none" strike="noStrike">
                <a:solidFill>
                  <a:srgbClr val="5B5B5B"/>
                </a:solidFill>
                <a:latin typeface="Arial"/>
                <a:ea typeface="Arial"/>
                <a:cs typeface="Arial"/>
                <a:sym typeface="Arial"/>
              </a:defRPr>
            </a:lvl2pPr>
            <a:lvl3pPr indent="-317500" lvl="2" marL="13716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3pPr>
            <a:lvl4pPr indent="-317500" lvl="3" marL="18288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4pPr>
            <a:lvl5pPr indent="-317500" lvl="4" marL="22860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5pPr>
            <a:lvl6pPr indent="-317500" lvl="5" marL="27432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6pPr>
            <a:lvl7pPr indent="-317500" lvl="6" marL="32004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7pPr>
            <a:lvl8pPr indent="-317500" lvl="7" marL="3657600" marR="0" rtl="0" algn="l">
              <a:lnSpc>
                <a:spcPct val="115000"/>
              </a:lnSpc>
              <a:spcBef>
                <a:spcPts val="1000"/>
              </a:spcBef>
              <a:spcAft>
                <a:spcPts val="0"/>
              </a:spcAft>
              <a:buClr>
                <a:schemeClr val="accent1"/>
              </a:buClr>
              <a:buSzPts val="1400"/>
              <a:buFont typeface="Arial"/>
              <a:buChar char="•"/>
              <a:defRPr b="0" i="0" sz="1400" u="none" cap="none" strike="noStrike">
                <a:solidFill>
                  <a:srgbClr val="5B5B5B"/>
                </a:solidFill>
                <a:latin typeface="Arial"/>
                <a:ea typeface="Arial"/>
                <a:cs typeface="Arial"/>
                <a:sym typeface="Arial"/>
              </a:defRPr>
            </a:lvl8pPr>
            <a:lvl9pPr indent="-317500" lvl="8" marL="4114800" marR="0" rtl="0" algn="l">
              <a:lnSpc>
                <a:spcPct val="115000"/>
              </a:lnSpc>
              <a:spcBef>
                <a:spcPts val="1000"/>
              </a:spcBef>
              <a:spcAft>
                <a:spcPts val="1000"/>
              </a:spcAft>
              <a:buClr>
                <a:schemeClr val="accent1"/>
              </a:buClr>
              <a:buSzPts val="1400"/>
              <a:buFont typeface="Arial"/>
              <a:buChar char="•"/>
              <a:defRPr b="0" i="0" sz="1400" u="none" cap="none" strike="noStrike">
                <a:solidFill>
                  <a:srgbClr val="5B5B5B"/>
                </a:solidFill>
                <a:latin typeface="Arial"/>
                <a:ea typeface="Arial"/>
                <a:cs typeface="Arial"/>
                <a:sym typeface="Arial"/>
              </a:defRPr>
            </a:lvl9pPr>
          </a:lstStyle>
          <a:p/>
        </p:txBody>
      </p:sp>
      <p:sp>
        <p:nvSpPr>
          <p:cNvPr id="377" name="Google Shape;377;g327d8e625f7_1_10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Lst>
  <mc:AlternateContent>
    <mc:Choice Requires="p14">
      <p:transition spd="med" p14:dur="600">
        <p:fade/>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xml"/><Relationship Id="rId3" Type="http://schemas.openxmlformats.org/officeDocument/2006/relationships/image" Target="../media/image25.png"/><Relationship Id="rId4" Type="http://schemas.openxmlformats.org/officeDocument/2006/relationships/image" Target="../media/image30.png"/><Relationship Id="rId9" Type="http://schemas.openxmlformats.org/officeDocument/2006/relationships/image" Target="../media/image33.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4.png"/><Relationship Id="rId8"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30.png"/><Relationship Id="rId5" Type="http://schemas.openxmlformats.org/officeDocument/2006/relationships/image" Target="../media/image27.png"/><Relationship Id="rId6"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1"/>
          <p:cNvSpPr txBox="1"/>
          <p:nvPr/>
        </p:nvSpPr>
        <p:spPr>
          <a:xfrm>
            <a:off x="365749" y="4457700"/>
            <a:ext cx="42063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Jun 2025</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569" name="Google Shape;569;p1"/>
          <p:cNvSpPr txBox="1"/>
          <p:nvPr/>
        </p:nvSpPr>
        <p:spPr>
          <a:xfrm>
            <a:off x="365750" y="3933600"/>
            <a:ext cx="65613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d45bd621e8_0_11"/>
          <p:cNvSpPr/>
          <p:nvPr/>
        </p:nvSpPr>
        <p:spPr>
          <a:xfrm>
            <a:off x="278100" y="1168125"/>
            <a:ext cx="8555100" cy="3450900"/>
          </a:xfrm>
          <a:prstGeom prst="roundRect">
            <a:avLst>
              <a:gd fmla="val 2090" name="adj"/>
            </a:avLst>
          </a:prstGeom>
          <a:noFill/>
          <a:ln cap="flat" cmpd="sng" w="25400">
            <a:solidFill>
              <a:srgbClr val="29B5E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FFFF"/>
              </a:buClr>
              <a:buSzPts val="1800"/>
              <a:buFont typeface="Lato"/>
              <a:buNone/>
            </a:pPr>
            <a:r>
              <a:t/>
            </a:r>
            <a:endParaRPr b="1" i="0" sz="1300" u="none" cap="none" strike="noStrike">
              <a:solidFill>
                <a:srgbClr val="11567F"/>
              </a:solidFill>
              <a:latin typeface="Arial"/>
              <a:ea typeface="Arial"/>
              <a:cs typeface="Arial"/>
              <a:sym typeface="Arial"/>
            </a:endParaRPr>
          </a:p>
        </p:txBody>
      </p:sp>
      <p:sp>
        <p:nvSpPr>
          <p:cNvPr id="576" name="Google Shape;576;g3d45bd621e8_0_11"/>
          <p:cNvSpPr/>
          <p:nvPr/>
        </p:nvSpPr>
        <p:spPr>
          <a:xfrm>
            <a:off x="463625" y="2180275"/>
            <a:ext cx="5599800" cy="7647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434343"/>
              </a:solidFill>
              <a:latin typeface="Arial"/>
              <a:ea typeface="Arial"/>
              <a:cs typeface="Arial"/>
              <a:sym typeface="Arial"/>
            </a:endParaRPr>
          </a:p>
        </p:txBody>
      </p:sp>
      <p:sp>
        <p:nvSpPr>
          <p:cNvPr id="577" name="Google Shape;577;g3d45bd621e8_0_11"/>
          <p:cNvSpPr/>
          <p:nvPr/>
        </p:nvSpPr>
        <p:spPr>
          <a:xfrm>
            <a:off x="463650" y="2972450"/>
            <a:ext cx="5599800" cy="7890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434343"/>
              </a:solidFill>
              <a:latin typeface="Arial"/>
              <a:ea typeface="Arial"/>
              <a:cs typeface="Arial"/>
              <a:sym typeface="Arial"/>
            </a:endParaRPr>
          </a:p>
        </p:txBody>
      </p:sp>
      <p:sp>
        <p:nvSpPr>
          <p:cNvPr id="578" name="Google Shape;578;g3d45bd621e8_0_11"/>
          <p:cNvSpPr/>
          <p:nvPr/>
        </p:nvSpPr>
        <p:spPr>
          <a:xfrm>
            <a:off x="6162050" y="1340072"/>
            <a:ext cx="1186200" cy="31695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none" cap="none" strike="noStrike">
              <a:solidFill>
                <a:srgbClr val="11567F"/>
              </a:solidFill>
              <a:latin typeface="Arial"/>
              <a:ea typeface="Arial"/>
              <a:cs typeface="Arial"/>
              <a:sym typeface="Arial"/>
            </a:endParaRPr>
          </a:p>
        </p:txBody>
      </p:sp>
      <p:pic>
        <p:nvPicPr>
          <p:cNvPr id="579" name="Google Shape;579;g3d45bd621e8_0_11"/>
          <p:cNvPicPr preferRelativeResize="0"/>
          <p:nvPr/>
        </p:nvPicPr>
        <p:blipFill rotWithShape="1">
          <a:blip r:embed="rId3">
            <a:alphaModFix/>
          </a:blip>
          <a:srcRect b="0" l="0" r="0" t="0"/>
          <a:stretch/>
        </p:blipFill>
        <p:spPr>
          <a:xfrm>
            <a:off x="6387695" y="2727851"/>
            <a:ext cx="562161" cy="158927"/>
          </a:xfrm>
          <a:prstGeom prst="rect">
            <a:avLst/>
          </a:prstGeom>
          <a:noFill/>
          <a:ln>
            <a:noFill/>
          </a:ln>
        </p:spPr>
      </p:pic>
      <p:pic>
        <p:nvPicPr>
          <p:cNvPr id="580" name="Google Shape;580;g3d45bd621e8_0_11"/>
          <p:cNvPicPr preferRelativeResize="0"/>
          <p:nvPr/>
        </p:nvPicPr>
        <p:blipFill rotWithShape="1">
          <a:blip r:embed="rId4">
            <a:alphaModFix/>
          </a:blip>
          <a:srcRect b="0" l="0" r="0" t="0"/>
          <a:stretch/>
        </p:blipFill>
        <p:spPr>
          <a:xfrm>
            <a:off x="6387695" y="3029085"/>
            <a:ext cx="562155" cy="200982"/>
          </a:xfrm>
          <a:prstGeom prst="rect">
            <a:avLst/>
          </a:prstGeom>
          <a:noFill/>
          <a:ln>
            <a:noFill/>
          </a:ln>
        </p:spPr>
      </p:pic>
      <p:pic>
        <p:nvPicPr>
          <p:cNvPr id="581" name="Google Shape;581;g3d45bd621e8_0_11"/>
          <p:cNvPicPr preferRelativeResize="0"/>
          <p:nvPr/>
        </p:nvPicPr>
        <p:blipFill rotWithShape="1">
          <a:blip r:embed="rId5">
            <a:alphaModFix/>
          </a:blip>
          <a:srcRect b="0" l="0" r="0" t="0"/>
          <a:stretch/>
        </p:blipFill>
        <p:spPr>
          <a:xfrm>
            <a:off x="6387695" y="3673616"/>
            <a:ext cx="776637" cy="199737"/>
          </a:xfrm>
          <a:prstGeom prst="rect">
            <a:avLst/>
          </a:prstGeom>
          <a:noFill/>
          <a:ln>
            <a:noFill/>
          </a:ln>
        </p:spPr>
      </p:pic>
      <p:pic>
        <p:nvPicPr>
          <p:cNvPr id="582" name="Google Shape;582;g3d45bd621e8_0_11"/>
          <p:cNvPicPr preferRelativeResize="0"/>
          <p:nvPr/>
        </p:nvPicPr>
        <p:blipFill rotWithShape="1">
          <a:blip r:embed="rId6">
            <a:alphaModFix/>
          </a:blip>
          <a:srcRect b="0" l="0" r="0" t="0"/>
          <a:stretch/>
        </p:blipFill>
        <p:spPr>
          <a:xfrm>
            <a:off x="6387695" y="2134819"/>
            <a:ext cx="686799" cy="83465"/>
          </a:xfrm>
          <a:prstGeom prst="rect">
            <a:avLst/>
          </a:prstGeom>
          <a:noFill/>
          <a:ln>
            <a:noFill/>
          </a:ln>
        </p:spPr>
      </p:pic>
      <p:pic>
        <p:nvPicPr>
          <p:cNvPr id="583" name="Google Shape;583;g3d45bd621e8_0_11"/>
          <p:cNvPicPr preferRelativeResize="0"/>
          <p:nvPr/>
        </p:nvPicPr>
        <p:blipFill rotWithShape="1">
          <a:blip r:embed="rId7">
            <a:alphaModFix/>
          </a:blip>
          <a:srcRect b="0" l="0" r="0" t="0"/>
          <a:stretch/>
        </p:blipFill>
        <p:spPr>
          <a:xfrm>
            <a:off x="6387695" y="3372376"/>
            <a:ext cx="686813" cy="158933"/>
          </a:xfrm>
          <a:prstGeom prst="rect">
            <a:avLst/>
          </a:prstGeom>
          <a:noFill/>
          <a:ln>
            <a:noFill/>
          </a:ln>
        </p:spPr>
      </p:pic>
      <p:sp>
        <p:nvSpPr>
          <p:cNvPr id="584" name="Google Shape;584;g3d45bd621e8_0_11"/>
          <p:cNvSpPr/>
          <p:nvPr/>
        </p:nvSpPr>
        <p:spPr>
          <a:xfrm>
            <a:off x="1278141" y="3019307"/>
            <a:ext cx="3834000" cy="1770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1567F"/>
                </a:solidFill>
                <a:latin typeface="Arial"/>
                <a:ea typeface="Arial"/>
                <a:cs typeface="Arial"/>
                <a:sym typeface="Arial"/>
              </a:rPr>
              <a:t>CONTEXT</a:t>
            </a:r>
            <a:endParaRPr b="1" i="0" sz="1300" u="none" cap="none" strike="noStrike">
              <a:solidFill>
                <a:srgbClr val="11567F"/>
              </a:solidFill>
              <a:latin typeface="Arial"/>
              <a:ea typeface="Arial"/>
              <a:cs typeface="Arial"/>
              <a:sym typeface="Arial"/>
            </a:endParaRPr>
          </a:p>
        </p:txBody>
      </p:sp>
      <p:sp>
        <p:nvSpPr>
          <p:cNvPr id="585" name="Google Shape;585;g3d45bd621e8_0_11"/>
          <p:cNvSpPr/>
          <p:nvPr/>
        </p:nvSpPr>
        <p:spPr>
          <a:xfrm>
            <a:off x="1914441" y="2227261"/>
            <a:ext cx="2561400" cy="1770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1567F"/>
                </a:solidFill>
                <a:latin typeface="Arial"/>
                <a:ea typeface="Arial"/>
                <a:cs typeface="Arial"/>
                <a:sym typeface="Arial"/>
              </a:rPr>
              <a:t>DECISION INTELLIGENCE</a:t>
            </a:r>
            <a:endParaRPr b="1" i="0" sz="1300" u="none" cap="none" strike="noStrike">
              <a:solidFill>
                <a:srgbClr val="11567F"/>
              </a:solidFill>
              <a:latin typeface="Arial"/>
              <a:ea typeface="Arial"/>
              <a:cs typeface="Arial"/>
              <a:sym typeface="Arial"/>
            </a:endParaRPr>
          </a:p>
        </p:txBody>
      </p:sp>
      <p:sp>
        <p:nvSpPr>
          <p:cNvPr id="586" name="Google Shape;586;g3d45bd621e8_0_11"/>
          <p:cNvSpPr/>
          <p:nvPr/>
        </p:nvSpPr>
        <p:spPr>
          <a:xfrm>
            <a:off x="6162056" y="1400189"/>
            <a:ext cx="1186200" cy="2160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11567F"/>
                </a:solidFill>
                <a:latin typeface="Arial"/>
                <a:ea typeface="Arial"/>
                <a:cs typeface="Arial"/>
                <a:sym typeface="Arial"/>
              </a:rPr>
              <a:t>MODEL CATALOG</a:t>
            </a:r>
            <a:endParaRPr b="1" i="0" sz="900" u="none" cap="none" strike="noStrike">
              <a:solidFill>
                <a:srgbClr val="434343"/>
              </a:solidFill>
              <a:latin typeface="Arial"/>
              <a:ea typeface="Arial"/>
              <a:cs typeface="Arial"/>
              <a:sym typeface="Arial"/>
            </a:endParaRPr>
          </a:p>
        </p:txBody>
      </p:sp>
      <p:sp>
        <p:nvSpPr>
          <p:cNvPr id="587" name="Google Shape;587;g3d45bd621e8_0_11"/>
          <p:cNvSpPr/>
          <p:nvPr/>
        </p:nvSpPr>
        <p:spPr>
          <a:xfrm>
            <a:off x="4263782" y="3221349"/>
            <a:ext cx="1705500" cy="444000"/>
          </a:xfrm>
          <a:prstGeom prst="roundRect">
            <a:avLst>
              <a:gd fmla="val 14871" name="adj"/>
            </a:avLst>
          </a:prstGeom>
          <a:solidFill>
            <a:schemeClr val="dk2"/>
          </a:solidFill>
          <a:ln>
            <a:noFill/>
          </a:ln>
        </p:spPr>
        <p:txBody>
          <a:bodyPr anchorCtr="0" anchor="ctr" bIns="45725" lIns="45725" spcFirstLastPara="1" rIns="45725" wrap="square" tIns="45725">
            <a:noAutofit/>
          </a:bodyPr>
          <a:lstStyle/>
          <a:p>
            <a:pPr indent="0" lvl="0" marL="0" marR="0" rtl="0" algn="ctr">
              <a:lnSpc>
                <a:spcPct val="115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Business Knowledge</a:t>
            </a:r>
            <a:endParaRPr b="0" i="0" sz="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Semantic Views </a:t>
            </a:r>
            <a:endParaRPr b="1" baseline="30000" i="0" sz="900" u="none" cap="none" strike="noStrike">
              <a:solidFill>
                <a:schemeClr val="lt1"/>
              </a:solidFill>
              <a:latin typeface="Arial"/>
              <a:ea typeface="Arial"/>
              <a:cs typeface="Arial"/>
              <a:sym typeface="Arial"/>
            </a:endParaRPr>
          </a:p>
        </p:txBody>
      </p:sp>
      <p:pic>
        <p:nvPicPr>
          <p:cNvPr descr="File:OpenAI Logo.svg" id="588" name="Google Shape;588;g3d45bd621e8_0_11"/>
          <p:cNvPicPr preferRelativeResize="0"/>
          <p:nvPr/>
        </p:nvPicPr>
        <p:blipFill rotWithShape="1">
          <a:blip r:embed="rId8">
            <a:alphaModFix/>
          </a:blip>
          <a:srcRect b="0" l="0" r="0" t="0"/>
          <a:stretch/>
        </p:blipFill>
        <p:spPr>
          <a:xfrm>
            <a:off x="6387695" y="1817271"/>
            <a:ext cx="664708" cy="175239"/>
          </a:xfrm>
          <a:prstGeom prst="rect">
            <a:avLst/>
          </a:prstGeom>
          <a:noFill/>
          <a:ln>
            <a:noFill/>
          </a:ln>
        </p:spPr>
      </p:pic>
      <p:sp>
        <p:nvSpPr>
          <p:cNvPr id="589" name="Google Shape;589;g3d45bd621e8_0_11"/>
          <p:cNvSpPr/>
          <p:nvPr/>
        </p:nvSpPr>
        <p:spPr>
          <a:xfrm>
            <a:off x="2481304" y="1812780"/>
            <a:ext cx="2991600" cy="400800"/>
          </a:xfrm>
          <a:prstGeom prst="rect">
            <a:avLst/>
          </a:prstGeom>
          <a:solidFill>
            <a:schemeClr val="lt2"/>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590" name="Google Shape;590;g3d45bd621e8_0_11"/>
          <p:cNvSpPr/>
          <p:nvPr/>
        </p:nvSpPr>
        <p:spPr>
          <a:xfrm>
            <a:off x="470550" y="1345751"/>
            <a:ext cx="5599800" cy="7890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rgbClr val="434343"/>
              </a:solidFill>
              <a:latin typeface="Arial"/>
              <a:ea typeface="Arial"/>
              <a:cs typeface="Arial"/>
              <a:sym typeface="Arial"/>
            </a:endParaRPr>
          </a:p>
        </p:txBody>
      </p:sp>
      <p:sp>
        <p:nvSpPr>
          <p:cNvPr id="591" name="Google Shape;591;g3d45bd621e8_0_11"/>
          <p:cNvSpPr/>
          <p:nvPr/>
        </p:nvSpPr>
        <p:spPr>
          <a:xfrm>
            <a:off x="1914441" y="1397792"/>
            <a:ext cx="2561400" cy="1770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1567F"/>
                </a:solidFill>
                <a:latin typeface="Arial"/>
                <a:ea typeface="Arial"/>
                <a:cs typeface="Arial"/>
                <a:sym typeface="Arial"/>
              </a:rPr>
              <a:t>INTERFACES</a:t>
            </a:r>
            <a:endParaRPr b="1" i="0" sz="1300" u="none" cap="none" strike="noStrike">
              <a:solidFill>
                <a:srgbClr val="11567F"/>
              </a:solidFill>
              <a:latin typeface="Arial"/>
              <a:ea typeface="Arial"/>
              <a:cs typeface="Arial"/>
              <a:sym typeface="Arial"/>
            </a:endParaRPr>
          </a:p>
        </p:txBody>
      </p:sp>
      <p:sp>
        <p:nvSpPr>
          <p:cNvPr id="592" name="Google Shape;592;g3d45bd621e8_0_11"/>
          <p:cNvSpPr/>
          <p:nvPr/>
        </p:nvSpPr>
        <p:spPr>
          <a:xfrm>
            <a:off x="2419105" y="1585229"/>
            <a:ext cx="1704600" cy="418800"/>
          </a:xfrm>
          <a:prstGeom prst="roundRect">
            <a:avLst>
              <a:gd fmla="val 16667" name="adj"/>
            </a:avLst>
          </a:prstGeom>
          <a:solidFill>
            <a:schemeClr val="dk2"/>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Coding Agent</a:t>
            </a:r>
            <a:br>
              <a:rPr b="1" i="0" lang="en-US" sz="800" u="none" cap="none" strike="noStrike">
                <a:solidFill>
                  <a:schemeClr val="lt1"/>
                </a:solidFill>
                <a:latin typeface="Arial"/>
                <a:ea typeface="Arial"/>
                <a:cs typeface="Arial"/>
                <a:sym typeface="Arial"/>
                <a:extLst>
                  <a:ext uri="http://customooxmlschemas.google.com/">
                    <go:slidesCustomData xmlns:go="http://customooxmlschemas.google.com/" textRoundtripDataId="0"/>
                  </a:ext>
                </a:extLst>
              </a:rPr>
            </a:br>
            <a:r>
              <a:rPr b="1" i="0" lang="en-US" sz="900" u="none" cap="none" strike="noStrike">
                <a:solidFill>
                  <a:schemeClr val="lt1"/>
                </a:solidFill>
                <a:latin typeface="Arial"/>
                <a:ea typeface="Arial"/>
                <a:cs typeface="Arial"/>
                <a:sym typeface="Arial"/>
              </a:rPr>
              <a:t>Cortex Code </a:t>
            </a:r>
            <a:endParaRPr b="1" baseline="30000" i="0" sz="900" u="none" cap="none" strike="noStrike">
              <a:solidFill>
                <a:schemeClr val="lt1"/>
              </a:solidFill>
              <a:latin typeface="Arial"/>
              <a:ea typeface="Arial"/>
              <a:cs typeface="Arial"/>
              <a:sym typeface="Arial"/>
            </a:endParaRPr>
          </a:p>
        </p:txBody>
      </p:sp>
      <p:sp>
        <p:nvSpPr>
          <p:cNvPr id="593" name="Google Shape;593;g3d45bd621e8_0_11"/>
          <p:cNvSpPr/>
          <p:nvPr/>
        </p:nvSpPr>
        <p:spPr>
          <a:xfrm>
            <a:off x="2422721" y="3221349"/>
            <a:ext cx="1705500" cy="444000"/>
          </a:xfrm>
          <a:prstGeom prst="roundRect">
            <a:avLst>
              <a:gd fmla="val 14871" name="adj"/>
            </a:avLst>
          </a:prstGeom>
          <a:solidFill>
            <a:schemeClr val="dk2"/>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Workflows, Procedures</a:t>
            </a:r>
            <a:endParaRPr b="0" i="0" sz="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Skills, Plugins</a:t>
            </a:r>
            <a:endParaRPr b="1" baseline="30000" i="0" sz="900" u="none" cap="none" strike="noStrike">
              <a:solidFill>
                <a:schemeClr val="lt1"/>
              </a:solidFill>
              <a:latin typeface="Arial"/>
              <a:ea typeface="Arial"/>
              <a:cs typeface="Arial"/>
              <a:sym typeface="Arial"/>
            </a:endParaRPr>
          </a:p>
        </p:txBody>
      </p:sp>
      <p:sp>
        <p:nvSpPr>
          <p:cNvPr id="594" name="Google Shape;594;g3d45bd621e8_0_11"/>
          <p:cNvSpPr/>
          <p:nvPr/>
        </p:nvSpPr>
        <p:spPr>
          <a:xfrm>
            <a:off x="573491" y="1585229"/>
            <a:ext cx="1704600" cy="418800"/>
          </a:xfrm>
          <a:prstGeom prst="roundRect">
            <a:avLst>
              <a:gd fmla="val 16667" name="adj"/>
            </a:avLst>
          </a:prstGeom>
          <a:solidFill>
            <a:schemeClr val="dk2"/>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Business Agent</a:t>
            </a:r>
            <a:br>
              <a:rPr b="1" i="0" lang="en-US" sz="800" u="none" cap="none" strike="noStrike">
                <a:solidFill>
                  <a:schemeClr val="lt1"/>
                </a:solidFill>
                <a:latin typeface="Arial"/>
                <a:ea typeface="Arial"/>
                <a:cs typeface="Arial"/>
                <a:sym typeface="Arial"/>
                <a:extLst>
                  <a:ext uri="http://customooxmlschemas.google.com/">
                    <go:slidesCustomData xmlns:go="http://customooxmlschemas.google.com/" textRoundtripDataId="1"/>
                  </a:ext>
                </a:extLst>
              </a:rPr>
            </a:br>
            <a:r>
              <a:rPr b="1" i="0" lang="en-US" sz="900" u="none" cap="none" strike="noStrike">
                <a:solidFill>
                  <a:schemeClr val="lt1"/>
                </a:solidFill>
                <a:latin typeface="Arial"/>
                <a:ea typeface="Arial"/>
                <a:cs typeface="Arial"/>
                <a:sym typeface="Arial"/>
              </a:rPr>
              <a:t>Snowflake Intelligence </a:t>
            </a:r>
            <a:endParaRPr b="1" baseline="30000" i="0" sz="900" u="none" cap="none" strike="noStrike">
              <a:solidFill>
                <a:schemeClr val="lt1"/>
              </a:solidFill>
              <a:latin typeface="Arial"/>
              <a:ea typeface="Arial"/>
              <a:cs typeface="Arial"/>
              <a:sym typeface="Arial"/>
            </a:endParaRPr>
          </a:p>
        </p:txBody>
      </p:sp>
      <p:sp>
        <p:nvSpPr>
          <p:cNvPr id="595" name="Google Shape;595;g3d45bd621e8_0_11"/>
          <p:cNvSpPr/>
          <p:nvPr/>
        </p:nvSpPr>
        <p:spPr>
          <a:xfrm>
            <a:off x="572567" y="2435624"/>
            <a:ext cx="1705500" cy="420000"/>
          </a:xfrm>
          <a:prstGeom prst="roundRect">
            <a:avLst>
              <a:gd fmla="val 15287" name="adj"/>
            </a:avLst>
          </a:prstGeom>
          <a:solidFill>
            <a:schemeClr val="dk2"/>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Data Retrieval</a:t>
            </a:r>
            <a:endParaRPr b="0" i="0" sz="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Cortex Analyst / Search</a:t>
            </a:r>
            <a:endParaRPr b="1" baseline="30000" i="0" sz="900" u="none" cap="none" strike="noStrike">
              <a:solidFill>
                <a:schemeClr val="lt1"/>
              </a:solidFill>
              <a:latin typeface="Arial"/>
              <a:ea typeface="Arial"/>
              <a:cs typeface="Arial"/>
              <a:sym typeface="Arial"/>
            </a:endParaRPr>
          </a:p>
        </p:txBody>
      </p:sp>
      <p:sp>
        <p:nvSpPr>
          <p:cNvPr id="596" name="Google Shape;596;g3d45bd621e8_0_11"/>
          <p:cNvSpPr/>
          <p:nvPr/>
        </p:nvSpPr>
        <p:spPr>
          <a:xfrm>
            <a:off x="2422733" y="2435624"/>
            <a:ext cx="1705500" cy="420000"/>
          </a:xfrm>
          <a:prstGeom prst="roundRect">
            <a:avLst>
              <a:gd fmla="val 14871" name="adj"/>
            </a:avLst>
          </a:prstGeom>
          <a:solidFill>
            <a:schemeClr val="dk2"/>
          </a:solidFill>
          <a:ln>
            <a:noFill/>
          </a:ln>
        </p:spPr>
        <p:txBody>
          <a:bodyPr anchorCtr="0" anchor="ctr" bIns="45725" lIns="0" spcFirstLastPara="1" rIns="0" wrap="square" tIns="457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Analytics &amp; Predictive Insights</a:t>
            </a:r>
            <a:endParaRPr b="0" i="0" sz="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AI Functions &amp; Snowflake ML</a:t>
            </a:r>
            <a:endParaRPr b="1" baseline="30000" i="0" sz="900" u="none" cap="none" strike="noStrike">
              <a:solidFill>
                <a:schemeClr val="lt1"/>
              </a:solidFill>
              <a:latin typeface="Arial"/>
              <a:ea typeface="Arial"/>
              <a:cs typeface="Arial"/>
              <a:sym typeface="Arial"/>
            </a:endParaRPr>
          </a:p>
        </p:txBody>
      </p:sp>
      <p:sp>
        <p:nvSpPr>
          <p:cNvPr id="597" name="Google Shape;597;g3d45bd621e8_0_11"/>
          <p:cNvSpPr/>
          <p:nvPr/>
        </p:nvSpPr>
        <p:spPr>
          <a:xfrm>
            <a:off x="2779350" y="1053330"/>
            <a:ext cx="3291000" cy="177000"/>
          </a:xfrm>
          <a:prstGeom prst="roundRect">
            <a:avLst>
              <a:gd fmla="val 18690"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Arial"/>
                <a:ea typeface="Arial"/>
                <a:cs typeface="Arial"/>
                <a:sym typeface="Arial"/>
              </a:rPr>
              <a:t>SNOWFLAKE CORTEX AI</a:t>
            </a:r>
            <a:endParaRPr b="1" i="0" sz="1300" u="none" cap="none" strike="noStrike">
              <a:solidFill>
                <a:schemeClr val="lt1"/>
              </a:solidFill>
              <a:latin typeface="Arial"/>
              <a:ea typeface="Arial"/>
              <a:cs typeface="Arial"/>
              <a:sym typeface="Arial"/>
            </a:endParaRPr>
          </a:p>
        </p:txBody>
      </p:sp>
      <p:sp>
        <p:nvSpPr>
          <p:cNvPr id="598" name="Google Shape;598;g3d45bd621e8_0_11"/>
          <p:cNvSpPr/>
          <p:nvPr/>
        </p:nvSpPr>
        <p:spPr>
          <a:xfrm>
            <a:off x="7439850" y="1328025"/>
            <a:ext cx="1186200" cy="31812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1000"/>
              <a:buFont typeface="Arial"/>
              <a:buNone/>
            </a:pPr>
            <a:r>
              <a:t/>
            </a:r>
            <a:endParaRPr b="1" i="0" sz="1000" u="none" cap="none" strike="noStrike">
              <a:solidFill>
                <a:srgbClr val="11567F"/>
              </a:solidFill>
              <a:latin typeface="Arial"/>
              <a:ea typeface="Arial"/>
              <a:cs typeface="Arial"/>
              <a:sym typeface="Arial"/>
            </a:endParaRPr>
          </a:p>
        </p:txBody>
      </p:sp>
      <p:sp>
        <p:nvSpPr>
          <p:cNvPr id="599" name="Google Shape;599;g3d45bd621e8_0_11"/>
          <p:cNvSpPr/>
          <p:nvPr/>
        </p:nvSpPr>
        <p:spPr>
          <a:xfrm>
            <a:off x="7505906" y="2675012"/>
            <a:ext cx="1054200" cy="313200"/>
          </a:xfrm>
          <a:prstGeom prst="roundRect">
            <a:avLst>
              <a:gd fmla="val 16667" name="adj"/>
            </a:avLst>
          </a:prstGeom>
          <a:solidFill>
            <a:schemeClr val="accent1"/>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Evaluations</a:t>
            </a:r>
            <a:endParaRPr b="1" baseline="30000" i="0" sz="900" u="none" cap="none" strike="noStrike">
              <a:solidFill>
                <a:schemeClr val="lt1"/>
              </a:solidFill>
              <a:latin typeface="Arial"/>
              <a:ea typeface="Arial"/>
              <a:cs typeface="Arial"/>
              <a:sym typeface="Arial"/>
            </a:endParaRPr>
          </a:p>
        </p:txBody>
      </p:sp>
      <p:sp>
        <p:nvSpPr>
          <p:cNvPr id="600" name="Google Shape;600;g3d45bd621e8_0_11"/>
          <p:cNvSpPr/>
          <p:nvPr/>
        </p:nvSpPr>
        <p:spPr>
          <a:xfrm>
            <a:off x="7505906" y="2181313"/>
            <a:ext cx="1054200" cy="313200"/>
          </a:xfrm>
          <a:prstGeom prst="roundRect">
            <a:avLst>
              <a:gd fmla="val 16667" name="adj"/>
            </a:avLst>
          </a:prstGeom>
          <a:solidFill>
            <a:schemeClr val="accent1"/>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Guardrails  </a:t>
            </a:r>
            <a:endParaRPr b="1" baseline="30000" i="0" sz="900" u="none" cap="none" strike="noStrike">
              <a:solidFill>
                <a:schemeClr val="lt1"/>
              </a:solidFill>
              <a:latin typeface="Arial"/>
              <a:ea typeface="Arial"/>
              <a:cs typeface="Arial"/>
              <a:sym typeface="Arial"/>
            </a:endParaRPr>
          </a:p>
        </p:txBody>
      </p:sp>
      <p:sp>
        <p:nvSpPr>
          <p:cNvPr id="601" name="Google Shape;601;g3d45bd621e8_0_11"/>
          <p:cNvSpPr/>
          <p:nvPr/>
        </p:nvSpPr>
        <p:spPr>
          <a:xfrm>
            <a:off x="7528407" y="1419689"/>
            <a:ext cx="1023300" cy="1770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11567F"/>
                </a:solidFill>
                <a:latin typeface="Arial"/>
                <a:ea typeface="Arial"/>
                <a:cs typeface="Arial"/>
                <a:sym typeface="Arial"/>
              </a:rPr>
              <a:t>GOVERNANCE </a:t>
            </a:r>
            <a:endParaRPr b="1" i="0" sz="900" u="none" cap="none" strike="noStrike">
              <a:solidFill>
                <a:srgbClr val="11567F"/>
              </a:solidFill>
              <a:latin typeface="Arial"/>
              <a:ea typeface="Arial"/>
              <a:cs typeface="Arial"/>
              <a:sym typeface="Arial"/>
            </a:endParaRPr>
          </a:p>
        </p:txBody>
      </p:sp>
      <p:sp>
        <p:nvSpPr>
          <p:cNvPr id="602" name="Google Shape;602;g3d45bd621e8_0_11"/>
          <p:cNvSpPr/>
          <p:nvPr/>
        </p:nvSpPr>
        <p:spPr>
          <a:xfrm>
            <a:off x="7505906" y="1687614"/>
            <a:ext cx="1054200" cy="313200"/>
          </a:xfrm>
          <a:prstGeom prst="roundRect">
            <a:avLst>
              <a:gd fmla="val 16667" name="adj"/>
            </a:avLst>
          </a:prstGeom>
          <a:solidFill>
            <a:schemeClr val="accent1"/>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RBAC  </a:t>
            </a:r>
            <a:endParaRPr b="1" baseline="30000" i="0" sz="900" u="none" cap="none" strike="noStrike">
              <a:solidFill>
                <a:schemeClr val="lt1"/>
              </a:solidFill>
              <a:latin typeface="Arial"/>
              <a:ea typeface="Arial"/>
              <a:cs typeface="Arial"/>
              <a:sym typeface="Arial"/>
            </a:endParaRPr>
          </a:p>
        </p:txBody>
      </p:sp>
      <p:sp>
        <p:nvSpPr>
          <p:cNvPr id="603" name="Google Shape;603;g3d45bd621e8_0_11"/>
          <p:cNvSpPr/>
          <p:nvPr/>
        </p:nvSpPr>
        <p:spPr>
          <a:xfrm>
            <a:off x="7505906" y="3662411"/>
            <a:ext cx="1054200" cy="313200"/>
          </a:xfrm>
          <a:prstGeom prst="roundRect">
            <a:avLst>
              <a:gd fmla="val 16667" name="adj"/>
            </a:avLst>
          </a:prstGeom>
          <a:solidFill>
            <a:schemeClr val="accent1"/>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Cost Gov.</a:t>
            </a:r>
            <a:endParaRPr b="1" baseline="30000" i="0" sz="900" u="none" cap="none" strike="noStrike">
              <a:solidFill>
                <a:schemeClr val="lt1"/>
              </a:solidFill>
              <a:latin typeface="Arial"/>
              <a:ea typeface="Arial"/>
              <a:cs typeface="Arial"/>
              <a:sym typeface="Arial"/>
            </a:endParaRPr>
          </a:p>
        </p:txBody>
      </p:sp>
      <p:sp>
        <p:nvSpPr>
          <p:cNvPr id="604" name="Google Shape;604;g3d45bd621e8_0_11"/>
          <p:cNvSpPr/>
          <p:nvPr/>
        </p:nvSpPr>
        <p:spPr>
          <a:xfrm>
            <a:off x="7505906" y="3168712"/>
            <a:ext cx="1054200" cy="313200"/>
          </a:xfrm>
          <a:prstGeom prst="roundRect">
            <a:avLst>
              <a:gd fmla="val 16667" name="adj"/>
            </a:avLst>
          </a:prstGeom>
          <a:solidFill>
            <a:schemeClr val="accent1"/>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Monitoring </a:t>
            </a:r>
            <a:endParaRPr b="1" baseline="30000" i="0" sz="900" u="none" cap="none" strike="noStrike">
              <a:solidFill>
                <a:schemeClr val="lt1"/>
              </a:solidFill>
              <a:latin typeface="Arial"/>
              <a:ea typeface="Arial"/>
              <a:cs typeface="Arial"/>
              <a:sym typeface="Arial"/>
            </a:endParaRPr>
          </a:p>
        </p:txBody>
      </p:sp>
      <p:pic>
        <p:nvPicPr>
          <p:cNvPr descr="Google Gemini Logo, symbol, meaning, history, PNG, brand" id="605" name="Google Shape;605;g3d45bd621e8_0_11"/>
          <p:cNvPicPr preferRelativeResize="0"/>
          <p:nvPr/>
        </p:nvPicPr>
        <p:blipFill rotWithShape="1">
          <a:blip r:embed="rId9">
            <a:alphaModFix/>
          </a:blip>
          <a:srcRect b="18751" l="0" r="0" t="20917"/>
          <a:stretch/>
        </p:blipFill>
        <p:spPr>
          <a:xfrm>
            <a:off x="6387695" y="2360592"/>
            <a:ext cx="652476" cy="224951"/>
          </a:xfrm>
          <a:prstGeom prst="rect">
            <a:avLst/>
          </a:prstGeom>
          <a:noFill/>
          <a:ln>
            <a:noFill/>
          </a:ln>
        </p:spPr>
      </p:pic>
      <p:sp>
        <p:nvSpPr>
          <p:cNvPr id="606" name="Google Shape;606;g3d45bd621e8_0_11"/>
          <p:cNvSpPr/>
          <p:nvPr/>
        </p:nvSpPr>
        <p:spPr>
          <a:xfrm>
            <a:off x="4264718" y="1585229"/>
            <a:ext cx="1704600" cy="418800"/>
          </a:xfrm>
          <a:prstGeom prst="roundRect">
            <a:avLst>
              <a:gd fmla="val 16667" name="adj"/>
            </a:avLst>
          </a:prstGeom>
          <a:solidFill>
            <a:schemeClr val="dk2"/>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Dev Experience</a:t>
            </a:r>
            <a:br>
              <a:rPr b="1" i="0" lang="en-US" sz="800" u="none" cap="none" strike="noStrike">
                <a:solidFill>
                  <a:schemeClr val="lt1"/>
                </a:solidFill>
                <a:latin typeface="Arial"/>
                <a:ea typeface="Arial"/>
                <a:cs typeface="Arial"/>
                <a:sym typeface="Arial"/>
                <a:extLst>
                  <a:ext uri="http://customooxmlschemas.google.com/">
                    <go:slidesCustomData xmlns:go="http://customooxmlschemas.google.com/" textRoundtripDataId="2"/>
                  </a:ext>
                </a:extLst>
              </a:rPr>
            </a:br>
            <a:r>
              <a:rPr b="1" i="0" lang="en-US" sz="800" u="none" cap="none" strike="noStrike">
                <a:solidFill>
                  <a:schemeClr val="lt1"/>
                </a:solidFill>
                <a:latin typeface="Arial"/>
                <a:ea typeface="Arial"/>
                <a:cs typeface="Arial"/>
                <a:sym typeface="Arial"/>
              </a:rPr>
              <a:t>Agent Studio</a:t>
            </a:r>
            <a:endParaRPr b="1" baseline="30000" i="0" sz="900" u="none" cap="none" strike="noStrike">
              <a:solidFill>
                <a:schemeClr val="lt1"/>
              </a:solidFill>
              <a:latin typeface="Arial"/>
              <a:ea typeface="Arial"/>
              <a:cs typeface="Arial"/>
              <a:sym typeface="Arial"/>
            </a:endParaRPr>
          </a:p>
        </p:txBody>
      </p:sp>
      <p:sp>
        <p:nvSpPr>
          <p:cNvPr id="607" name="Google Shape;607;g3d45bd621e8_0_11"/>
          <p:cNvSpPr/>
          <p:nvPr/>
        </p:nvSpPr>
        <p:spPr>
          <a:xfrm>
            <a:off x="572554" y="3221349"/>
            <a:ext cx="1705500" cy="444000"/>
          </a:xfrm>
          <a:prstGeom prst="roundRect">
            <a:avLst>
              <a:gd fmla="val 14871" name="adj"/>
            </a:avLst>
          </a:prstGeom>
          <a:solidFill>
            <a:schemeClr val="dk2"/>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All Data, No Silos</a:t>
            </a:r>
            <a:endParaRPr b="0" i="0" sz="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Snowflake, Iceberg, Openflow, MCP</a:t>
            </a:r>
            <a:endParaRPr b="1" baseline="30000" i="0" sz="900" u="none" cap="none" strike="noStrike">
              <a:solidFill>
                <a:schemeClr val="lt1"/>
              </a:solidFill>
              <a:latin typeface="Arial"/>
              <a:ea typeface="Arial"/>
              <a:cs typeface="Arial"/>
              <a:sym typeface="Arial"/>
            </a:endParaRPr>
          </a:p>
        </p:txBody>
      </p:sp>
      <p:sp>
        <p:nvSpPr>
          <p:cNvPr id="608" name="Google Shape;608;g3d45bd621e8_0_11"/>
          <p:cNvSpPr/>
          <p:nvPr/>
        </p:nvSpPr>
        <p:spPr>
          <a:xfrm>
            <a:off x="4263794" y="2435624"/>
            <a:ext cx="1705500" cy="420000"/>
          </a:xfrm>
          <a:prstGeom prst="roundRect">
            <a:avLst>
              <a:gd fmla="val 14871" name="adj"/>
            </a:avLst>
          </a:prstGeom>
          <a:solidFill>
            <a:schemeClr val="dk2"/>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Orchestration &amp; Quality</a:t>
            </a:r>
            <a:endParaRPr b="0" i="0" sz="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Cortex Agents </a:t>
            </a:r>
            <a:endParaRPr b="1" baseline="30000" i="0" sz="900" u="none" cap="none" strike="noStrike">
              <a:solidFill>
                <a:schemeClr val="lt1"/>
              </a:solidFill>
              <a:latin typeface="Arial"/>
              <a:ea typeface="Arial"/>
              <a:cs typeface="Arial"/>
              <a:sym typeface="Arial"/>
            </a:endParaRPr>
          </a:p>
        </p:txBody>
      </p:sp>
      <p:sp>
        <p:nvSpPr>
          <p:cNvPr id="609" name="Google Shape;609;g3d45bd621e8_0_11"/>
          <p:cNvSpPr txBox="1"/>
          <p:nvPr>
            <p:ph idx="1"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US" sz="1600"/>
              <a:t>Trusted AI needs governance and context, both are possible only by being close to data</a:t>
            </a:r>
            <a:endParaRPr sz="1600"/>
          </a:p>
        </p:txBody>
      </p:sp>
      <p:sp>
        <p:nvSpPr>
          <p:cNvPr id="610" name="Google Shape;610;g3d45bd621e8_0_11"/>
          <p:cNvSpPr txBox="1"/>
          <p:nvPr>
            <p:ph type="title"/>
          </p:nvPr>
        </p:nvSpPr>
        <p:spPr>
          <a:xfrm>
            <a:off x="365750" y="274323"/>
            <a:ext cx="8344800" cy="3657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SzPts val="2600"/>
              <a:buNone/>
            </a:pPr>
            <a:r>
              <a:rPr lang="en-US"/>
              <a:t>Snowflake Cortex AI is Easy, Connected, Trusted</a:t>
            </a:r>
            <a:endParaRPr/>
          </a:p>
        </p:txBody>
      </p:sp>
      <p:grpSp>
        <p:nvGrpSpPr>
          <p:cNvPr id="611" name="Google Shape;611;g3d45bd621e8_0_11"/>
          <p:cNvGrpSpPr/>
          <p:nvPr/>
        </p:nvGrpSpPr>
        <p:grpSpPr>
          <a:xfrm>
            <a:off x="125689" y="1227994"/>
            <a:ext cx="331800" cy="331800"/>
            <a:chOff x="269700" y="1348625"/>
            <a:chExt cx="331800" cy="331800"/>
          </a:xfrm>
        </p:grpSpPr>
        <p:sp>
          <p:nvSpPr>
            <p:cNvPr id="612" name="Google Shape;612;g3d45bd621e8_0_11"/>
            <p:cNvSpPr/>
            <p:nvPr/>
          </p:nvSpPr>
          <p:spPr>
            <a:xfrm>
              <a:off x="269700" y="1348625"/>
              <a:ext cx="331800" cy="331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g3d45bd621e8_0_11"/>
            <p:cNvSpPr/>
            <p:nvPr/>
          </p:nvSpPr>
          <p:spPr>
            <a:xfrm>
              <a:off x="328369" y="1406807"/>
              <a:ext cx="214514" cy="215505"/>
            </a:xfrm>
            <a:custGeom>
              <a:rect b="b" l="l" r="r" t="t"/>
              <a:pathLst>
                <a:path extrusionOk="0" h="828865" w="825052">
                  <a:moveTo>
                    <a:pt x="799179" y="357949"/>
                  </a:moveTo>
                  <a:lnTo>
                    <a:pt x="701516" y="414464"/>
                  </a:lnTo>
                  <a:lnTo>
                    <a:pt x="799179" y="470789"/>
                  </a:lnTo>
                  <a:cubicBezTo>
                    <a:pt x="823817" y="485077"/>
                    <a:pt x="832262" y="516446"/>
                    <a:pt x="818038" y="541147"/>
                  </a:cubicBezTo>
                  <a:cubicBezTo>
                    <a:pt x="803814" y="565721"/>
                    <a:pt x="772318" y="574103"/>
                    <a:pt x="747744" y="559943"/>
                  </a:cubicBezTo>
                  <a:lnTo>
                    <a:pt x="572865" y="458978"/>
                  </a:lnTo>
                  <a:cubicBezTo>
                    <a:pt x="561181" y="452184"/>
                    <a:pt x="553116" y="441579"/>
                    <a:pt x="549497" y="429578"/>
                  </a:cubicBezTo>
                  <a:cubicBezTo>
                    <a:pt x="547782" y="424053"/>
                    <a:pt x="547020" y="418402"/>
                    <a:pt x="547211" y="412813"/>
                  </a:cubicBezTo>
                  <a:cubicBezTo>
                    <a:pt x="547338" y="408749"/>
                    <a:pt x="547909" y="404685"/>
                    <a:pt x="549052" y="400685"/>
                  </a:cubicBezTo>
                  <a:cubicBezTo>
                    <a:pt x="552545" y="388112"/>
                    <a:pt x="560736" y="376872"/>
                    <a:pt x="572928" y="369760"/>
                  </a:cubicBezTo>
                  <a:lnTo>
                    <a:pt x="747807" y="268859"/>
                  </a:lnTo>
                  <a:cubicBezTo>
                    <a:pt x="772382" y="254635"/>
                    <a:pt x="803878" y="263080"/>
                    <a:pt x="818102" y="287719"/>
                  </a:cubicBezTo>
                  <a:cubicBezTo>
                    <a:pt x="832389" y="312293"/>
                    <a:pt x="823944" y="343725"/>
                    <a:pt x="799242" y="357949"/>
                  </a:cubicBezTo>
                  <a:close/>
                  <a:moveTo>
                    <a:pt x="706723" y="631698"/>
                  </a:moveTo>
                  <a:lnTo>
                    <a:pt x="531844" y="530860"/>
                  </a:lnTo>
                  <a:cubicBezTo>
                    <a:pt x="522446" y="525399"/>
                    <a:pt x="512032" y="523303"/>
                    <a:pt x="502062" y="524129"/>
                  </a:cubicBezTo>
                  <a:cubicBezTo>
                    <a:pt x="475392" y="526034"/>
                    <a:pt x="454437" y="548322"/>
                    <a:pt x="454437" y="575437"/>
                  </a:cubicBezTo>
                  <a:lnTo>
                    <a:pt x="454437" y="777367"/>
                  </a:lnTo>
                  <a:cubicBezTo>
                    <a:pt x="454437" y="805815"/>
                    <a:pt x="477424" y="828865"/>
                    <a:pt x="505872" y="828865"/>
                  </a:cubicBezTo>
                  <a:cubicBezTo>
                    <a:pt x="534320" y="828865"/>
                    <a:pt x="557371" y="805815"/>
                    <a:pt x="557371" y="777367"/>
                  </a:cubicBezTo>
                  <a:lnTo>
                    <a:pt x="557371" y="664400"/>
                  </a:lnTo>
                  <a:lnTo>
                    <a:pt x="655288" y="720915"/>
                  </a:lnTo>
                  <a:cubicBezTo>
                    <a:pt x="679862" y="735203"/>
                    <a:pt x="711358" y="726758"/>
                    <a:pt x="725519" y="702183"/>
                  </a:cubicBezTo>
                  <a:cubicBezTo>
                    <a:pt x="739679" y="677545"/>
                    <a:pt x="731297" y="645986"/>
                    <a:pt x="706659" y="631698"/>
                  </a:cubicBezTo>
                  <a:close/>
                  <a:moveTo>
                    <a:pt x="504920" y="434149"/>
                  </a:moveTo>
                  <a:lnTo>
                    <a:pt x="432212" y="506730"/>
                  </a:lnTo>
                  <a:cubicBezTo>
                    <a:pt x="430117" y="508889"/>
                    <a:pt x="426116" y="510603"/>
                    <a:pt x="423068" y="510603"/>
                  </a:cubicBezTo>
                  <a:lnTo>
                    <a:pt x="401669" y="510603"/>
                  </a:lnTo>
                  <a:cubicBezTo>
                    <a:pt x="398748" y="510603"/>
                    <a:pt x="394684" y="508889"/>
                    <a:pt x="392525" y="506730"/>
                  </a:cubicBezTo>
                  <a:lnTo>
                    <a:pt x="319881" y="434149"/>
                  </a:lnTo>
                  <a:cubicBezTo>
                    <a:pt x="317785" y="432118"/>
                    <a:pt x="316134" y="427990"/>
                    <a:pt x="316134" y="425069"/>
                  </a:cubicBezTo>
                  <a:lnTo>
                    <a:pt x="316134" y="403669"/>
                  </a:lnTo>
                  <a:cubicBezTo>
                    <a:pt x="316134" y="400685"/>
                    <a:pt x="317785" y="396557"/>
                    <a:pt x="319881" y="394525"/>
                  </a:cubicBezTo>
                  <a:lnTo>
                    <a:pt x="392525" y="321945"/>
                  </a:lnTo>
                  <a:cubicBezTo>
                    <a:pt x="394620" y="319786"/>
                    <a:pt x="398684" y="318135"/>
                    <a:pt x="401669" y="318135"/>
                  </a:cubicBezTo>
                  <a:lnTo>
                    <a:pt x="423068" y="318135"/>
                  </a:lnTo>
                  <a:cubicBezTo>
                    <a:pt x="426053" y="318135"/>
                    <a:pt x="430117" y="319786"/>
                    <a:pt x="432212" y="321945"/>
                  </a:cubicBezTo>
                  <a:lnTo>
                    <a:pt x="504920" y="394525"/>
                  </a:lnTo>
                  <a:cubicBezTo>
                    <a:pt x="507015" y="396621"/>
                    <a:pt x="508666" y="400685"/>
                    <a:pt x="508666" y="403669"/>
                  </a:cubicBezTo>
                  <a:lnTo>
                    <a:pt x="508666" y="425069"/>
                  </a:lnTo>
                  <a:cubicBezTo>
                    <a:pt x="508666" y="427990"/>
                    <a:pt x="507015" y="432054"/>
                    <a:pt x="504920" y="434149"/>
                  </a:cubicBezTo>
                  <a:close/>
                  <a:moveTo>
                    <a:pt x="446817" y="414020"/>
                  </a:moveTo>
                  <a:cubicBezTo>
                    <a:pt x="446817" y="411099"/>
                    <a:pt x="445039" y="407035"/>
                    <a:pt x="442944" y="404813"/>
                  </a:cubicBezTo>
                  <a:lnTo>
                    <a:pt x="421925" y="383857"/>
                  </a:lnTo>
                  <a:cubicBezTo>
                    <a:pt x="419830" y="381762"/>
                    <a:pt x="415766" y="380047"/>
                    <a:pt x="412845" y="380047"/>
                  </a:cubicBezTo>
                  <a:lnTo>
                    <a:pt x="412019" y="380047"/>
                  </a:lnTo>
                  <a:cubicBezTo>
                    <a:pt x="409098" y="380047"/>
                    <a:pt x="405034" y="381762"/>
                    <a:pt x="402939" y="383857"/>
                  </a:cubicBezTo>
                  <a:lnTo>
                    <a:pt x="381920" y="404813"/>
                  </a:lnTo>
                  <a:cubicBezTo>
                    <a:pt x="379825" y="406971"/>
                    <a:pt x="378174" y="411099"/>
                    <a:pt x="378174" y="414020"/>
                  </a:cubicBezTo>
                  <a:lnTo>
                    <a:pt x="378174" y="414846"/>
                  </a:lnTo>
                  <a:cubicBezTo>
                    <a:pt x="378174" y="417766"/>
                    <a:pt x="379761" y="421767"/>
                    <a:pt x="381920" y="423926"/>
                  </a:cubicBezTo>
                  <a:lnTo>
                    <a:pt x="402939" y="444944"/>
                  </a:lnTo>
                  <a:cubicBezTo>
                    <a:pt x="405034" y="447040"/>
                    <a:pt x="409035" y="448755"/>
                    <a:pt x="412019" y="448755"/>
                  </a:cubicBezTo>
                  <a:lnTo>
                    <a:pt x="412845" y="448755"/>
                  </a:lnTo>
                  <a:cubicBezTo>
                    <a:pt x="415766" y="448755"/>
                    <a:pt x="419893" y="447040"/>
                    <a:pt x="421925" y="444944"/>
                  </a:cubicBezTo>
                  <a:lnTo>
                    <a:pt x="442944" y="423926"/>
                  </a:lnTo>
                  <a:cubicBezTo>
                    <a:pt x="445039" y="421830"/>
                    <a:pt x="446817" y="417766"/>
                    <a:pt x="446817" y="414846"/>
                  </a:cubicBezTo>
                  <a:lnTo>
                    <a:pt x="446817" y="414020"/>
                  </a:lnTo>
                  <a:close/>
                  <a:moveTo>
                    <a:pt x="118141" y="197041"/>
                  </a:moveTo>
                  <a:lnTo>
                    <a:pt x="293020" y="298005"/>
                  </a:lnTo>
                  <a:cubicBezTo>
                    <a:pt x="302418" y="303403"/>
                    <a:pt x="312832" y="305562"/>
                    <a:pt x="322865" y="304736"/>
                  </a:cubicBezTo>
                  <a:cubicBezTo>
                    <a:pt x="349472" y="302768"/>
                    <a:pt x="370490" y="280480"/>
                    <a:pt x="370490" y="253365"/>
                  </a:cubicBezTo>
                  <a:lnTo>
                    <a:pt x="370490" y="51435"/>
                  </a:lnTo>
                  <a:cubicBezTo>
                    <a:pt x="370490" y="23050"/>
                    <a:pt x="347376" y="0"/>
                    <a:pt x="319055" y="0"/>
                  </a:cubicBezTo>
                  <a:cubicBezTo>
                    <a:pt x="290734" y="0"/>
                    <a:pt x="267557" y="23050"/>
                    <a:pt x="267557" y="51435"/>
                  </a:cubicBezTo>
                  <a:lnTo>
                    <a:pt x="267557" y="164402"/>
                  </a:lnTo>
                  <a:lnTo>
                    <a:pt x="169576" y="107823"/>
                  </a:lnTo>
                  <a:cubicBezTo>
                    <a:pt x="145002" y="93599"/>
                    <a:pt x="113569" y="102044"/>
                    <a:pt x="99345" y="126619"/>
                  </a:cubicBezTo>
                  <a:cubicBezTo>
                    <a:pt x="85121" y="151321"/>
                    <a:pt x="93567" y="182753"/>
                    <a:pt x="118141" y="196977"/>
                  </a:cubicBezTo>
                  <a:close/>
                  <a:moveTo>
                    <a:pt x="502062" y="304673"/>
                  </a:moveTo>
                  <a:cubicBezTo>
                    <a:pt x="512095" y="305499"/>
                    <a:pt x="522509" y="303339"/>
                    <a:pt x="531844" y="297942"/>
                  </a:cubicBezTo>
                  <a:lnTo>
                    <a:pt x="706723" y="196977"/>
                  </a:lnTo>
                  <a:cubicBezTo>
                    <a:pt x="731361" y="182753"/>
                    <a:pt x="739743" y="151257"/>
                    <a:pt x="725582" y="126619"/>
                  </a:cubicBezTo>
                  <a:cubicBezTo>
                    <a:pt x="711358" y="102044"/>
                    <a:pt x="679926" y="93599"/>
                    <a:pt x="655351" y="107823"/>
                  </a:cubicBezTo>
                  <a:lnTo>
                    <a:pt x="557434" y="164402"/>
                  </a:lnTo>
                  <a:lnTo>
                    <a:pt x="557434" y="51435"/>
                  </a:lnTo>
                  <a:cubicBezTo>
                    <a:pt x="557434" y="23050"/>
                    <a:pt x="534384" y="0"/>
                    <a:pt x="505936" y="0"/>
                  </a:cubicBezTo>
                  <a:cubicBezTo>
                    <a:pt x="477488" y="0"/>
                    <a:pt x="454501" y="23050"/>
                    <a:pt x="454501" y="51435"/>
                  </a:cubicBezTo>
                  <a:lnTo>
                    <a:pt x="454501" y="253365"/>
                  </a:lnTo>
                  <a:cubicBezTo>
                    <a:pt x="454501" y="280416"/>
                    <a:pt x="475456" y="302768"/>
                    <a:pt x="502126" y="304736"/>
                  </a:cubicBezTo>
                  <a:close/>
                  <a:moveTo>
                    <a:pt x="322929" y="524129"/>
                  </a:moveTo>
                  <a:cubicBezTo>
                    <a:pt x="312896" y="523240"/>
                    <a:pt x="302418" y="525399"/>
                    <a:pt x="293084" y="530860"/>
                  </a:cubicBezTo>
                  <a:lnTo>
                    <a:pt x="118205" y="631698"/>
                  </a:lnTo>
                  <a:cubicBezTo>
                    <a:pt x="93630" y="645922"/>
                    <a:pt x="85185" y="677481"/>
                    <a:pt x="99409" y="702183"/>
                  </a:cubicBezTo>
                  <a:cubicBezTo>
                    <a:pt x="113696" y="726758"/>
                    <a:pt x="145129" y="735203"/>
                    <a:pt x="169640" y="720915"/>
                  </a:cubicBezTo>
                  <a:lnTo>
                    <a:pt x="267620" y="664400"/>
                  </a:lnTo>
                  <a:lnTo>
                    <a:pt x="267620" y="777367"/>
                  </a:lnTo>
                  <a:cubicBezTo>
                    <a:pt x="267620" y="805815"/>
                    <a:pt x="290671" y="828865"/>
                    <a:pt x="319119" y="828865"/>
                  </a:cubicBezTo>
                  <a:cubicBezTo>
                    <a:pt x="347567" y="828865"/>
                    <a:pt x="370554" y="805815"/>
                    <a:pt x="370554" y="777367"/>
                  </a:cubicBezTo>
                  <a:lnTo>
                    <a:pt x="370554" y="575437"/>
                  </a:lnTo>
                  <a:cubicBezTo>
                    <a:pt x="370554" y="548322"/>
                    <a:pt x="349535" y="526034"/>
                    <a:pt x="322929" y="524129"/>
                  </a:cubicBezTo>
                  <a:close/>
                  <a:moveTo>
                    <a:pt x="275494" y="429578"/>
                  </a:moveTo>
                  <a:cubicBezTo>
                    <a:pt x="277209" y="424053"/>
                    <a:pt x="277971" y="418402"/>
                    <a:pt x="277844" y="412813"/>
                  </a:cubicBezTo>
                  <a:cubicBezTo>
                    <a:pt x="277653" y="408749"/>
                    <a:pt x="277145" y="404685"/>
                    <a:pt x="275939" y="400685"/>
                  </a:cubicBezTo>
                  <a:cubicBezTo>
                    <a:pt x="272510" y="388112"/>
                    <a:pt x="264255" y="376872"/>
                    <a:pt x="251999" y="369760"/>
                  </a:cubicBezTo>
                  <a:lnTo>
                    <a:pt x="77247" y="268859"/>
                  </a:lnTo>
                  <a:cubicBezTo>
                    <a:pt x="52609" y="254635"/>
                    <a:pt x="21113" y="263080"/>
                    <a:pt x="6953" y="287719"/>
                  </a:cubicBezTo>
                  <a:cubicBezTo>
                    <a:pt x="-7335" y="312293"/>
                    <a:pt x="1111" y="343725"/>
                    <a:pt x="25749" y="357949"/>
                  </a:cubicBezTo>
                  <a:lnTo>
                    <a:pt x="123412" y="414464"/>
                  </a:lnTo>
                  <a:lnTo>
                    <a:pt x="25749" y="470789"/>
                  </a:lnTo>
                  <a:cubicBezTo>
                    <a:pt x="1111" y="485077"/>
                    <a:pt x="-7335" y="516446"/>
                    <a:pt x="6953" y="541147"/>
                  </a:cubicBezTo>
                  <a:cubicBezTo>
                    <a:pt x="21113" y="565721"/>
                    <a:pt x="52546" y="574103"/>
                    <a:pt x="77247" y="559943"/>
                  </a:cubicBezTo>
                  <a:lnTo>
                    <a:pt x="251999" y="458978"/>
                  </a:lnTo>
                  <a:cubicBezTo>
                    <a:pt x="263810" y="452184"/>
                    <a:pt x="271811" y="441579"/>
                    <a:pt x="275494" y="429578"/>
                  </a:cubicBezTo>
                  <a:close/>
                </a:path>
              </a:pathLst>
            </a:custGeom>
            <a:solidFill>
              <a:schemeClr val="accent1"/>
            </a:solidFill>
            <a:ln>
              <a:noFill/>
            </a:ln>
          </p:spPr>
          <p:txBody>
            <a:bodyPr anchorCtr="0" anchor="ctr" bIns="54125" lIns="108250" spcFirstLastPara="1" rIns="108250" wrap="square" tIns="54125">
              <a:noAutofit/>
            </a:bodyPr>
            <a:lstStyle/>
            <a:p>
              <a:pPr indent="0" lvl="0" marL="0" marR="0" rtl="0" algn="l">
                <a:lnSpc>
                  <a:spcPct val="100000"/>
                </a:lnSpc>
                <a:spcBef>
                  <a:spcPts val="0"/>
                </a:spcBef>
                <a:spcAft>
                  <a:spcPts val="0"/>
                </a:spcAft>
                <a:buClr>
                  <a:srgbClr val="000000"/>
                </a:buClr>
                <a:buSzPts val="2132"/>
                <a:buFont typeface="Arial"/>
                <a:buNone/>
              </a:pPr>
              <a:r>
                <a:t/>
              </a:r>
              <a:endParaRPr b="0" i="0" sz="2132" u="none" cap="none" strike="noStrike">
                <a:solidFill>
                  <a:srgbClr val="000000"/>
                </a:solidFill>
                <a:latin typeface="Arial"/>
                <a:ea typeface="Arial"/>
                <a:cs typeface="Arial"/>
                <a:sym typeface="Arial"/>
              </a:endParaRPr>
            </a:p>
          </p:txBody>
        </p:sp>
      </p:grpSp>
      <p:grpSp>
        <p:nvGrpSpPr>
          <p:cNvPr id="614" name="Google Shape;614;g3d45bd621e8_0_11"/>
          <p:cNvGrpSpPr/>
          <p:nvPr/>
        </p:nvGrpSpPr>
        <p:grpSpPr>
          <a:xfrm>
            <a:off x="8686805" y="4120243"/>
            <a:ext cx="331800" cy="331800"/>
            <a:chOff x="8550225" y="4548262"/>
            <a:chExt cx="331800" cy="331800"/>
          </a:xfrm>
        </p:grpSpPr>
        <p:sp>
          <p:nvSpPr>
            <p:cNvPr id="615" name="Google Shape;615;g3d45bd621e8_0_11"/>
            <p:cNvSpPr/>
            <p:nvPr/>
          </p:nvSpPr>
          <p:spPr>
            <a:xfrm>
              <a:off x="8550225" y="4548262"/>
              <a:ext cx="331800" cy="331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6" name="Google Shape;616;g3d45bd621e8_0_11"/>
            <p:cNvGrpSpPr/>
            <p:nvPr/>
          </p:nvGrpSpPr>
          <p:grpSpPr>
            <a:xfrm>
              <a:off x="8622111" y="4606197"/>
              <a:ext cx="188033" cy="215891"/>
              <a:chOff x="1853392" y="179809"/>
              <a:chExt cx="249381" cy="286328"/>
            </a:xfrm>
          </p:grpSpPr>
          <p:sp>
            <p:nvSpPr>
              <p:cNvPr id="617" name="Google Shape;617;g3d45bd621e8_0_11"/>
              <p:cNvSpPr/>
              <p:nvPr/>
            </p:nvSpPr>
            <p:spPr>
              <a:xfrm>
                <a:off x="1853392" y="179809"/>
                <a:ext cx="249381" cy="286328"/>
              </a:xfrm>
              <a:custGeom>
                <a:rect b="b" l="l" r="r" t="t"/>
                <a:pathLst>
                  <a:path extrusionOk="0" h="286328" w="249381">
                    <a:moveTo>
                      <a:pt x="144180" y="1"/>
                    </a:moveTo>
                    <a:lnTo>
                      <a:pt x="105202" y="1"/>
                    </a:lnTo>
                    <a:cubicBezTo>
                      <a:pt x="68291" y="52"/>
                      <a:pt x="38382" y="29961"/>
                      <a:pt x="38331" y="66872"/>
                    </a:cubicBezTo>
                    <a:lnTo>
                      <a:pt x="38331" y="115825"/>
                    </a:lnTo>
                    <a:lnTo>
                      <a:pt x="37407" y="115825"/>
                    </a:lnTo>
                    <a:cubicBezTo>
                      <a:pt x="16733" y="115876"/>
                      <a:pt x="0" y="132650"/>
                      <a:pt x="0" y="153325"/>
                    </a:cubicBezTo>
                    <a:lnTo>
                      <a:pt x="0" y="248829"/>
                    </a:lnTo>
                    <a:cubicBezTo>
                      <a:pt x="0" y="269503"/>
                      <a:pt x="16733" y="286278"/>
                      <a:pt x="37407" y="286328"/>
                    </a:cubicBezTo>
                    <a:lnTo>
                      <a:pt x="212436" y="286328"/>
                    </a:lnTo>
                    <a:cubicBezTo>
                      <a:pt x="232930" y="286025"/>
                      <a:pt x="249384" y="269325"/>
                      <a:pt x="249382" y="248829"/>
                    </a:cubicBezTo>
                    <a:lnTo>
                      <a:pt x="249382" y="153325"/>
                    </a:lnTo>
                    <a:cubicBezTo>
                      <a:pt x="249384" y="132828"/>
                      <a:pt x="232930" y="116128"/>
                      <a:pt x="212436" y="115825"/>
                    </a:cubicBezTo>
                    <a:lnTo>
                      <a:pt x="211513" y="115825"/>
                    </a:lnTo>
                    <a:lnTo>
                      <a:pt x="211513" y="66872"/>
                    </a:lnTo>
                    <a:cubicBezTo>
                      <a:pt x="211462" y="29889"/>
                      <a:pt x="181441" y="-50"/>
                      <a:pt x="144458" y="0"/>
                    </a:cubicBezTo>
                    <a:cubicBezTo>
                      <a:pt x="144365" y="0"/>
                      <a:pt x="144272" y="1"/>
                      <a:pt x="144180" y="1"/>
                    </a:cubicBezTo>
                    <a:close/>
                    <a:moveTo>
                      <a:pt x="61052" y="66872"/>
                    </a:moveTo>
                    <a:cubicBezTo>
                      <a:pt x="61052" y="42285"/>
                      <a:pt x="80984" y="22353"/>
                      <a:pt x="105572" y="22353"/>
                    </a:cubicBezTo>
                    <a:lnTo>
                      <a:pt x="144549" y="22353"/>
                    </a:lnTo>
                    <a:cubicBezTo>
                      <a:pt x="169136" y="22353"/>
                      <a:pt x="189068" y="42285"/>
                      <a:pt x="189068" y="66872"/>
                    </a:cubicBezTo>
                    <a:lnTo>
                      <a:pt x="189068" y="115825"/>
                    </a:lnTo>
                    <a:lnTo>
                      <a:pt x="60683" y="115825"/>
                    </a:lnTo>
                    <a:close/>
                    <a:moveTo>
                      <a:pt x="212436" y="138546"/>
                    </a:moveTo>
                    <a:cubicBezTo>
                      <a:pt x="220802" y="138546"/>
                      <a:pt x="227584" y="145329"/>
                      <a:pt x="227584" y="153694"/>
                    </a:cubicBezTo>
                    <a:lnTo>
                      <a:pt x="227584" y="248829"/>
                    </a:lnTo>
                    <a:cubicBezTo>
                      <a:pt x="227584" y="257194"/>
                      <a:pt x="220802" y="263976"/>
                      <a:pt x="212436" y="263976"/>
                    </a:cubicBezTo>
                    <a:lnTo>
                      <a:pt x="37407" y="263976"/>
                    </a:lnTo>
                    <a:cubicBezTo>
                      <a:pt x="29041" y="263976"/>
                      <a:pt x="22260" y="257194"/>
                      <a:pt x="22260" y="248829"/>
                    </a:cubicBezTo>
                    <a:lnTo>
                      <a:pt x="22260" y="153325"/>
                    </a:lnTo>
                    <a:cubicBezTo>
                      <a:pt x="22460" y="145103"/>
                      <a:pt x="29184" y="138544"/>
                      <a:pt x="37407" y="13854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52525"/>
                  </a:buClr>
                  <a:buSzPts val="1400"/>
                  <a:buFont typeface="Arial"/>
                  <a:buNone/>
                </a:pPr>
                <a:r>
                  <a:t/>
                </a:r>
                <a:endParaRPr b="0" i="0" sz="1400" u="none" cap="none" strike="noStrike">
                  <a:solidFill>
                    <a:srgbClr val="262626"/>
                  </a:solidFill>
                  <a:latin typeface="Arial"/>
                  <a:ea typeface="Arial"/>
                  <a:cs typeface="Arial"/>
                  <a:sym typeface="Arial"/>
                </a:endParaRPr>
              </a:p>
            </p:txBody>
          </p:sp>
          <p:sp>
            <p:nvSpPr>
              <p:cNvPr id="618" name="Google Shape;618;g3d45bd621e8_0_11"/>
              <p:cNvSpPr/>
              <p:nvPr/>
            </p:nvSpPr>
            <p:spPr>
              <a:xfrm>
                <a:off x="1951851" y="344863"/>
                <a:ext cx="50892" cy="72044"/>
              </a:xfrm>
              <a:custGeom>
                <a:rect b="b" l="l" r="r" t="t"/>
                <a:pathLst>
                  <a:path extrusionOk="0" h="72044" w="50892">
                    <a:moveTo>
                      <a:pt x="25492" y="72044"/>
                    </a:moveTo>
                    <a:cubicBezTo>
                      <a:pt x="39437" y="71846"/>
                      <a:pt x="50694" y="60589"/>
                      <a:pt x="50892" y="46644"/>
                    </a:cubicBezTo>
                    <a:lnTo>
                      <a:pt x="50892" y="25401"/>
                    </a:lnTo>
                    <a:cubicBezTo>
                      <a:pt x="50792" y="11415"/>
                      <a:pt x="39478" y="101"/>
                      <a:pt x="25492" y="1"/>
                    </a:cubicBezTo>
                    <a:cubicBezTo>
                      <a:pt x="11551" y="-102"/>
                      <a:pt x="152" y="11090"/>
                      <a:pt x="0" y="25031"/>
                    </a:cubicBezTo>
                    <a:lnTo>
                      <a:pt x="0" y="46644"/>
                    </a:lnTo>
                    <a:cubicBezTo>
                      <a:pt x="0" y="60673"/>
                      <a:pt x="11372" y="72044"/>
                      <a:pt x="25400" y="72044"/>
                    </a:cubicBezTo>
                    <a:cubicBezTo>
                      <a:pt x="25430" y="72044"/>
                      <a:pt x="25462" y="72044"/>
                      <a:pt x="25492" y="72044"/>
                    </a:cubicBezTo>
                    <a:close/>
                    <a:moveTo>
                      <a:pt x="17826" y="25401"/>
                    </a:moveTo>
                    <a:lnTo>
                      <a:pt x="17826" y="25401"/>
                    </a:lnTo>
                    <a:cubicBezTo>
                      <a:pt x="17974" y="21362"/>
                      <a:pt x="21267" y="18150"/>
                      <a:pt x="25308" y="18104"/>
                    </a:cubicBezTo>
                    <a:lnTo>
                      <a:pt x="25308" y="18104"/>
                    </a:lnTo>
                    <a:cubicBezTo>
                      <a:pt x="29449" y="18202"/>
                      <a:pt x="32784" y="21536"/>
                      <a:pt x="32881" y="25678"/>
                    </a:cubicBezTo>
                    <a:lnTo>
                      <a:pt x="32881" y="46829"/>
                    </a:lnTo>
                    <a:cubicBezTo>
                      <a:pt x="32786" y="50987"/>
                      <a:pt x="29464" y="54349"/>
                      <a:pt x="25308" y="54495"/>
                    </a:cubicBezTo>
                    <a:cubicBezTo>
                      <a:pt x="21124" y="54495"/>
                      <a:pt x="17734" y="51105"/>
                      <a:pt x="17734" y="4692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52525"/>
                  </a:buClr>
                  <a:buSzPts val="1400"/>
                  <a:buFont typeface="Arial"/>
                  <a:buNone/>
                </a:pPr>
                <a:r>
                  <a:t/>
                </a:r>
                <a:endParaRPr b="0" i="0" sz="1400" u="none" cap="none" strike="noStrike">
                  <a:solidFill>
                    <a:srgbClr val="262626"/>
                  </a:solidFill>
                  <a:latin typeface="Arial"/>
                  <a:ea typeface="Arial"/>
                  <a:cs typeface="Arial"/>
                  <a:sym typeface="Arial"/>
                </a:endParaRPr>
              </a:p>
            </p:txBody>
          </p:sp>
        </p:grpSp>
      </p:grpSp>
      <p:sp>
        <p:nvSpPr>
          <p:cNvPr id="619" name="Google Shape;619;g3d45bd621e8_0_1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lnSpc>
                <a:spcPct val="100000"/>
              </a:lnSpc>
              <a:spcBef>
                <a:spcPts val="0"/>
              </a:spcBef>
              <a:spcAft>
                <a:spcPts val="0"/>
              </a:spcAft>
              <a:buClr>
                <a:srgbClr val="000000"/>
              </a:buClr>
              <a:buSzPts val="600"/>
              <a:buFont typeface="Arial"/>
              <a:buNone/>
            </a:pPr>
            <a:fld id="{00000000-1234-1234-1234-123412341234}" type="slidenum">
              <a:rPr lang="en-US"/>
              <a:t>‹#›</a:t>
            </a:fld>
            <a:endParaRPr/>
          </a:p>
        </p:txBody>
      </p:sp>
      <p:sp>
        <p:nvSpPr>
          <p:cNvPr id="620" name="Google Shape;620;g3d45bd621e8_0_11"/>
          <p:cNvSpPr/>
          <p:nvPr/>
        </p:nvSpPr>
        <p:spPr>
          <a:xfrm>
            <a:off x="470550" y="3800274"/>
            <a:ext cx="5592900" cy="7092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rgbClr val="11567F"/>
              </a:solidFill>
              <a:latin typeface="Arial"/>
              <a:ea typeface="Arial"/>
              <a:cs typeface="Arial"/>
              <a:sym typeface="Arial"/>
            </a:endParaRPr>
          </a:p>
        </p:txBody>
      </p:sp>
      <p:sp>
        <p:nvSpPr>
          <p:cNvPr id="621" name="Google Shape;621;g3d45bd621e8_0_11"/>
          <p:cNvSpPr/>
          <p:nvPr/>
        </p:nvSpPr>
        <p:spPr>
          <a:xfrm>
            <a:off x="1278141" y="3841504"/>
            <a:ext cx="38340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1567F"/>
                </a:solidFill>
                <a:latin typeface="Arial"/>
                <a:ea typeface="Arial"/>
                <a:cs typeface="Arial"/>
                <a:sym typeface="Arial"/>
              </a:rPr>
              <a:t>SCALABLE AI INFERENCE</a:t>
            </a:r>
            <a:endParaRPr b="1" i="0" sz="1300" u="none" cap="none" strike="noStrike">
              <a:solidFill>
                <a:srgbClr val="11567F"/>
              </a:solidFill>
              <a:latin typeface="Arial"/>
              <a:ea typeface="Arial"/>
              <a:cs typeface="Arial"/>
              <a:sym typeface="Arial"/>
            </a:endParaRPr>
          </a:p>
        </p:txBody>
      </p:sp>
      <p:sp>
        <p:nvSpPr>
          <p:cNvPr id="622" name="Google Shape;622;g3d45bd621e8_0_11"/>
          <p:cNvSpPr/>
          <p:nvPr/>
        </p:nvSpPr>
        <p:spPr>
          <a:xfrm>
            <a:off x="549801" y="4025086"/>
            <a:ext cx="5419500" cy="400800"/>
          </a:xfrm>
          <a:prstGeom prst="roundRect">
            <a:avLst>
              <a:gd fmla="val 14871" name="adj"/>
            </a:avLst>
          </a:prstGeom>
          <a:solidFill>
            <a:schemeClr val="dk2"/>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Arial"/>
                <a:ea typeface="Arial"/>
                <a:cs typeface="Arial"/>
                <a:sym typeface="Arial"/>
              </a:rPr>
              <a:t>Multimodal AI-powered SQL</a:t>
            </a:r>
            <a:endParaRPr b="0" i="0" sz="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Cortex AISQL</a:t>
            </a:r>
            <a:endParaRPr b="1" baseline="30000" i="0" sz="9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0"/>
          <p:cNvSpPr txBox="1"/>
          <p:nvPr/>
        </p:nvSpPr>
        <p:spPr>
          <a:xfrm>
            <a:off x="365750" y="1418125"/>
            <a:ext cx="5204400" cy="2326800"/>
          </a:xfrm>
          <a:prstGeom prst="rect">
            <a:avLst/>
          </a:prstGeom>
          <a:noFill/>
          <a:ln>
            <a:noFill/>
          </a:ln>
        </p:spPr>
        <p:txBody>
          <a:bodyPr anchorCtr="0" anchor="t" bIns="91425" lIns="91425" spcFirstLastPara="1" rIns="91425" wrap="square" tIns="91425">
            <a:noAutofit/>
          </a:bodyPr>
          <a:lstStyle/>
          <a:p>
            <a:pPr indent="0" lvl="0" marL="0" marR="0" rtl="0" algn="l">
              <a:lnSpc>
                <a:spcPct val="93750"/>
              </a:lnSpc>
              <a:spcBef>
                <a:spcPts val="0"/>
              </a:spcBef>
              <a:spcAft>
                <a:spcPts val="1000"/>
              </a:spcAft>
              <a:buClr>
                <a:srgbClr val="000000"/>
              </a:buClr>
              <a:buSzPts val="3200"/>
              <a:buFont typeface="Arial"/>
              <a:buNone/>
            </a:pPr>
            <a:r>
              <a:rPr b="1" i="0" lang="en-US" sz="3200" u="none" cap="none" strike="noStrike">
                <a:solidFill>
                  <a:srgbClr val="000000"/>
                </a:solidFill>
                <a:latin typeface="Arial"/>
                <a:ea typeface="Arial"/>
                <a:cs typeface="Arial"/>
                <a:sym typeface="Arial"/>
              </a:rPr>
              <a:t>Cortex </a:t>
            </a:r>
            <a:endParaRPr b="1" i="0" sz="32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3d45bd621e8_0_1405"/>
          <p:cNvSpPr/>
          <p:nvPr/>
        </p:nvSpPr>
        <p:spPr>
          <a:xfrm>
            <a:off x="2532225" y="1203000"/>
            <a:ext cx="6236400" cy="3483300"/>
          </a:xfrm>
          <a:prstGeom prst="roundRect">
            <a:avLst>
              <a:gd fmla="val 1277" name="adj"/>
            </a:avLst>
          </a:prstGeom>
          <a:noFill/>
          <a:ln cap="flat" cmpd="sng" w="19050">
            <a:solidFill>
              <a:srgbClr val="29B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g3d45bd621e8_0_1405"/>
          <p:cNvSpPr/>
          <p:nvPr/>
        </p:nvSpPr>
        <p:spPr>
          <a:xfrm>
            <a:off x="2831650" y="1538300"/>
            <a:ext cx="5740500" cy="2392200"/>
          </a:xfrm>
          <a:prstGeom prst="roundRect">
            <a:avLst>
              <a:gd fmla="val 6095" name="adj"/>
            </a:avLst>
          </a:prstGeom>
          <a:noFill/>
          <a:ln cap="flat" cmpd="sng" w="19050">
            <a:solidFill>
              <a:srgbClr val="FF9F3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34" name="Google Shape;634;g3d45bd621e8_0_1405"/>
          <p:cNvCxnSpPr>
            <a:stCxn id="635" idx="3"/>
            <a:endCxn id="636" idx="0"/>
          </p:cNvCxnSpPr>
          <p:nvPr/>
        </p:nvCxnSpPr>
        <p:spPr>
          <a:xfrm>
            <a:off x="1100725" y="1490250"/>
            <a:ext cx="1868100" cy="929400"/>
          </a:xfrm>
          <a:prstGeom prst="bentConnector3">
            <a:avLst>
              <a:gd fmla="val 49964" name="adj1"/>
            </a:avLst>
          </a:prstGeom>
          <a:noFill/>
          <a:ln cap="flat" cmpd="sng" w="9525">
            <a:solidFill>
              <a:schemeClr val="dk2"/>
            </a:solidFill>
            <a:prstDash val="solid"/>
            <a:round/>
            <a:headEnd len="sm" w="sm" type="none"/>
            <a:tailEnd len="med" w="med" type="stealth"/>
          </a:ln>
        </p:spPr>
      </p:cxnSp>
      <p:cxnSp>
        <p:nvCxnSpPr>
          <p:cNvPr id="637" name="Google Shape;637;g3d45bd621e8_0_1405"/>
          <p:cNvCxnSpPr>
            <a:stCxn id="635" idx="2"/>
            <a:endCxn id="638" idx="1"/>
          </p:cNvCxnSpPr>
          <p:nvPr/>
        </p:nvCxnSpPr>
        <p:spPr>
          <a:xfrm flipH="1" rot="-5400000">
            <a:off x="528625" y="1926300"/>
            <a:ext cx="2494500" cy="2337300"/>
          </a:xfrm>
          <a:prstGeom prst="bentConnector2">
            <a:avLst/>
          </a:prstGeom>
          <a:noFill/>
          <a:ln cap="flat" cmpd="sng" w="9525">
            <a:solidFill>
              <a:schemeClr val="dk2"/>
            </a:solidFill>
            <a:prstDash val="solid"/>
            <a:round/>
            <a:headEnd len="sm" w="sm" type="none"/>
            <a:tailEnd len="med" w="med" type="stealth"/>
          </a:ln>
        </p:spPr>
      </p:cxnSp>
      <p:sp>
        <p:nvSpPr>
          <p:cNvPr id="639" name="Google Shape;639;g3d45bd621e8_0_1405"/>
          <p:cNvSpPr txBox="1"/>
          <p:nvPr>
            <p:ph idx="4294967295" type="title"/>
          </p:nvPr>
        </p:nvSpPr>
        <p:spPr>
          <a:xfrm>
            <a:off x="365750" y="228600"/>
            <a:ext cx="8321100" cy="820500"/>
          </a:xfrm>
          <a:prstGeom prst="rect">
            <a:avLst/>
          </a:prstGeom>
          <a:noFill/>
          <a:ln>
            <a:noFill/>
          </a:ln>
        </p:spPr>
        <p:txBody>
          <a:bodyPr anchorCtr="0" anchor="t" bIns="91425" lIns="91425" spcFirstLastPara="1" rIns="91425" wrap="square" tIns="91425">
            <a:spAutoFit/>
          </a:bodyPr>
          <a:lstStyle/>
          <a:p>
            <a:pPr indent="0" lvl="0" marL="0" marR="0" rtl="0" algn="l">
              <a:lnSpc>
                <a:spcPct val="105000"/>
              </a:lnSpc>
              <a:spcBef>
                <a:spcPts val="0"/>
              </a:spcBef>
              <a:spcAft>
                <a:spcPts val="0"/>
              </a:spcAft>
              <a:buClr>
                <a:schemeClr val="dk1"/>
              </a:buClr>
              <a:buSzPts val="2600"/>
              <a:buNone/>
            </a:pPr>
            <a:r>
              <a:rPr lang="en-US"/>
              <a:t>Cortex Architecture in Same Region</a:t>
            </a:r>
            <a:endParaRPr/>
          </a:p>
          <a:p>
            <a:pPr indent="0" lvl="0" marL="0" marR="0" rtl="0" algn="l">
              <a:lnSpc>
                <a:spcPct val="105000"/>
              </a:lnSpc>
              <a:spcBef>
                <a:spcPts val="0"/>
              </a:spcBef>
              <a:spcAft>
                <a:spcPts val="0"/>
              </a:spcAft>
              <a:buClr>
                <a:schemeClr val="dk1"/>
              </a:buClr>
              <a:buSzPts val="2600"/>
              <a:buNone/>
            </a:pPr>
            <a:r>
              <a:rPr lang="en-US" sz="1400"/>
              <a:t>Self Hosted Models</a:t>
            </a:r>
            <a:endParaRPr sz="1400"/>
          </a:p>
        </p:txBody>
      </p:sp>
      <p:sp>
        <p:nvSpPr>
          <p:cNvPr id="640" name="Google Shape;640;g3d45bd621e8_0_1405"/>
          <p:cNvSpPr/>
          <p:nvPr/>
        </p:nvSpPr>
        <p:spPr>
          <a:xfrm>
            <a:off x="2933225" y="1728625"/>
            <a:ext cx="2333100" cy="1366500"/>
          </a:xfrm>
          <a:prstGeom prst="roundRect">
            <a:avLst>
              <a:gd fmla="val 6095" name="adj"/>
            </a:avLst>
          </a:prstGeom>
          <a:noFill/>
          <a:ln cap="flat" cmpd="sng" w="19050">
            <a:solidFill>
              <a:srgbClr val="29B5E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g3d45bd621e8_0_1405"/>
          <p:cNvSpPr txBox="1"/>
          <p:nvPr/>
        </p:nvSpPr>
        <p:spPr>
          <a:xfrm rot="-5401843">
            <a:off x="2783028" y="2275671"/>
            <a:ext cx="1119000" cy="272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700" u="none" cap="none" strike="noStrike">
                <a:solidFill>
                  <a:srgbClr val="434343"/>
                </a:solidFill>
                <a:latin typeface="Arial"/>
                <a:ea typeface="Arial"/>
                <a:cs typeface="Arial"/>
                <a:sym typeface="Arial"/>
              </a:rPr>
              <a:t>SF Compute Network </a:t>
            </a:r>
            <a:endParaRPr b="1" i="0" sz="700" u="none" cap="none" strike="noStrike">
              <a:solidFill>
                <a:srgbClr val="434343"/>
              </a:solidFill>
              <a:latin typeface="Arial"/>
              <a:ea typeface="Arial"/>
              <a:cs typeface="Arial"/>
              <a:sym typeface="Arial"/>
            </a:endParaRPr>
          </a:p>
        </p:txBody>
      </p:sp>
      <p:sp>
        <p:nvSpPr>
          <p:cNvPr id="642" name="Google Shape;642;g3d45bd621e8_0_1405"/>
          <p:cNvSpPr/>
          <p:nvPr/>
        </p:nvSpPr>
        <p:spPr>
          <a:xfrm>
            <a:off x="3430325" y="1852375"/>
            <a:ext cx="1707300" cy="399600"/>
          </a:xfrm>
          <a:prstGeom prst="rect">
            <a:avLst/>
          </a:prstGeom>
          <a:solidFill>
            <a:srgbClr val="3DA8E5"/>
          </a:solidFill>
          <a:ln cap="flat" cmpd="sng" w="19050">
            <a:solidFill>
              <a:srgbClr val="3DA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Cloud Services</a:t>
            </a:r>
            <a:endParaRPr b="1" i="0" sz="900" u="none" cap="none" strike="noStrike">
              <a:solidFill>
                <a:schemeClr val="lt1"/>
              </a:solidFill>
              <a:latin typeface="Arial"/>
              <a:ea typeface="Arial"/>
              <a:cs typeface="Arial"/>
              <a:sym typeface="Arial"/>
            </a:endParaRPr>
          </a:p>
        </p:txBody>
      </p:sp>
      <p:sp>
        <p:nvSpPr>
          <p:cNvPr id="643" name="Google Shape;643;g3d45bd621e8_0_1405"/>
          <p:cNvSpPr/>
          <p:nvPr/>
        </p:nvSpPr>
        <p:spPr>
          <a:xfrm>
            <a:off x="3430325" y="2589750"/>
            <a:ext cx="537000" cy="399600"/>
          </a:xfrm>
          <a:prstGeom prst="rect">
            <a:avLst/>
          </a:prstGeom>
          <a:solidFill>
            <a:srgbClr val="3DA8E5"/>
          </a:solidFill>
          <a:ln cap="flat" cmpd="sng" w="19050">
            <a:solidFill>
              <a:srgbClr val="3DA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VWH</a:t>
            </a:r>
            <a:endParaRPr b="1" i="0" sz="9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
              <a:buFont typeface="Arial"/>
              <a:buNone/>
            </a:pPr>
            <a:r>
              <a:rPr b="1" i="0" lang="en-US" sz="600" u="none" cap="none" strike="noStrike">
                <a:solidFill>
                  <a:schemeClr val="lt1"/>
                </a:solidFill>
                <a:latin typeface="Arial"/>
                <a:ea typeface="Arial"/>
                <a:cs typeface="Arial"/>
                <a:sym typeface="Arial"/>
              </a:rPr>
              <a:t>(</a:t>
            </a:r>
            <a:r>
              <a:rPr b="1" i="0" lang="en-US" sz="500" u="none" cap="none" strike="noStrike">
                <a:solidFill>
                  <a:schemeClr val="lt1"/>
                </a:solidFill>
                <a:latin typeface="Arial"/>
                <a:ea typeface="Arial"/>
                <a:cs typeface="Arial"/>
                <a:sym typeface="Arial"/>
              </a:rPr>
              <a:t>Compute)</a:t>
            </a:r>
            <a:endParaRPr b="1" i="0" sz="500" u="none" cap="none" strike="noStrike">
              <a:solidFill>
                <a:schemeClr val="lt1"/>
              </a:solidFill>
              <a:latin typeface="Arial"/>
              <a:ea typeface="Arial"/>
              <a:cs typeface="Arial"/>
              <a:sym typeface="Arial"/>
            </a:endParaRPr>
          </a:p>
        </p:txBody>
      </p:sp>
      <p:sp>
        <p:nvSpPr>
          <p:cNvPr id="644" name="Google Shape;644;g3d45bd621e8_0_1405"/>
          <p:cNvSpPr/>
          <p:nvPr/>
        </p:nvSpPr>
        <p:spPr>
          <a:xfrm>
            <a:off x="4015588" y="2589750"/>
            <a:ext cx="537000" cy="399600"/>
          </a:xfrm>
          <a:prstGeom prst="rect">
            <a:avLst/>
          </a:prstGeom>
          <a:solidFill>
            <a:srgbClr val="3DA8E5"/>
          </a:solidFill>
          <a:ln cap="flat" cmpd="sng" w="19050">
            <a:solidFill>
              <a:srgbClr val="3DA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VWH</a:t>
            </a:r>
            <a:endParaRPr b="1" i="0" sz="9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US" sz="500" u="none" cap="none" strike="noStrike">
                <a:solidFill>
                  <a:schemeClr val="lt1"/>
                </a:solidFill>
                <a:latin typeface="Arial"/>
                <a:ea typeface="Arial"/>
                <a:cs typeface="Arial"/>
                <a:sym typeface="Arial"/>
              </a:rPr>
              <a:t>(Compute)</a:t>
            </a:r>
            <a:endParaRPr b="1" i="0" sz="500" u="none" cap="none" strike="noStrike">
              <a:solidFill>
                <a:schemeClr val="lt1"/>
              </a:solidFill>
              <a:latin typeface="Arial"/>
              <a:ea typeface="Arial"/>
              <a:cs typeface="Arial"/>
              <a:sym typeface="Arial"/>
            </a:endParaRPr>
          </a:p>
        </p:txBody>
      </p:sp>
      <p:sp>
        <p:nvSpPr>
          <p:cNvPr id="645" name="Google Shape;645;g3d45bd621e8_0_1405"/>
          <p:cNvSpPr/>
          <p:nvPr/>
        </p:nvSpPr>
        <p:spPr>
          <a:xfrm>
            <a:off x="4600850" y="2589750"/>
            <a:ext cx="537000" cy="399600"/>
          </a:xfrm>
          <a:prstGeom prst="rect">
            <a:avLst/>
          </a:prstGeom>
          <a:solidFill>
            <a:srgbClr val="3DA8E5"/>
          </a:solidFill>
          <a:ln cap="flat" cmpd="sng" w="19050">
            <a:solidFill>
              <a:srgbClr val="3DA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VWH</a:t>
            </a:r>
            <a:endParaRPr b="1" i="0" sz="9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500"/>
              <a:buFont typeface="Arial"/>
              <a:buNone/>
            </a:pPr>
            <a:r>
              <a:rPr b="1" i="0" lang="en-US" sz="500" u="none" cap="none" strike="noStrike">
                <a:solidFill>
                  <a:schemeClr val="lt1"/>
                </a:solidFill>
                <a:latin typeface="Arial"/>
                <a:ea typeface="Arial"/>
                <a:cs typeface="Arial"/>
                <a:sym typeface="Arial"/>
              </a:rPr>
              <a:t>(Compute)</a:t>
            </a:r>
            <a:endParaRPr b="1" i="0" sz="500" u="none" cap="none" strike="noStrike">
              <a:solidFill>
                <a:schemeClr val="lt1"/>
              </a:solidFill>
              <a:latin typeface="Arial"/>
              <a:ea typeface="Arial"/>
              <a:cs typeface="Arial"/>
              <a:sym typeface="Arial"/>
            </a:endParaRPr>
          </a:p>
        </p:txBody>
      </p:sp>
      <p:sp>
        <p:nvSpPr>
          <p:cNvPr id="646" name="Google Shape;646;g3d45bd621e8_0_1405"/>
          <p:cNvSpPr txBox="1"/>
          <p:nvPr/>
        </p:nvSpPr>
        <p:spPr>
          <a:xfrm rot="-2013">
            <a:off x="3694576" y="1256533"/>
            <a:ext cx="2561400" cy="21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34343"/>
                </a:solidFill>
                <a:latin typeface="Arial"/>
                <a:ea typeface="Arial"/>
                <a:cs typeface="Arial"/>
                <a:sym typeface="Arial"/>
              </a:rPr>
              <a:t>CSP Snowflake Region </a:t>
            </a:r>
            <a:endParaRPr b="1" i="0" sz="900" u="none" cap="none" strike="noStrike">
              <a:solidFill>
                <a:srgbClr val="434343"/>
              </a:solidFill>
              <a:latin typeface="Arial"/>
              <a:ea typeface="Arial"/>
              <a:cs typeface="Arial"/>
              <a:sym typeface="Arial"/>
            </a:endParaRPr>
          </a:p>
        </p:txBody>
      </p:sp>
      <p:sp>
        <p:nvSpPr>
          <p:cNvPr id="647" name="Google Shape;647;g3d45bd621e8_0_1405"/>
          <p:cNvSpPr/>
          <p:nvPr/>
        </p:nvSpPr>
        <p:spPr>
          <a:xfrm rot="-5400000">
            <a:off x="921200" y="2829775"/>
            <a:ext cx="3478200" cy="218700"/>
          </a:xfrm>
          <a:prstGeom prst="roundRect">
            <a:avLst>
              <a:gd fmla="val 1277" name="adj"/>
            </a:avLst>
          </a:prstGeom>
          <a:solidFill>
            <a:srgbClr val="28B5E8"/>
          </a:solidFill>
          <a:ln cap="flat" cmpd="sng" w="19050">
            <a:solidFill>
              <a:srgbClr val="28B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chemeClr val="lt1"/>
                </a:solidFill>
                <a:latin typeface="Arial"/>
                <a:ea typeface="Arial"/>
                <a:cs typeface="Arial"/>
                <a:sym typeface="Arial"/>
              </a:rPr>
              <a:t>Snowflake Internal Network</a:t>
            </a:r>
            <a:endParaRPr b="0" i="0" sz="1400" u="none" cap="none" strike="noStrike">
              <a:solidFill>
                <a:srgbClr val="000000"/>
              </a:solidFill>
              <a:latin typeface="Arial"/>
              <a:ea typeface="Arial"/>
              <a:cs typeface="Arial"/>
              <a:sym typeface="Arial"/>
            </a:endParaRPr>
          </a:p>
        </p:txBody>
      </p:sp>
      <p:grpSp>
        <p:nvGrpSpPr>
          <p:cNvPr id="648" name="Google Shape;648;g3d45bd621e8_0_1405"/>
          <p:cNvGrpSpPr/>
          <p:nvPr/>
        </p:nvGrpSpPr>
        <p:grpSpPr>
          <a:xfrm>
            <a:off x="2968700" y="1743944"/>
            <a:ext cx="212100" cy="1351129"/>
            <a:chOff x="93250" y="2322451"/>
            <a:chExt cx="212100" cy="1526700"/>
          </a:xfrm>
        </p:grpSpPr>
        <p:sp>
          <p:nvSpPr>
            <p:cNvPr id="636" name="Google Shape;636;g3d45bd621e8_0_1405"/>
            <p:cNvSpPr/>
            <p:nvPr/>
          </p:nvSpPr>
          <p:spPr>
            <a:xfrm rot="-5400000">
              <a:off x="-564050" y="2979751"/>
              <a:ext cx="1526700" cy="212100"/>
            </a:xfrm>
            <a:prstGeom prst="roundRect">
              <a:avLst>
                <a:gd fmla="val 16667" name="adj"/>
              </a:avLst>
            </a:prstGeom>
            <a:solidFill>
              <a:srgbClr val="29B5E8"/>
            </a:solidFill>
            <a:ln cap="flat" cmpd="sng" w="9525">
              <a:solidFill>
                <a:srgbClr val="29B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US" sz="700" u="none" cap="none" strike="noStrike">
                  <a:solidFill>
                    <a:srgbClr val="FFFFFF"/>
                  </a:solidFill>
                  <a:latin typeface="Arial"/>
                  <a:ea typeface="Arial"/>
                  <a:cs typeface="Arial"/>
                  <a:sym typeface="Arial"/>
                </a:rPr>
                <a:t>NLB</a:t>
              </a:r>
              <a:endParaRPr b="0" i="0" sz="700" u="none" cap="none" strike="noStrike">
                <a:solidFill>
                  <a:srgbClr val="FFFFFF"/>
                </a:solidFill>
                <a:latin typeface="Arial"/>
                <a:ea typeface="Arial"/>
                <a:cs typeface="Arial"/>
                <a:sym typeface="Arial"/>
              </a:endParaRPr>
            </a:p>
          </p:txBody>
        </p:sp>
        <p:sp>
          <p:nvSpPr>
            <p:cNvPr id="649" name="Google Shape;649;g3d45bd621e8_0_1405"/>
            <p:cNvSpPr/>
            <p:nvPr/>
          </p:nvSpPr>
          <p:spPr>
            <a:xfrm>
              <a:off x="123248" y="2427850"/>
              <a:ext cx="152109" cy="173102"/>
            </a:xfrm>
            <a:custGeom>
              <a:rect b="b" l="l" r="r" t="t"/>
              <a:pathLst>
                <a:path extrusionOk="0" h="8778" w="8781">
                  <a:moveTo>
                    <a:pt x="4843" y="1611"/>
                  </a:moveTo>
                  <a:cubicBezTo>
                    <a:pt x="5396" y="1611"/>
                    <a:pt x="5904" y="1810"/>
                    <a:pt x="6301" y="2140"/>
                  </a:cubicBezTo>
                  <a:lnTo>
                    <a:pt x="5407" y="3040"/>
                  </a:lnTo>
                  <a:cubicBezTo>
                    <a:pt x="5310" y="3137"/>
                    <a:pt x="5310" y="3295"/>
                    <a:pt x="5410" y="3392"/>
                  </a:cubicBezTo>
                  <a:cubicBezTo>
                    <a:pt x="5457" y="3439"/>
                    <a:pt x="5521" y="3463"/>
                    <a:pt x="5584" y="3463"/>
                  </a:cubicBezTo>
                  <a:cubicBezTo>
                    <a:pt x="5647" y="3463"/>
                    <a:pt x="5713" y="3439"/>
                    <a:pt x="5760" y="3392"/>
                  </a:cubicBezTo>
                  <a:lnTo>
                    <a:pt x="6644" y="2501"/>
                  </a:lnTo>
                  <a:cubicBezTo>
                    <a:pt x="6942" y="2884"/>
                    <a:pt x="7120" y="3365"/>
                    <a:pt x="7120" y="3886"/>
                  </a:cubicBezTo>
                  <a:cubicBezTo>
                    <a:pt x="7120" y="3924"/>
                    <a:pt x="7117" y="3958"/>
                    <a:pt x="7116" y="3993"/>
                  </a:cubicBezTo>
                  <a:lnTo>
                    <a:pt x="7113" y="4030"/>
                  </a:lnTo>
                  <a:cubicBezTo>
                    <a:pt x="7103" y="4179"/>
                    <a:pt x="7178" y="4320"/>
                    <a:pt x="7306" y="4391"/>
                  </a:cubicBezTo>
                  <a:cubicBezTo>
                    <a:pt x="7610" y="4567"/>
                    <a:pt x="7787" y="4858"/>
                    <a:pt x="7787" y="5190"/>
                  </a:cubicBezTo>
                  <a:cubicBezTo>
                    <a:pt x="7787" y="5701"/>
                    <a:pt x="7373" y="6099"/>
                    <a:pt x="6843" y="6099"/>
                  </a:cubicBezTo>
                  <a:lnTo>
                    <a:pt x="6537" y="6099"/>
                  </a:lnTo>
                  <a:lnTo>
                    <a:pt x="5762" y="5297"/>
                  </a:lnTo>
                  <a:cubicBezTo>
                    <a:pt x="5714" y="5247"/>
                    <a:pt x="5648" y="5222"/>
                    <a:pt x="5583" y="5222"/>
                  </a:cubicBezTo>
                  <a:cubicBezTo>
                    <a:pt x="5521" y="5222"/>
                    <a:pt x="5459" y="5244"/>
                    <a:pt x="5411" y="5290"/>
                  </a:cubicBezTo>
                  <a:cubicBezTo>
                    <a:pt x="5313" y="5385"/>
                    <a:pt x="5309" y="5542"/>
                    <a:pt x="5404" y="5642"/>
                  </a:cubicBezTo>
                  <a:lnTo>
                    <a:pt x="5846" y="6099"/>
                  </a:lnTo>
                  <a:lnTo>
                    <a:pt x="3047" y="6099"/>
                  </a:lnTo>
                  <a:lnTo>
                    <a:pt x="3505" y="5645"/>
                  </a:lnTo>
                  <a:cubicBezTo>
                    <a:pt x="3601" y="5548"/>
                    <a:pt x="3604" y="5392"/>
                    <a:pt x="3508" y="5294"/>
                  </a:cubicBezTo>
                  <a:cubicBezTo>
                    <a:pt x="3459" y="5246"/>
                    <a:pt x="3396" y="5222"/>
                    <a:pt x="3332" y="5222"/>
                  </a:cubicBezTo>
                  <a:cubicBezTo>
                    <a:pt x="3269" y="5222"/>
                    <a:pt x="3205" y="5245"/>
                    <a:pt x="3156" y="5293"/>
                  </a:cubicBezTo>
                  <a:lnTo>
                    <a:pt x="2343" y="6099"/>
                  </a:lnTo>
                  <a:lnTo>
                    <a:pt x="2180" y="6099"/>
                  </a:lnTo>
                  <a:cubicBezTo>
                    <a:pt x="1463" y="6099"/>
                    <a:pt x="903" y="5554"/>
                    <a:pt x="903" y="4856"/>
                  </a:cubicBezTo>
                  <a:cubicBezTo>
                    <a:pt x="903" y="4160"/>
                    <a:pt x="1463" y="3615"/>
                    <a:pt x="2182" y="3615"/>
                  </a:cubicBezTo>
                  <a:lnTo>
                    <a:pt x="2183" y="3615"/>
                  </a:lnTo>
                  <a:lnTo>
                    <a:pt x="2245" y="3619"/>
                  </a:lnTo>
                  <a:cubicBezTo>
                    <a:pt x="2251" y="3619"/>
                    <a:pt x="2256" y="3619"/>
                    <a:pt x="2262" y="3619"/>
                  </a:cubicBezTo>
                  <a:cubicBezTo>
                    <a:pt x="2438" y="3619"/>
                    <a:pt x="2597" y="3502"/>
                    <a:pt x="2640" y="3328"/>
                  </a:cubicBezTo>
                  <a:cubicBezTo>
                    <a:pt x="2669" y="3215"/>
                    <a:pt x="2709" y="3107"/>
                    <a:pt x="2753" y="3003"/>
                  </a:cubicBezTo>
                  <a:lnTo>
                    <a:pt x="3160" y="3395"/>
                  </a:lnTo>
                  <a:cubicBezTo>
                    <a:pt x="3208" y="3441"/>
                    <a:pt x="3270" y="3463"/>
                    <a:pt x="3332" y="3463"/>
                  </a:cubicBezTo>
                  <a:cubicBezTo>
                    <a:pt x="3398" y="3463"/>
                    <a:pt x="3462" y="3438"/>
                    <a:pt x="3511" y="3387"/>
                  </a:cubicBezTo>
                  <a:cubicBezTo>
                    <a:pt x="3606" y="3289"/>
                    <a:pt x="3603" y="3134"/>
                    <a:pt x="3503" y="3037"/>
                  </a:cubicBezTo>
                  <a:lnTo>
                    <a:pt x="3006" y="2557"/>
                  </a:lnTo>
                  <a:cubicBezTo>
                    <a:pt x="3423" y="1978"/>
                    <a:pt x="4097" y="1611"/>
                    <a:pt x="4843" y="1611"/>
                  </a:cubicBezTo>
                  <a:close/>
                  <a:moveTo>
                    <a:pt x="250" y="0"/>
                  </a:moveTo>
                  <a:cubicBezTo>
                    <a:pt x="223" y="0"/>
                    <a:pt x="198" y="8"/>
                    <a:pt x="174" y="15"/>
                  </a:cubicBezTo>
                  <a:cubicBezTo>
                    <a:pt x="168" y="17"/>
                    <a:pt x="161" y="17"/>
                    <a:pt x="155" y="18"/>
                  </a:cubicBezTo>
                  <a:cubicBezTo>
                    <a:pt x="149" y="21"/>
                    <a:pt x="146" y="26"/>
                    <a:pt x="140" y="30"/>
                  </a:cubicBezTo>
                  <a:cubicBezTo>
                    <a:pt x="116" y="43"/>
                    <a:pt x="94" y="55"/>
                    <a:pt x="74" y="75"/>
                  </a:cubicBezTo>
                  <a:cubicBezTo>
                    <a:pt x="74" y="75"/>
                    <a:pt x="73" y="75"/>
                    <a:pt x="73" y="76"/>
                  </a:cubicBezTo>
                  <a:cubicBezTo>
                    <a:pt x="66" y="83"/>
                    <a:pt x="63" y="95"/>
                    <a:pt x="57" y="103"/>
                  </a:cubicBezTo>
                  <a:cubicBezTo>
                    <a:pt x="43" y="119"/>
                    <a:pt x="30" y="135"/>
                    <a:pt x="22" y="155"/>
                  </a:cubicBezTo>
                  <a:cubicBezTo>
                    <a:pt x="15" y="173"/>
                    <a:pt x="14" y="193"/>
                    <a:pt x="11" y="214"/>
                  </a:cubicBezTo>
                  <a:cubicBezTo>
                    <a:pt x="8" y="225"/>
                    <a:pt x="3" y="233"/>
                    <a:pt x="3" y="247"/>
                  </a:cubicBezTo>
                  <a:lnTo>
                    <a:pt x="3" y="1818"/>
                  </a:lnTo>
                  <a:cubicBezTo>
                    <a:pt x="3" y="1955"/>
                    <a:pt x="115" y="2064"/>
                    <a:pt x="250" y="2064"/>
                  </a:cubicBezTo>
                  <a:cubicBezTo>
                    <a:pt x="386" y="2064"/>
                    <a:pt x="496" y="1953"/>
                    <a:pt x="496" y="1818"/>
                  </a:cubicBezTo>
                  <a:lnTo>
                    <a:pt x="496" y="830"/>
                  </a:lnTo>
                  <a:lnTo>
                    <a:pt x="2165" y="2439"/>
                  </a:lnTo>
                  <a:cubicBezTo>
                    <a:pt x="2094" y="2571"/>
                    <a:pt x="2032" y="2709"/>
                    <a:pt x="1980" y="2851"/>
                  </a:cubicBezTo>
                  <a:cubicBezTo>
                    <a:pt x="927" y="2948"/>
                    <a:pt x="128" y="3794"/>
                    <a:pt x="128" y="4859"/>
                  </a:cubicBezTo>
                  <a:cubicBezTo>
                    <a:pt x="128" y="5804"/>
                    <a:pt x="758" y="6574"/>
                    <a:pt x="1634" y="6804"/>
                  </a:cubicBezTo>
                  <a:lnTo>
                    <a:pt x="495" y="7936"/>
                  </a:lnTo>
                  <a:lnTo>
                    <a:pt x="495" y="6959"/>
                  </a:lnTo>
                  <a:cubicBezTo>
                    <a:pt x="495" y="6822"/>
                    <a:pt x="383" y="6712"/>
                    <a:pt x="248" y="6712"/>
                  </a:cubicBezTo>
                  <a:cubicBezTo>
                    <a:pt x="110" y="6712"/>
                    <a:pt x="0" y="6824"/>
                    <a:pt x="0" y="6959"/>
                  </a:cubicBezTo>
                  <a:lnTo>
                    <a:pt x="0" y="8530"/>
                  </a:lnTo>
                  <a:cubicBezTo>
                    <a:pt x="0" y="8534"/>
                    <a:pt x="3" y="8539"/>
                    <a:pt x="5" y="8545"/>
                  </a:cubicBezTo>
                  <a:cubicBezTo>
                    <a:pt x="6" y="8571"/>
                    <a:pt x="11" y="8598"/>
                    <a:pt x="21" y="8623"/>
                  </a:cubicBezTo>
                  <a:cubicBezTo>
                    <a:pt x="30" y="8646"/>
                    <a:pt x="45" y="8665"/>
                    <a:pt x="60" y="8683"/>
                  </a:cubicBezTo>
                  <a:cubicBezTo>
                    <a:pt x="66" y="8690"/>
                    <a:pt x="67" y="8698"/>
                    <a:pt x="74" y="8705"/>
                  </a:cubicBezTo>
                  <a:cubicBezTo>
                    <a:pt x="97" y="8727"/>
                    <a:pt x="125" y="8747"/>
                    <a:pt x="155" y="8760"/>
                  </a:cubicBezTo>
                  <a:cubicBezTo>
                    <a:pt x="184" y="8772"/>
                    <a:pt x="218" y="8778"/>
                    <a:pt x="250" y="8778"/>
                  </a:cubicBezTo>
                  <a:lnTo>
                    <a:pt x="1819" y="8778"/>
                  </a:lnTo>
                  <a:cubicBezTo>
                    <a:pt x="1957" y="8778"/>
                    <a:pt x="2067" y="8666"/>
                    <a:pt x="2067" y="8531"/>
                  </a:cubicBezTo>
                  <a:cubicBezTo>
                    <a:pt x="2067" y="8393"/>
                    <a:pt x="1956" y="8285"/>
                    <a:pt x="1819" y="8285"/>
                  </a:cubicBezTo>
                  <a:lnTo>
                    <a:pt x="851" y="8285"/>
                  </a:lnTo>
                  <a:lnTo>
                    <a:pt x="2269" y="6877"/>
                  </a:lnTo>
                  <a:lnTo>
                    <a:pt x="6593" y="6877"/>
                  </a:lnTo>
                  <a:lnTo>
                    <a:pt x="7949" y="8285"/>
                  </a:lnTo>
                  <a:lnTo>
                    <a:pt x="6962" y="8285"/>
                  </a:lnTo>
                  <a:cubicBezTo>
                    <a:pt x="6823" y="8285"/>
                    <a:pt x="6715" y="8396"/>
                    <a:pt x="6715" y="8531"/>
                  </a:cubicBezTo>
                  <a:cubicBezTo>
                    <a:pt x="6715" y="8668"/>
                    <a:pt x="6826" y="8778"/>
                    <a:pt x="6962" y="8778"/>
                  </a:cubicBezTo>
                  <a:lnTo>
                    <a:pt x="8533" y="8778"/>
                  </a:lnTo>
                  <a:cubicBezTo>
                    <a:pt x="8565" y="8778"/>
                    <a:pt x="8596" y="8770"/>
                    <a:pt x="8626" y="8760"/>
                  </a:cubicBezTo>
                  <a:cubicBezTo>
                    <a:pt x="8643" y="8753"/>
                    <a:pt x="8656" y="8741"/>
                    <a:pt x="8671" y="8732"/>
                  </a:cubicBezTo>
                  <a:cubicBezTo>
                    <a:pt x="8681" y="8724"/>
                    <a:pt x="8694" y="8720"/>
                    <a:pt x="8703" y="8710"/>
                  </a:cubicBezTo>
                  <a:cubicBezTo>
                    <a:pt x="8703" y="8710"/>
                    <a:pt x="8703" y="8708"/>
                    <a:pt x="8706" y="8708"/>
                  </a:cubicBezTo>
                  <a:cubicBezTo>
                    <a:pt x="8726" y="8689"/>
                    <a:pt x="8741" y="8665"/>
                    <a:pt x="8752" y="8638"/>
                  </a:cubicBezTo>
                  <a:cubicBezTo>
                    <a:pt x="8754" y="8635"/>
                    <a:pt x="8758" y="8631"/>
                    <a:pt x="8760" y="8628"/>
                  </a:cubicBezTo>
                  <a:cubicBezTo>
                    <a:pt x="8763" y="8619"/>
                    <a:pt x="8763" y="8609"/>
                    <a:pt x="8766" y="8600"/>
                  </a:cubicBezTo>
                  <a:cubicBezTo>
                    <a:pt x="8770" y="8577"/>
                    <a:pt x="8778" y="8557"/>
                    <a:pt x="8778" y="8533"/>
                  </a:cubicBezTo>
                  <a:lnTo>
                    <a:pt x="8778" y="8531"/>
                  </a:lnTo>
                  <a:lnTo>
                    <a:pt x="8778" y="6959"/>
                  </a:lnTo>
                  <a:cubicBezTo>
                    <a:pt x="8778" y="6822"/>
                    <a:pt x="8666" y="6712"/>
                    <a:pt x="8531" y="6712"/>
                  </a:cubicBezTo>
                  <a:cubicBezTo>
                    <a:pt x="8395" y="6712"/>
                    <a:pt x="8285" y="6824"/>
                    <a:pt x="8285" y="6959"/>
                  </a:cubicBezTo>
                  <a:lnTo>
                    <a:pt x="8285" y="7917"/>
                  </a:lnTo>
                  <a:lnTo>
                    <a:pt x="7239" y="6833"/>
                  </a:lnTo>
                  <a:cubicBezTo>
                    <a:pt x="8005" y="6662"/>
                    <a:pt x="8561" y="6002"/>
                    <a:pt x="8561" y="5193"/>
                  </a:cubicBezTo>
                  <a:cubicBezTo>
                    <a:pt x="8561" y="4665"/>
                    <a:pt x="8316" y="4182"/>
                    <a:pt x="7894" y="3860"/>
                  </a:cubicBezTo>
                  <a:cubicBezTo>
                    <a:pt x="7887" y="3135"/>
                    <a:pt x="7625" y="2468"/>
                    <a:pt x="7195" y="1949"/>
                  </a:cubicBezTo>
                  <a:lnTo>
                    <a:pt x="8285" y="850"/>
                  </a:lnTo>
                  <a:lnTo>
                    <a:pt x="8285" y="1819"/>
                  </a:lnTo>
                  <a:cubicBezTo>
                    <a:pt x="8285" y="1956"/>
                    <a:pt x="8396" y="2066"/>
                    <a:pt x="8531" y="2066"/>
                  </a:cubicBezTo>
                  <a:cubicBezTo>
                    <a:pt x="8669" y="2066"/>
                    <a:pt x="8778" y="1955"/>
                    <a:pt x="8778" y="1819"/>
                  </a:cubicBezTo>
                  <a:lnTo>
                    <a:pt x="8778" y="248"/>
                  </a:lnTo>
                  <a:cubicBezTo>
                    <a:pt x="8781" y="214"/>
                    <a:pt x="8773" y="181"/>
                    <a:pt x="8760" y="152"/>
                  </a:cubicBezTo>
                  <a:cubicBezTo>
                    <a:pt x="8746" y="122"/>
                    <a:pt x="8729" y="95"/>
                    <a:pt x="8706" y="73"/>
                  </a:cubicBezTo>
                  <a:cubicBezTo>
                    <a:pt x="8699" y="67"/>
                    <a:pt x="8692" y="63"/>
                    <a:pt x="8684" y="58"/>
                  </a:cubicBezTo>
                  <a:cubicBezTo>
                    <a:pt x="8665" y="43"/>
                    <a:pt x="8647" y="29"/>
                    <a:pt x="8626" y="18"/>
                  </a:cubicBezTo>
                  <a:cubicBezTo>
                    <a:pt x="8604" y="9"/>
                    <a:pt x="8580" y="6"/>
                    <a:pt x="8556" y="3"/>
                  </a:cubicBezTo>
                  <a:cubicBezTo>
                    <a:pt x="8549" y="3"/>
                    <a:pt x="8542" y="0"/>
                    <a:pt x="8534" y="0"/>
                  </a:cubicBezTo>
                  <a:lnTo>
                    <a:pt x="6963" y="0"/>
                  </a:lnTo>
                  <a:cubicBezTo>
                    <a:pt x="6826" y="0"/>
                    <a:pt x="6717" y="112"/>
                    <a:pt x="6717" y="247"/>
                  </a:cubicBezTo>
                  <a:cubicBezTo>
                    <a:pt x="6717" y="383"/>
                    <a:pt x="6828" y="493"/>
                    <a:pt x="6963" y="493"/>
                  </a:cubicBezTo>
                  <a:lnTo>
                    <a:pt x="7940" y="493"/>
                  </a:lnTo>
                  <a:lnTo>
                    <a:pt x="6849" y="1595"/>
                  </a:lnTo>
                  <a:cubicBezTo>
                    <a:pt x="6311" y="1127"/>
                    <a:pt x="5613" y="841"/>
                    <a:pt x="4847" y="841"/>
                  </a:cubicBezTo>
                  <a:cubicBezTo>
                    <a:pt x="3883" y="841"/>
                    <a:pt x="3007" y="1292"/>
                    <a:pt x="2443" y="2015"/>
                  </a:cubicBezTo>
                  <a:lnTo>
                    <a:pt x="864" y="493"/>
                  </a:lnTo>
                  <a:lnTo>
                    <a:pt x="1822" y="493"/>
                  </a:lnTo>
                  <a:cubicBezTo>
                    <a:pt x="1959" y="493"/>
                    <a:pt x="2069" y="382"/>
                    <a:pt x="2069" y="247"/>
                  </a:cubicBezTo>
                  <a:cubicBezTo>
                    <a:pt x="2069" y="110"/>
                    <a:pt x="1957" y="0"/>
                    <a:pt x="182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252525"/>
                </a:buClr>
                <a:buSzPts val="1800"/>
                <a:buFont typeface="Arial"/>
                <a:buNone/>
              </a:pPr>
              <a:r>
                <a:t/>
              </a:r>
              <a:endParaRPr b="0" i="0" sz="1800" u="none" cap="none" strike="noStrike">
                <a:solidFill>
                  <a:srgbClr val="252525"/>
                </a:solidFill>
                <a:latin typeface="Arial"/>
                <a:ea typeface="Arial"/>
                <a:cs typeface="Arial"/>
                <a:sym typeface="Arial"/>
              </a:endParaRPr>
            </a:p>
          </p:txBody>
        </p:sp>
        <p:sp>
          <p:nvSpPr>
            <p:cNvPr id="650" name="Google Shape;650;g3d45bd621e8_0_1405"/>
            <p:cNvSpPr/>
            <p:nvPr/>
          </p:nvSpPr>
          <p:spPr>
            <a:xfrm>
              <a:off x="118098" y="3612395"/>
              <a:ext cx="152109" cy="173102"/>
            </a:xfrm>
            <a:custGeom>
              <a:rect b="b" l="l" r="r" t="t"/>
              <a:pathLst>
                <a:path extrusionOk="0" h="8778" w="8781">
                  <a:moveTo>
                    <a:pt x="4843" y="1611"/>
                  </a:moveTo>
                  <a:cubicBezTo>
                    <a:pt x="5396" y="1611"/>
                    <a:pt x="5904" y="1810"/>
                    <a:pt x="6301" y="2140"/>
                  </a:cubicBezTo>
                  <a:lnTo>
                    <a:pt x="5407" y="3040"/>
                  </a:lnTo>
                  <a:cubicBezTo>
                    <a:pt x="5310" y="3137"/>
                    <a:pt x="5310" y="3295"/>
                    <a:pt x="5410" y="3392"/>
                  </a:cubicBezTo>
                  <a:cubicBezTo>
                    <a:pt x="5457" y="3439"/>
                    <a:pt x="5521" y="3463"/>
                    <a:pt x="5584" y="3463"/>
                  </a:cubicBezTo>
                  <a:cubicBezTo>
                    <a:pt x="5647" y="3463"/>
                    <a:pt x="5713" y="3439"/>
                    <a:pt x="5760" y="3392"/>
                  </a:cubicBezTo>
                  <a:lnTo>
                    <a:pt x="6644" y="2501"/>
                  </a:lnTo>
                  <a:cubicBezTo>
                    <a:pt x="6942" y="2884"/>
                    <a:pt x="7120" y="3365"/>
                    <a:pt x="7120" y="3886"/>
                  </a:cubicBezTo>
                  <a:cubicBezTo>
                    <a:pt x="7120" y="3924"/>
                    <a:pt x="7117" y="3958"/>
                    <a:pt x="7116" y="3993"/>
                  </a:cubicBezTo>
                  <a:lnTo>
                    <a:pt x="7113" y="4030"/>
                  </a:lnTo>
                  <a:cubicBezTo>
                    <a:pt x="7103" y="4179"/>
                    <a:pt x="7178" y="4320"/>
                    <a:pt x="7306" y="4391"/>
                  </a:cubicBezTo>
                  <a:cubicBezTo>
                    <a:pt x="7610" y="4567"/>
                    <a:pt x="7787" y="4858"/>
                    <a:pt x="7787" y="5190"/>
                  </a:cubicBezTo>
                  <a:cubicBezTo>
                    <a:pt x="7787" y="5701"/>
                    <a:pt x="7373" y="6099"/>
                    <a:pt x="6843" y="6099"/>
                  </a:cubicBezTo>
                  <a:lnTo>
                    <a:pt x="6537" y="6099"/>
                  </a:lnTo>
                  <a:lnTo>
                    <a:pt x="5762" y="5297"/>
                  </a:lnTo>
                  <a:cubicBezTo>
                    <a:pt x="5714" y="5247"/>
                    <a:pt x="5648" y="5222"/>
                    <a:pt x="5583" y="5222"/>
                  </a:cubicBezTo>
                  <a:cubicBezTo>
                    <a:pt x="5521" y="5222"/>
                    <a:pt x="5459" y="5244"/>
                    <a:pt x="5411" y="5290"/>
                  </a:cubicBezTo>
                  <a:cubicBezTo>
                    <a:pt x="5313" y="5385"/>
                    <a:pt x="5309" y="5542"/>
                    <a:pt x="5404" y="5642"/>
                  </a:cubicBezTo>
                  <a:lnTo>
                    <a:pt x="5846" y="6099"/>
                  </a:lnTo>
                  <a:lnTo>
                    <a:pt x="3047" y="6099"/>
                  </a:lnTo>
                  <a:lnTo>
                    <a:pt x="3505" y="5645"/>
                  </a:lnTo>
                  <a:cubicBezTo>
                    <a:pt x="3601" y="5548"/>
                    <a:pt x="3604" y="5392"/>
                    <a:pt x="3508" y="5294"/>
                  </a:cubicBezTo>
                  <a:cubicBezTo>
                    <a:pt x="3459" y="5246"/>
                    <a:pt x="3396" y="5222"/>
                    <a:pt x="3332" y="5222"/>
                  </a:cubicBezTo>
                  <a:cubicBezTo>
                    <a:pt x="3269" y="5222"/>
                    <a:pt x="3205" y="5245"/>
                    <a:pt x="3156" y="5293"/>
                  </a:cubicBezTo>
                  <a:lnTo>
                    <a:pt x="2343" y="6099"/>
                  </a:lnTo>
                  <a:lnTo>
                    <a:pt x="2180" y="6099"/>
                  </a:lnTo>
                  <a:cubicBezTo>
                    <a:pt x="1463" y="6099"/>
                    <a:pt x="903" y="5554"/>
                    <a:pt x="903" y="4856"/>
                  </a:cubicBezTo>
                  <a:cubicBezTo>
                    <a:pt x="903" y="4160"/>
                    <a:pt x="1463" y="3615"/>
                    <a:pt x="2182" y="3615"/>
                  </a:cubicBezTo>
                  <a:lnTo>
                    <a:pt x="2183" y="3615"/>
                  </a:lnTo>
                  <a:lnTo>
                    <a:pt x="2245" y="3619"/>
                  </a:lnTo>
                  <a:cubicBezTo>
                    <a:pt x="2251" y="3619"/>
                    <a:pt x="2256" y="3619"/>
                    <a:pt x="2262" y="3619"/>
                  </a:cubicBezTo>
                  <a:cubicBezTo>
                    <a:pt x="2438" y="3619"/>
                    <a:pt x="2597" y="3502"/>
                    <a:pt x="2640" y="3328"/>
                  </a:cubicBezTo>
                  <a:cubicBezTo>
                    <a:pt x="2669" y="3215"/>
                    <a:pt x="2709" y="3107"/>
                    <a:pt x="2753" y="3003"/>
                  </a:cubicBezTo>
                  <a:lnTo>
                    <a:pt x="3160" y="3395"/>
                  </a:lnTo>
                  <a:cubicBezTo>
                    <a:pt x="3208" y="3441"/>
                    <a:pt x="3270" y="3463"/>
                    <a:pt x="3332" y="3463"/>
                  </a:cubicBezTo>
                  <a:cubicBezTo>
                    <a:pt x="3398" y="3463"/>
                    <a:pt x="3462" y="3438"/>
                    <a:pt x="3511" y="3387"/>
                  </a:cubicBezTo>
                  <a:cubicBezTo>
                    <a:pt x="3606" y="3289"/>
                    <a:pt x="3603" y="3134"/>
                    <a:pt x="3503" y="3037"/>
                  </a:cubicBezTo>
                  <a:lnTo>
                    <a:pt x="3006" y="2557"/>
                  </a:lnTo>
                  <a:cubicBezTo>
                    <a:pt x="3423" y="1978"/>
                    <a:pt x="4097" y="1611"/>
                    <a:pt x="4843" y="1611"/>
                  </a:cubicBezTo>
                  <a:close/>
                  <a:moveTo>
                    <a:pt x="250" y="0"/>
                  </a:moveTo>
                  <a:cubicBezTo>
                    <a:pt x="223" y="0"/>
                    <a:pt x="198" y="8"/>
                    <a:pt x="174" y="15"/>
                  </a:cubicBezTo>
                  <a:cubicBezTo>
                    <a:pt x="168" y="17"/>
                    <a:pt x="161" y="17"/>
                    <a:pt x="155" y="18"/>
                  </a:cubicBezTo>
                  <a:cubicBezTo>
                    <a:pt x="149" y="21"/>
                    <a:pt x="146" y="26"/>
                    <a:pt x="140" y="30"/>
                  </a:cubicBezTo>
                  <a:cubicBezTo>
                    <a:pt x="116" y="43"/>
                    <a:pt x="94" y="55"/>
                    <a:pt x="74" y="75"/>
                  </a:cubicBezTo>
                  <a:cubicBezTo>
                    <a:pt x="74" y="75"/>
                    <a:pt x="73" y="75"/>
                    <a:pt x="73" y="76"/>
                  </a:cubicBezTo>
                  <a:cubicBezTo>
                    <a:pt x="66" y="83"/>
                    <a:pt x="63" y="95"/>
                    <a:pt x="57" y="103"/>
                  </a:cubicBezTo>
                  <a:cubicBezTo>
                    <a:pt x="43" y="119"/>
                    <a:pt x="30" y="135"/>
                    <a:pt x="22" y="155"/>
                  </a:cubicBezTo>
                  <a:cubicBezTo>
                    <a:pt x="15" y="173"/>
                    <a:pt x="14" y="193"/>
                    <a:pt x="11" y="214"/>
                  </a:cubicBezTo>
                  <a:cubicBezTo>
                    <a:pt x="8" y="225"/>
                    <a:pt x="3" y="233"/>
                    <a:pt x="3" y="247"/>
                  </a:cubicBezTo>
                  <a:lnTo>
                    <a:pt x="3" y="1818"/>
                  </a:lnTo>
                  <a:cubicBezTo>
                    <a:pt x="3" y="1955"/>
                    <a:pt x="115" y="2064"/>
                    <a:pt x="250" y="2064"/>
                  </a:cubicBezTo>
                  <a:cubicBezTo>
                    <a:pt x="386" y="2064"/>
                    <a:pt x="496" y="1953"/>
                    <a:pt x="496" y="1818"/>
                  </a:cubicBezTo>
                  <a:lnTo>
                    <a:pt x="496" y="830"/>
                  </a:lnTo>
                  <a:lnTo>
                    <a:pt x="2165" y="2439"/>
                  </a:lnTo>
                  <a:cubicBezTo>
                    <a:pt x="2094" y="2571"/>
                    <a:pt x="2032" y="2709"/>
                    <a:pt x="1980" y="2851"/>
                  </a:cubicBezTo>
                  <a:cubicBezTo>
                    <a:pt x="927" y="2948"/>
                    <a:pt x="128" y="3794"/>
                    <a:pt x="128" y="4859"/>
                  </a:cubicBezTo>
                  <a:cubicBezTo>
                    <a:pt x="128" y="5804"/>
                    <a:pt x="758" y="6574"/>
                    <a:pt x="1634" y="6804"/>
                  </a:cubicBezTo>
                  <a:lnTo>
                    <a:pt x="495" y="7936"/>
                  </a:lnTo>
                  <a:lnTo>
                    <a:pt x="495" y="6959"/>
                  </a:lnTo>
                  <a:cubicBezTo>
                    <a:pt x="495" y="6822"/>
                    <a:pt x="383" y="6712"/>
                    <a:pt x="248" y="6712"/>
                  </a:cubicBezTo>
                  <a:cubicBezTo>
                    <a:pt x="110" y="6712"/>
                    <a:pt x="0" y="6824"/>
                    <a:pt x="0" y="6959"/>
                  </a:cubicBezTo>
                  <a:lnTo>
                    <a:pt x="0" y="8530"/>
                  </a:lnTo>
                  <a:cubicBezTo>
                    <a:pt x="0" y="8534"/>
                    <a:pt x="3" y="8539"/>
                    <a:pt x="5" y="8545"/>
                  </a:cubicBezTo>
                  <a:cubicBezTo>
                    <a:pt x="6" y="8571"/>
                    <a:pt x="11" y="8598"/>
                    <a:pt x="21" y="8623"/>
                  </a:cubicBezTo>
                  <a:cubicBezTo>
                    <a:pt x="30" y="8646"/>
                    <a:pt x="45" y="8665"/>
                    <a:pt x="60" y="8683"/>
                  </a:cubicBezTo>
                  <a:cubicBezTo>
                    <a:pt x="66" y="8690"/>
                    <a:pt x="67" y="8698"/>
                    <a:pt x="74" y="8705"/>
                  </a:cubicBezTo>
                  <a:cubicBezTo>
                    <a:pt x="97" y="8727"/>
                    <a:pt x="125" y="8747"/>
                    <a:pt x="155" y="8760"/>
                  </a:cubicBezTo>
                  <a:cubicBezTo>
                    <a:pt x="184" y="8772"/>
                    <a:pt x="218" y="8778"/>
                    <a:pt x="250" y="8778"/>
                  </a:cubicBezTo>
                  <a:lnTo>
                    <a:pt x="1819" y="8778"/>
                  </a:lnTo>
                  <a:cubicBezTo>
                    <a:pt x="1957" y="8778"/>
                    <a:pt x="2067" y="8666"/>
                    <a:pt x="2067" y="8531"/>
                  </a:cubicBezTo>
                  <a:cubicBezTo>
                    <a:pt x="2067" y="8393"/>
                    <a:pt x="1956" y="8285"/>
                    <a:pt x="1819" y="8285"/>
                  </a:cubicBezTo>
                  <a:lnTo>
                    <a:pt x="851" y="8285"/>
                  </a:lnTo>
                  <a:lnTo>
                    <a:pt x="2269" y="6877"/>
                  </a:lnTo>
                  <a:lnTo>
                    <a:pt x="6593" y="6877"/>
                  </a:lnTo>
                  <a:lnTo>
                    <a:pt x="7949" y="8285"/>
                  </a:lnTo>
                  <a:lnTo>
                    <a:pt x="6962" y="8285"/>
                  </a:lnTo>
                  <a:cubicBezTo>
                    <a:pt x="6823" y="8285"/>
                    <a:pt x="6715" y="8396"/>
                    <a:pt x="6715" y="8531"/>
                  </a:cubicBezTo>
                  <a:cubicBezTo>
                    <a:pt x="6715" y="8668"/>
                    <a:pt x="6826" y="8778"/>
                    <a:pt x="6962" y="8778"/>
                  </a:cubicBezTo>
                  <a:lnTo>
                    <a:pt x="8533" y="8778"/>
                  </a:lnTo>
                  <a:cubicBezTo>
                    <a:pt x="8565" y="8778"/>
                    <a:pt x="8596" y="8770"/>
                    <a:pt x="8626" y="8760"/>
                  </a:cubicBezTo>
                  <a:cubicBezTo>
                    <a:pt x="8643" y="8753"/>
                    <a:pt x="8656" y="8741"/>
                    <a:pt x="8671" y="8732"/>
                  </a:cubicBezTo>
                  <a:cubicBezTo>
                    <a:pt x="8681" y="8724"/>
                    <a:pt x="8694" y="8720"/>
                    <a:pt x="8703" y="8710"/>
                  </a:cubicBezTo>
                  <a:cubicBezTo>
                    <a:pt x="8703" y="8710"/>
                    <a:pt x="8703" y="8708"/>
                    <a:pt x="8706" y="8708"/>
                  </a:cubicBezTo>
                  <a:cubicBezTo>
                    <a:pt x="8726" y="8689"/>
                    <a:pt x="8741" y="8665"/>
                    <a:pt x="8752" y="8638"/>
                  </a:cubicBezTo>
                  <a:cubicBezTo>
                    <a:pt x="8754" y="8635"/>
                    <a:pt x="8758" y="8631"/>
                    <a:pt x="8760" y="8628"/>
                  </a:cubicBezTo>
                  <a:cubicBezTo>
                    <a:pt x="8763" y="8619"/>
                    <a:pt x="8763" y="8609"/>
                    <a:pt x="8766" y="8600"/>
                  </a:cubicBezTo>
                  <a:cubicBezTo>
                    <a:pt x="8770" y="8577"/>
                    <a:pt x="8778" y="8557"/>
                    <a:pt x="8778" y="8533"/>
                  </a:cubicBezTo>
                  <a:lnTo>
                    <a:pt x="8778" y="8531"/>
                  </a:lnTo>
                  <a:lnTo>
                    <a:pt x="8778" y="6959"/>
                  </a:lnTo>
                  <a:cubicBezTo>
                    <a:pt x="8778" y="6822"/>
                    <a:pt x="8666" y="6712"/>
                    <a:pt x="8531" y="6712"/>
                  </a:cubicBezTo>
                  <a:cubicBezTo>
                    <a:pt x="8395" y="6712"/>
                    <a:pt x="8285" y="6824"/>
                    <a:pt x="8285" y="6959"/>
                  </a:cubicBezTo>
                  <a:lnTo>
                    <a:pt x="8285" y="7917"/>
                  </a:lnTo>
                  <a:lnTo>
                    <a:pt x="7239" y="6833"/>
                  </a:lnTo>
                  <a:cubicBezTo>
                    <a:pt x="8005" y="6662"/>
                    <a:pt x="8561" y="6002"/>
                    <a:pt x="8561" y="5193"/>
                  </a:cubicBezTo>
                  <a:cubicBezTo>
                    <a:pt x="8561" y="4665"/>
                    <a:pt x="8316" y="4182"/>
                    <a:pt x="7894" y="3860"/>
                  </a:cubicBezTo>
                  <a:cubicBezTo>
                    <a:pt x="7887" y="3135"/>
                    <a:pt x="7625" y="2468"/>
                    <a:pt x="7195" y="1949"/>
                  </a:cubicBezTo>
                  <a:lnTo>
                    <a:pt x="8285" y="850"/>
                  </a:lnTo>
                  <a:lnTo>
                    <a:pt x="8285" y="1819"/>
                  </a:lnTo>
                  <a:cubicBezTo>
                    <a:pt x="8285" y="1956"/>
                    <a:pt x="8396" y="2066"/>
                    <a:pt x="8531" y="2066"/>
                  </a:cubicBezTo>
                  <a:cubicBezTo>
                    <a:pt x="8669" y="2066"/>
                    <a:pt x="8778" y="1955"/>
                    <a:pt x="8778" y="1819"/>
                  </a:cubicBezTo>
                  <a:lnTo>
                    <a:pt x="8778" y="248"/>
                  </a:lnTo>
                  <a:cubicBezTo>
                    <a:pt x="8781" y="214"/>
                    <a:pt x="8773" y="181"/>
                    <a:pt x="8760" y="152"/>
                  </a:cubicBezTo>
                  <a:cubicBezTo>
                    <a:pt x="8746" y="122"/>
                    <a:pt x="8729" y="95"/>
                    <a:pt x="8706" y="73"/>
                  </a:cubicBezTo>
                  <a:cubicBezTo>
                    <a:pt x="8699" y="67"/>
                    <a:pt x="8692" y="63"/>
                    <a:pt x="8684" y="58"/>
                  </a:cubicBezTo>
                  <a:cubicBezTo>
                    <a:pt x="8665" y="43"/>
                    <a:pt x="8647" y="29"/>
                    <a:pt x="8626" y="18"/>
                  </a:cubicBezTo>
                  <a:cubicBezTo>
                    <a:pt x="8604" y="9"/>
                    <a:pt x="8580" y="6"/>
                    <a:pt x="8556" y="3"/>
                  </a:cubicBezTo>
                  <a:cubicBezTo>
                    <a:pt x="8549" y="3"/>
                    <a:pt x="8542" y="0"/>
                    <a:pt x="8534" y="0"/>
                  </a:cubicBezTo>
                  <a:lnTo>
                    <a:pt x="6963" y="0"/>
                  </a:lnTo>
                  <a:cubicBezTo>
                    <a:pt x="6826" y="0"/>
                    <a:pt x="6717" y="112"/>
                    <a:pt x="6717" y="247"/>
                  </a:cubicBezTo>
                  <a:cubicBezTo>
                    <a:pt x="6717" y="383"/>
                    <a:pt x="6828" y="493"/>
                    <a:pt x="6963" y="493"/>
                  </a:cubicBezTo>
                  <a:lnTo>
                    <a:pt x="7940" y="493"/>
                  </a:lnTo>
                  <a:lnTo>
                    <a:pt x="6849" y="1595"/>
                  </a:lnTo>
                  <a:cubicBezTo>
                    <a:pt x="6311" y="1127"/>
                    <a:pt x="5613" y="841"/>
                    <a:pt x="4847" y="841"/>
                  </a:cubicBezTo>
                  <a:cubicBezTo>
                    <a:pt x="3883" y="841"/>
                    <a:pt x="3007" y="1292"/>
                    <a:pt x="2443" y="2015"/>
                  </a:cubicBezTo>
                  <a:lnTo>
                    <a:pt x="864" y="493"/>
                  </a:lnTo>
                  <a:lnTo>
                    <a:pt x="1822" y="493"/>
                  </a:lnTo>
                  <a:cubicBezTo>
                    <a:pt x="1959" y="493"/>
                    <a:pt x="2069" y="382"/>
                    <a:pt x="2069" y="247"/>
                  </a:cubicBezTo>
                  <a:cubicBezTo>
                    <a:pt x="2069" y="110"/>
                    <a:pt x="1957" y="0"/>
                    <a:pt x="182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252525"/>
                </a:buClr>
                <a:buSzPts val="1800"/>
                <a:buFont typeface="Arial"/>
                <a:buNone/>
              </a:pPr>
              <a:r>
                <a:t/>
              </a:r>
              <a:endParaRPr b="0" i="0" sz="1800" u="none" cap="none" strike="noStrike">
                <a:solidFill>
                  <a:srgbClr val="252525"/>
                </a:solidFill>
                <a:latin typeface="Arial"/>
                <a:ea typeface="Arial"/>
                <a:cs typeface="Arial"/>
                <a:sym typeface="Arial"/>
              </a:endParaRPr>
            </a:p>
          </p:txBody>
        </p:sp>
      </p:grpSp>
      <p:grpSp>
        <p:nvGrpSpPr>
          <p:cNvPr id="651" name="Google Shape;651;g3d45bd621e8_0_1405"/>
          <p:cNvGrpSpPr/>
          <p:nvPr/>
        </p:nvGrpSpPr>
        <p:grpSpPr>
          <a:xfrm>
            <a:off x="2933222" y="4084375"/>
            <a:ext cx="2147100" cy="539575"/>
            <a:chOff x="3356047" y="3041950"/>
            <a:chExt cx="2147100" cy="539575"/>
          </a:xfrm>
        </p:grpSpPr>
        <p:sp>
          <p:nvSpPr>
            <p:cNvPr id="652" name="Google Shape;652;g3d45bd621e8_0_1405"/>
            <p:cNvSpPr/>
            <p:nvPr/>
          </p:nvSpPr>
          <p:spPr>
            <a:xfrm>
              <a:off x="3356047" y="3041950"/>
              <a:ext cx="2147100" cy="515400"/>
            </a:xfrm>
            <a:prstGeom prst="rect">
              <a:avLst/>
            </a:prstGeom>
            <a:solidFill>
              <a:srgbClr val="3DA8E5"/>
            </a:solidFill>
            <a:ln cap="flat" cmpd="sng" w="19050">
              <a:solidFill>
                <a:srgbClr val="3DA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
                <a:buFont typeface="Arial"/>
                <a:buNone/>
              </a:pPr>
              <a:r>
                <a:t/>
              </a:r>
              <a:endParaRPr b="1" i="0" sz="300" u="none" cap="none" strike="noStrike">
                <a:solidFill>
                  <a:schemeClr val="lt1"/>
                </a:solidFill>
                <a:latin typeface="Arial"/>
                <a:ea typeface="Arial"/>
                <a:cs typeface="Arial"/>
                <a:sym typeface="Arial"/>
              </a:endParaRPr>
            </a:p>
          </p:txBody>
        </p:sp>
        <p:grpSp>
          <p:nvGrpSpPr>
            <p:cNvPr id="653" name="Google Shape;653;g3d45bd621e8_0_1405"/>
            <p:cNvGrpSpPr/>
            <p:nvPr/>
          </p:nvGrpSpPr>
          <p:grpSpPr>
            <a:xfrm>
              <a:off x="4293083" y="3109595"/>
              <a:ext cx="414467" cy="373093"/>
              <a:chOff x="6950277" y="1887844"/>
              <a:chExt cx="431377" cy="388315"/>
            </a:xfrm>
          </p:grpSpPr>
          <p:sp>
            <p:nvSpPr>
              <p:cNvPr id="654" name="Google Shape;654;g3d45bd621e8_0_1405"/>
              <p:cNvSpPr/>
              <p:nvPr/>
            </p:nvSpPr>
            <p:spPr>
              <a:xfrm>
                <a:off x="6950277" y="1887844"/>
                <a:ext cx="431377" cy="388315"/>
              </a:xfrm>
              <a:custGeom>
                <a:rect b="b" l="l" r="r" t="t"/>
                <a:pathLst>
                  <a:path extrusionOk="0" h="271549" w="301662">
                    <a:moveTo>
                      <a:pt x="296819" y="117487"/>
                    </a:moveTo>
                    <a:lnTo>
                      <a:pt x="239646" y="18473"/>
                    </a:lnTo>
                    <a:cubicBezTo>
                      <a:pt x="233203" y="7084"/>
                      <a:pt x="221143" y="31"/>
                      <a:pt x="208057" y="0"/>
                    </a:cubicBezTo>
                    <a:lnTo>
                      <a:pt x="93711" y="0"/>
                    </a:lnTo>
                    <a:cubicBezTo>
                      <a:pt x="80626" y="31"/>
                      <a:pt x="68566" y="7084"/>
                      <a:pt x="62123" y="18473"/>
                    </a:cubicBezTo>
                    <a:lnTo>
                      <a:pt x="4950" y="117487"/>
                    </a:lnTo>
                    <a:cubicBezTo>
                      <a:pt x="-1650" y="128917"/>
                      <a:pt x="-1650" y="143001"/>
                      <a:pt x="4950" y="154432"/>
                    </a:cubicBezTo>
                    <a:lnTo>
                      <a:pt x="62123" y="253076"/>
                    </a:lnTo>
                    <a:cubicBezTo>
                      <a:pt x="68566" y="264465"/>
                      <a:pt x="80626" y="271519"/>
                      <a:pt x="93711" y="271549"/>
                    </a:cubicBezTo>
                    <a:lnTo>
                      <a:pt x="208057" y="271549"/>
                    </a:lnTo>
                    <a:cubicBezTo>
                      <a:pt x="221143" y="271519"/>
                      <a:pt x="233203" y="264465"/>
                      <a:pt x="239646" y="253076"/>
                    </a:cubicBezTo>
                    <a:lnTo>
                      <a:pt x="296819" y="154063"/>
                    </a:lnTo>
                    <a:cubicBezTo>
                      <a:pt x="303277" y="142726"/>
                      <a:pt x="303277" y="128823"/>
                      <a:pt x="296819" y="117487"/>
                    </a:cubicBezTo>
                    <a:close/>
                    <a:moveTo>
                      <a:pt x="220619" y="241993"/>
                    </a:moveTo>
                    <a:cubicBezTo>
                      <a:pt x="218040" y="246498"/>
                      <a:pt x="213249" y="249281"/>
                      <a:pt x="208057" y="249289"/>
                    </a:cubicBezTo>
                    <a:lnTo>
                      <a:pt x="93711" y="249289"/>
                    </a:lnTo>
                    <a:cubicBezTo>
                      <a:pt x="88686" y="249120"/>
                      <a:pt x="84107" y="246359"/>
                      <a:pt x="81612" y="241993"/>
                    </a:cubicBezTo>
                    <a:lnTo>
                      <a:pt x="23977" y="143071"/>
                    </a:lnTo>
                    <a:cubicBezTo>
                      <a:pt x="21389" y="138551"/>
                      <a:pt x="21389" y="132998"/>
                      <a:pt x="23977" y="128478"/>
                    </a:cubicBezTo>
                    <a:lnTo>
                      <a:pt x="81612" y="29556"/>
                    </a:lnTo>
                    <a:cubicBezTo>
                      <a:pt x="84191" y="25051"/>
                      <a:pt x="88982" y="22268"/>
                      <a:pt x="94173" y="22260"/>
                    </a:cubicBezTo>
                    <a:lnTo>
                      <a:pt x="208057" y="22260"/>
                    </a:lnTo>
                    <a:cubicBezTo>
                      <a:pt x="213249" y="22268"/>
                      <a:pt x="218040" y="25051"/>
                      <a:pt x="220619" y="29556"/>
                    </a:cubicBezTo>
                    <a:lnTo>
                      <a:pt x="277792" y="128478"/>
                    </a:lnTo>
                    <a:cubicBezTo>
                      <a:pt x="280380" y="132998"/>
                      <a:pt x="280380" y="138551"/>
                      <a:pt x="277792" y="14307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55" name="Google Shape;655;g3d45bd621e8_0_1405"/>
              <p:cNvSpPr/>
              <p:nvPr/>
            </p:nvSpPr>
            <p:spPr>
              <a:xfrm>
                <a:off x="7127570" y="2038894"/>
                <a:ext cx="23642" cy="66039"/>
              </a:xfrm>
              <a:custGeom>
                <a:rect b="b" l="l" r="r" t="t"/>
                <a:pathLst>
                  <a:path extrusionOk="0" h="46181" w="16533">
                    <a:moveTo>
                      <a:pt x="7297" y="46182"/>
                    </a:moveTo>
                    <a:lnTo>
                      <a:pt x="16533" y="46182"/>
                    </a:lnTo>
                    <a:lnTo>
                      <a:pt x="16533" y="0"/>
                    </a:lnTo>
                    <a:lnTo>
                      <a:pt x="10622" y="0"/>
                    </a:lnTo>
                    <a:lnTo>
                      <a:pt x="9791" y="1016"/>
                    </a:lnTo>
                    <a:cubicBezTo>
                      <a:pt x="7730" y="4133"/>
                      <a:pt x="4288" y="6061"/>
                      <a:pt x="554" y="6188"/>
                    </a:cubicBezTo>
                    <a:lnTo>
                      <a:pt x="0" y="6188"/>
                    </a:lnTo>
                    <a:lnTo>
                      <a:pt x="0" y="12284"/>
                    </a:lnTo>
                    <a:lnTo>
                      <a:pt x="6835" y="1228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56" name="Google Shape;656;g3d45bd621e8_0_1405"/>
              <p:cNvSpPr/>
              <p:nvPr/>
            </p:nvSpPr>
            <p:spPr>
              <a:xfrm>
                <a:off x="7165103" y="2038304"/>
                <a:ext cx="44899" cy="67613"/>
              </a:xfrm>
              <a:custGeom>
                <a:rect b="b" l="l" r="r" t="t"/>
                <a:pathLst>
                  <a:path extrusionOk="0" h="47282" w="31398">
                    <a:moveTo>
                      <a:pt x="15700" y="42"/>
                    </a:moveTo>
                    <a:cubicBezTo>
                      <a:pt x="7664" y="-563"/>
                      <a:pt x="658" y="5462"/>
                      <a:pt x="53" y="13499"/>
                    </a:cubicBezTo>
                    <a:cubicBezTo>
                      <a:pt x="-13" y="14369"/>
                      <a:pt x="0" y="15245"/>
                      <a:pt x="91" y="16113"/>
                    </a:cubicBezTo>
                    <a:lnTo>
                      <a:pt x="91" y="31076"/>
                    </a:lnTo>
                    <a:cubicBezTo>
                      <a:pt x="-800" y="39087"/>
                      <a:pt x="4972" y="46302"/>
                      <a:pt x="12983" y="47193"/>
                    </a:cubicBezTo>
                    <a:cubicBezTo>
                      <a:pt x="13885" y="47292"/>
                      <a:pt x="14795" y="47308"/>
                      <a:pt x="15700" y="47240"/>
                    </a:cubicBezTo>
                    <a:cubicBezTo>
                      <a:pt x="23737" y="47850"/>
                      <a:pt x="30746" y="41830"/>
                      <a:pt x="31357" y="33793"/>
                    </a:cubicBezTo>
                    <a:cubicBezTo>
                      <a:pt x="31426" y="32888"/>
                      <a:pt x="31410" y="31978"/>
                      <a:pt x="31310" y="31076"/>
                    </a:cubicBezTo>
                    <a:lnTo>
                      <a:pt x="31310" y="16113"/>
                    </a:lnTo>
                    <a:cubicBezTo>
                      <a:pt x="32148" y="8097"/>
                      <a:pt x="26330" y="919"/>
                      <a:pt x="18314" y="80"/>
                    </a:cubicBezTo>
                    <a:cubicBezTo>
                      <a:pt x="17446" y="-11"/>
                      <a:pt x="16571" y="-24"/>
                      <a:pt x="15700" y="42"/>
                    </a:cubicBezTo>
                    <a:close/>
                    <a:moveTo>
                      <a:pt x="9604" y="16760"/>
                    </a:moveTo>
                    <a:cubicBezTo>
                      <a:pt x="9604" y="9555"/>
                      <a:pt x="11821" y="8170"/>
                      <a:pt x="15700" y="8170"/>
                    </a:cubicBezTo>
                    <a:cubicBezTo>
                      <a:pt x="19579" y="8170"/>
                      <a:pt x="21796" y="9555"/>
                      <a:pt x="21796" y="16760"/>
                    </a:cubicBezTo>
                    <a:lnTo>
                      <a:pt x="21796" y="29875"/>
                    </a:lnTo>
                    <a:cubicBezTo>
                      <a:pt x="21796" y="37080"/>
                      <a:pt x="19579" y="38465"/>
                      <a:pt x="15700" y="38465"/>
                    </a:cubicBezTo>
                    <a:cubicBezTo>
                      <a:pt x="11821" y="38465"/>
                      <a:pt x="9604" y="37080"/>
                      <a:pt x="9604" y="2987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57" name="Google Shape;657;g3d45bd621e8_0_1405"/>
              <p:cNvSpPr/>
              <p:nvPr/>
            </p:nvSpPr>
            <p:spPr>
              <a:xfrm>
                <a:off x="7128367" y="2112573"/>
                <a:ext cx="44500" cy="67612"/>
              </a:xfrm>
              <a:custGeom>
                <a:rect b="b" l="l" r="r" t="t"/>
                <a:pathLst>
                  <a:path extrusionOk="0" h="47281" w="31119">
                    <a:moveTo>
                      <a:pt x="15699" y="43"/>
                    </a:moveTo>
                    <a:cubicBezTo>
                      <a:pt x="7662" y="-568"/>
                      <a:pt x="653" y="5452"/>
                      <a:pt x="42" y="13489"/>
                    </a:cubicBezTo>
                    <a:cubicBezTo>
                      <a:pt x="-27" y="14394"/>
                      <a:pt x="-11" y="15304"/>
                      <a:pt x="89" y="16206"/>
                    </a:cubicBezTo>
                    <a:lnTo>
                      <a:pt x="89" y="31169"/>
                    </a:lnTo>
                    <a:cubicBezTo>
                      <a:pt x="-749" y="39185"/>
                      <a:pt x="5069" y="46363"/>
                      <a:pt x="13085" y="47203"/>
                    </a:cubicBezTo>
                    <a:cubicBezTo>
                      <a:pt x="13953" y="47293"/>
                      <a:pt x="14828" y="47306"/>
                      <a:pt x="15699" y="47240"/>
                    </a:cubicBezTo>
                    <a:cubicBezTo>
                      <a:pt x="23746" y="47691"/>
                      <a:pt x="30635" y="41533"/>
                      <a:pt x="31086" y="33486"/>
                    </a:cubicBezTo>
                    <a:cubicBezTo>
                      <a:pt x="31129" y="32713"/>
                      <a:pt x="31111" y="31939"/>
                      <a:pt x="31031" y="31169"/>
                    </a:cubicBezTo>
                    <a:lnTo>
                      <a:pt x="31031" y="16206"/>
                    </a:lnTo>
                    <a:cubicBezTo>
                      <a:pt x="31912" y="8195"/>
                      <a:pt x="26130" y="987"/>
                      <a:pt x="18119" y="106"/>
                    </a:cubicBezTo>
                    <a:cubicBezTo>
                      <a:pt x="17315" y="19"/>
                      <a:pt x="16506" y="-4"/>
                      <a:pt x="15699" y="43"/>
                    </a:cubicBezTo>
                    <a:close/>
                    <a:moveTo>
                      <a:pt x="9603" y="17130"/>
                    </a:moveTo>
                    <a:cubicBezTo>
                      <a:pt x="9603" y="9926"/>
                      <a:pt x="11820" y="8540"/>
                      <a:pt x="15699" y="8540"/>
                    </a:cubicBezTo>
                    <a:cubicBezTo>
                      <a:pt x="19578" y="8540"/>
                      <a:pt x="21795" y="9926"/>
                      <a:pt x="21795" y="17130"/>
                    </a:cubicBezTo>
                    <a:lnTo>
                      <a:pt x="21795" y="30246"/>
                    </a:lnTo>
                    <a:cubicBezTo>
                      <a:pt x="21795" y="37450"/>
                      <a:pt x="19578" y="38835"/>
                      <a:pt x="15699" y="38835"/>
                    </a:cubicBezTo>
                    <a:cubicBezTo>
                      <a:pt x="11820" y="38835"/>
                      <a:pt x="9603" y="37450"/>
                      <a:pt x="9603" y="3024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58" name="Google Shape;658;g3d45bd621e8_0_1405"/>
              <p:cNvSpPr/>
              <p:nvPr/>
            </p:nvSpPr>
            <p:spPr>
              <a:xfrm>
                <a:off x="7180959" y="2112633"/>
                <a:ext cx="22982" cy="66568"/>
              </a:xfrm>
              <a:custGeom>
                <a:rect b="b" l="l" r="r" t="t"/>
                <a:pathLst>
                  <a:path extrusionOk="0" h="46551" w="16071">
                    <a:moveTo>
                      <a:pt x="9329" y="1016"/>
                    </a:moveTo>
                    <a:cubicBezTo>
                      <a:pt x="7364" y="4022"/>
                      <a:pt x="4130" y="5961"/>
                      <a:pt x="554" y="6281"/>
                    </a:cubicBezTo>
                    <a:lnTo>
                      <a:pt x="0" y="6281"/>
                    </a:lnTo>
                    <a:lnTo>
                      <a:pt x="0" y="12469"/>
                    </a:lnTo>
                    <a:lnTo>
                      <a:pt x="6835" y="12469"/>
                    </a:lnTo>
                    <a:lnTo>
                      <a:pt x="6835" y="46551"/>
                    </a:lnTo>
                    <a:lnTo>
                      <a:pt x="16071" y="46551"/>
                    </a:lnTo>
                    <a:lnTo>
                      <a:pt x="16071" y="0"/>
                    </a:lnTo>
                    <a:lnTo>
                      <a:pt x="1016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59" name="Google Shape;659;g3d45bd621e8_0_1405"/>
              <p:cNvSpPr/>
              <p:nvPr/>
            </p:nvSpPr>
            <p:spPr>
              <a:xfrm>
                <a:off x="7074975" y="1956557"/>
                <a:ext cx="191516" cy="251486"/>
              </a:xfrm>
              <a:custGeom>
                <a:rect b="b" l="l" r="r" t="t"/>
                <a:pathLst>
                  <a:path extrusionOk="0" h="175864" w="133927">
                    <a:moveTo>
                      <a:pt x="98921" y="2129"/>
                    </a:moveTo>
                    <a:cubicBezTo>
                      <a:pt x="97509" y="706"/>
                      <a:pt x="95568" y="-64"/>
                      <a:pt x="93564" y="4"/>
                    </a:cubicBezTo>
                    <a:lnTo>
                      <a:pt x="6927" y="4"/>
                    </a:lnTo>
                    <a:cubicBezTo>
                      <a:pt x="3101" y="4"/>
                      <a:pt x="0" y="3106"/>
                      <a:pt x="0" y="6931"/>
                    </a:cubicBezTo>
                    <a:lnTo>
                      <a:pt x="0" y="168937"/>
                    </a:lnTo>
                    <a:cubicBezTo>
                      <a:pt x="0" y="172763"/>
                      <a:pt x="3101" y="175865"/>
                      <a:pt x="6927" y="175865"/>
                    </a:cubicBezTo>
                    <a:lnTo>
                      <a:pt x="127000" y="175865"/>
                    </a:lnTo>
                    <a:cubicBezTo>
                      <a:pt x="130805" y="175815"/>
                      <a:pt x="133877" y="172743"/>
                      <a:pt x="133927" y="168937"/>
                    </a:cubicBezTo>
                    <a:lnTo>
                      <a:pt x="133927" y="46186"/>
                    </a:lnTo>
                    <a:cubicBezTo>
                      <a:pt x="133941" y="44525"/>
                      <a:pt x="133350" y="42916"/>
                      <a:pt x="132265" y="41660"/>
                    </a:cubicBezTo>
                    <a:close/>
                    <a:moveTo>
                      <a:pt x="98921" y="23187"/>
                    </a:moveTo>
                    <a:lnTo>
                      <a:pt x="114808" y="41660"/>
                    </a:lnTo>
                    <a:lnTo>
                      <a:pt x="98552" y="41660"/>
                    </a:lnTo>
                    <a:close/>
                    <a:moveTo>
                      <a:pt x="120350" y="161733"/>
                    </a:moveTo>
                    <a:lnTo>
                      <a:pt x="13855" y="161733"/>
                    </a:lnTo>
                    <a:lnTo>
                      <a:pt x="13855" y="13489"/>
                    </a:lnTo>
                    <a:lnTo>
                      <a:pt x="84697" y="13489"/>
                    </a:lnTo>
                    <a:lnTo>
                      <a:pt x="84697" y="48957"/>
                    </a:lnTo>
                    <a:cubicBezTo>
                      <a:pt x="84697" y="52783"/>
                      <a:pt x="87799" y="55884"/>
                      <a:pt x="91625" y="55884"/>
                    </a:cubicBezTo>
                    <a:lnTo>
                      <a:pt x="119980" y="5588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638" name="Google Shape;638;g3d45bd621e8_0_1405"/>
            <p:cNvSpPr/>
            <p:nvPr/>
          </p:nvSpPr>
          <p:spPr>
            <a:xfrm>
              <a:off x="3367438" y="3075550"/>
              <a:ext cx="908100" cy="4482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US" sz="600" u="none" cap="none" strike="noStrike">
                  <a:solidFill>
                    <a:schemeClr val="lt1"/>
                  </a:solidFill>
                  <a:latin typeface="Arial"/>
                  <a:ea typeface="Arial"/>
                  <a:cs typeface="Arial"/>
                  <a:sym typeface="Arial"/>
                </a:rPr>
                <a:t>Customer Internal Stage </a:t>
              </a:r>
              <a:endParaRPr b="1" i="0" sz="600" u="none" cap="none" strike="noStrike">
                <a:solidFill>
                  <a:schemeClr val="lt1"/>
                </a:solidFill>
                <a:latin typeface="Arial"/>
                <a:ea typeface="Arial"/>
                <a:cs typeface="Arial"/>
                <a:sym typeface="Arial"/>
              </a:endParaRPr>
            </a:p>
          </p:txBody>
        </p:sp>
        <p:sp>
          <p:nvSpPr>
            <p:cNvPr id="660" name="Google Shape;660;g3d45bd621e8_0_1405"/>
            <p:cNvSpPr/>
            <p:nvPr/>
          </p:nvSpPr>
          <p:spPr>
            <a:xfrm>
              <a:off x="3561725" y="3340025"/>
              <a:ext cx="537000" cy="2415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US" sz="600" u="none" cap="none" strike="noStrike">
                  <a:solidFill>
                    <a:schemeClr val="lt1"/>
                  </a:solidFill>
                  <a:latin typeface="Arial"/>
                  <a:ea typeface="Arial"/>
                  <a:cs typeface="Arial"/>
                  <a:sym typeface="Arial"/>
                </a:rPr>
                <a:t>Results</a:t>
              </a:r>
              <a:endParaRPr b="1" i="0" sz="600" u="none" cap="none" strike="noStrike">
                <a:solidFill>
                  <a:schemeClr val="lt1"/>
                </a:solidFill>
                <a:latin typeface="Arial"/>
                <a:ea typeface="Arial"/>
                <a:cs typeface="Arial"/>
                <a:sym typeface="Arial"/>
              </a:endParaRPr>
            </a:p>
          </p:txBody>
        </p:sp>
      </p:grpSp>
      <p:grpSp>
        <p:nvGrpSpPr>
          <p:cNvPr id="661" name="Google Shape;661;g3d45bd621e8_0_1405"/>
          <p:cNvGrpSpPr/>
          <p:nvPr/>
        </p:nvGrpSpPr>
        <p:grpSpPr>
          <a:xfrm rot="5400000">
            <a:off x="4153320" y="3021918"/>
            <a:ext cx="276303" cy="292500"/>
            <a:chOff x="7170297" y="213275"/>
            <a:chExt cx="276303" cy="292500"/>
          </a:xfrm>
        </p:grpSpPr>
        <p:sp>
          <p:nvSpPr>
            <p:cNvPr id="662" name="Google Shape;662;g3d45bd621e8_0_1405"/>
            <p:cNvSpPr/>
            <p:nvPr/>
          </p:nvSpPr>
          <p:spPr>
            <a:xfrm>
              <a:off x="7170300" y="213275"/>
              <a:ext cx="276300" cy="292500"/>
            </a:xfrm>
            <a:prstGeom prst="rect">
              <a:avLst/>
            </a:prstGeom>
            <a:solidFill>
              <a:srgbClr val="F89D3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g3d45bd621e8_0_1405"/>
            <p:cNvSpPr/>
            <p:nvPr/>
          </p:nvSpPr>
          <p:spPr>
            <a:xfrm rot="5400000">
              <a:off x="7167693" y="230214"/>
              <a:ext cx="263866" cy="258658"/>
            </a:xfrm>
            <a:custGeom>
              <a:rect b="b" l="l" r="r" t="t"/>
              <a:pathLst>
                <a:path extrusionOk="0" h="286602" w="293184">
                  <a:moveTo>
                    <a:pt x="256597" y="192623"/>
                  </a:moveTo>
                  <a:lnTo>
                    <a:pt x="256597" y="139976"/>
                  </a:lnTo>
                  <a:cubicBezTo>
                    <a:pt x="256597" y="133753"/>
                    <a:pt x="251552" y="128708"/>
                    <a:pt x="245329" y="128708"/>
                  </a:cubicBezTo>
                  <a:lnTo>
                    <a:pt x="157768" y="128708"/>
                  </a:lnTo>
                  <a:lnTo>
                    <a:pt x="157768" y="93979"/>
                  </a:lnTo>
                  <a:cubicBezTo>
                    <a:pt x="183344" y="87756"/>
                    <a:pt x="199032" y="61978"/>
                    <a:pt x="192808" y="36402"/>
                  </a:cubicBezTo>
                  <a:cubicBezTo>
                    <a:pt x="186585" y="10827"/>
                    <a:pt x="160807" y="-4861"/>
                    <a:pt x="135231" y="1362"/>
                  </a:cubicBezTo>
                  <a:cubicBezTo>
                    <a:pt x="109656" y="7586"/>
                    <a:pt x="93968" y="33364"/>
                    <a:pt x="100191" y="58939"/>
                  </a:cubicBezTo>
                  <a:cubicBezTo>
                    <a:pt x="104404" y="76250"/>
                    <a:pt x="117920" y="89766"/>
                    <a:pt x="135231" y="93979"/>
                  </a:cubicBezTo>
                  <a:lnTo>
                    <a:pt x="135231" y="128708"/>
                  </a:lnTo>
                  <a:lnTo>
                    <a:pt x="47671" y="128708"/>
                  </a:lnTo>
                  <a:cubicBezTo>
                    <a:pt x="41447" y="128708"/>
                    <a:pt x="36402" y="133753"/>
                    <a:pt x="36402" y="139976"/>
                  </a:cubicBezTo>
                  <a:lnTo>
                    <a:pt x="36402" y="192623"/>
                  </a:lnTo>
                  <a:cubicBezTo>
                    <a:pt x="10827" y="198847"/>
                    <a:pt x="-4861" y="224625"/>
                    <a:pt x="1362" y="250200"/>
                  </a:cubicBezTo>
                  <a:cubicBezTo>
                    <a:pt x="7586" y="275776"/>
                    <a:pt x="33364" y="291464"/>
                    <a:pt x="58939" y="285240"/>
                  </a:cubicBezTo>
                  <a:cubicBezTo>
                    <a:pt x="84514" y="279017"/>
                    <a:pt x="100203" y="253239"/>
                    <a:pt x="93979" y="227663"/>
                  </a:cubicBezTo>
                  <a:cubicBezTo>
                    <a:pt x="89766" y="210352"/>
                    <a:pt x="76250" y="196836"/>
                    <a:pt x="58939" y="192623"/>
                  </a:cubicBezTo>
                  <a:lnTo>
                    <a:pt x="58939" y="151244"/>
                  </a:lnTo>
                  <a:lnTo>
                    <a:pt x="234245" y="151244"/>
                  </a:lnTo>
                  <a:lnTo>
                    <a:pt x="234245" y="192623"/>
                  </a:lnTo>
                  <a:cubicBezTo>
                    <a:pt x="208670" y="198847"/>
                    <a:pt x="192982" y="224625"/>
                    <a:pt x="199205" y="250200"/>
                  </a:cubicBezTo>
                  <a:cubicBezTo>
                    <a:pt x="205429" y="275776"/>
                    <a:pt x="231206" y="291464"/>
                    <a:pt x="256782" y="285240"/>
                  </a:cubicBezTo>
                  <a:cubicBezTo>
                    <a:pt x="282357" y="279017"/>
                    <a:pt x="298045" y="253239"/>
                    <a:pt x="291822" y="227663"/>
                  </a:cubicBezTo>
                  <a:cubicBezTo>
                    <a:pt x="287609" y="210352"/>
                    <a:pt x="274094" y="196836"/>
                    <a:pt x="256782" y="192623"/>
                  </a:cubicBezTo>
                  <a:close/>
                  <a:moveTo>
                    <a:pt x="72794" y="238805"/>
                  </a:moveTo>
                  <a:cubicBezTo>
                    <a:pt x="72794" y="252680"/>
                    <a:pt x="61546" y="263928"/>
                    <a:pt x="47671" y="263928"/>
                  </a:cubicBezTo>
                  <a:cubicBezTo>
                    <a:pt x="33796" y="263928"/>
                    <a:pt x="22548" y="252680"/>
                    <a:pt x="22548" y="238805"/>
                  </a:cubicBezTo>
                  <a:cubicBezTo>
                    <a:pt x="22548" y="224930"/>
                    <a:pt x="33796" y="213682"/>
                    <a:pt x="47671" y="213682"/>
                  </a:cubicBezTo>
                  <a:cubicBezTo>
                    <a:pt x="61546" y="213682"/>
                    <a:pt x="72794" y="224930"/>
                    <a:pt x="72794" y="238805"/>
                  </a:cubicBezTo>
                  <a:close/>
                  <a:moveTo>
                    <a:pt x="121377" y="47797"/>
                  </a:moveTo>
                  <a:cubicBezTo>
                    <a:pt x="121377" y="33922"/>
                    <a:pt x="132625" y="22674"/>
                    <a:pt x="146500" y="22674"/>
                  </a:cubicBezTo>
                  <a:cubicBezTo>
                    <a:pt x="160375" y="22674"/>
                    <a:pt x="171623" y="33922"/>
                    <a:pt x="171623" y="47797"/>
                  </a:cubicBezTo>
                  <a:cubicBezTo>
                    <a:pt x="171623" y="61672"/>
                    <a:pt x="160375" y="72920"/>
                    <a:pt x="146500" y="72920"/>
                  </a:cubicBezTo>
                  <a:cubicBezTo>
                    <a:pt x="132625" y="72920"/>
                    <a:pt x="121377" y="61672"/>
                    <a:pt x="121377" y="47797"/>
                  </a:cubicBezTo>
                  <a:close/>
                  <a:moveTo>
                    <a:pt x="245329" y="263928"/>
                  </a:moveTo>
                  <a:cubicBezTo>
                    <a:pt x="231454" y="263928"/>
                    <a:pt x="220206" y="252680"/>
                    <a:pt x="220206" y="238805"/>
                  </a:cubicBezTo>
                  <a:cubicBezTo>
                    <a:pt x="220206" y="224930"/>
                    <a:pt x="231454" y="213682"/>
                    <a:pt x="245329" y="213682"/>
                  </a:cubicBezTo>
                  <a:cubicBezTo>
                    <a:pt x="259204" y="213682"/>
                    <a:pt x="270452" y="224930"/>
                    <a:pt x="270452" y="238805"/>
                  </a:cubicBezTo>
                  <a:cubicBezTo>
                    <a:pt x="270452" y="252680"/>
                    <a:pt x="259204" y="263928"/>
                    <a:pt x="245329" y="26392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52525"/>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664" name="Google Shape;664;g3d45bd621e8_0_1405"/>
          <p:cNvSpPr/>
          <p:nvPr/>
        </p:nvSpPr>
        <p:spPr>
          <a:xfrm>
            <a:off x="4694650" y="2309100"/>
            <a:ext cx="484500" cy="231000"/>
          </a:xfrm>
          <a:prstGeom prst="roundRect">
            <a:avLst>
              <a:gd fmla="val 16667" name="adj"/>
            </a:avLst>
          </a:prstGeom>
          <a:no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600"/>
              <a:buFont typeface="Arial"/>
              <a:buNone/>
            </a:pPr>
            <a:r>
              <a:rPr b="0" i="0" lang="en-US" sz="700" u="none" cap="none" strike="noStrike">
                <a:solidFill>
                  <a:srgbClr val="262626"/>
                </a:solidFill>
                <a:latin typeface="Arial"/>
                <a:ea typeface="Arial"/>
                <a:cs typeface="Arial"/>
                <a:sym typeface="Arial"/>
              </a:rPr>
              <a:t>Call Cortex</a:t>
            </a:r>
            <a:endParaRPr b="0" i="0" sz="700" u="none" cap="none" strike="noStrike">
              <a:solidFill>
                <a:srgbClr val="262626"/>
              </a:solidFill>
              <a:latin typeface="Arial"/>
              <a:ea typeface="Arial"/>
              <a:cs typeface="Arial"/>
              <a:sym typeface="Arial"/>
            </a:endParaRPr>
          </a:p>
        </p:txBody>
      </p:sp>
      <p:sp>
        <p:nvSpPr>
          <p:cNvPr id="665" name="Google Shape;665;g3d45bd621e8_0_1405"/>
          <p:cNvSpPr/>
          <p:nvPr/>
        </p:nvSpPr>
        <p:spPr>
          <a:xfrm>
            <a:off x="4373200" y="3451600"/>
            <a:ext cx="629700" cy="276300"/>
          </a:xfrm>
          <a:prstGeom prst="roundRect">
            <a:avLst>
              <a:gd fmla="val 16667" name="adj"/>
            </a:avLst>
          </a:prstGeom>
          <a:solidFill>
            <a:schemeClr val="lt1"/>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600"/>
              <a:buFont typeface="Arial"/>
              <a:buNone/>
            </a:pPr>
            <a:r>
              <a:rPr b="0" i="0" lang="en-US" sz="700" u="none" cap="none" strike="noStrike">
                <a:solidFill>
                  <a:srgbClr val="262626"/>
                </a:solidFill>
                <a:latin typeface="Arial"/>
                <a:ea typeface="Arial"/>
                <a:cs typeface="Arial"/>
                <a:sym typeface="Arial"/>
              </a:rPr>
              <a:t>Large Result Set</a:t>
            </a:r>
            <a:endParaRPr b="0" i="0" sz="700" u="none" cap="none" strike="noStrike">
              <a:solidFill>
                <a:srgbClr val="262626"/>
              </a:solidFill>
              <a:latin typeface="Arial"/>
              <a:ea typeface="Arial"/>
              <a:cs typeface="Arial"/>
              <a:sym typeface="Arial"/>
            </a:endParaRPr>
          </a:p>
        </p:txBody>
      </p:sp>
      <p:sp>
        <p:nvSpPr>
          <p:cNvPr id="666" name="Google Shape;666;g3d45bd621e8_0_1405"/>
          <p:cNvSpPr/>
          <p:nvPr/>
        </p:nvSpPr>
        <p:spPr>
          <a:xfrm>
            <a:off x="5990925" y="1627975"/>
            <a:ext cx="2428800" cy="2069400"/>
          </a:xfrm>
          <a:prstGeom prst="roundRect">
            <a:avLst>
              <a:gd fmla="val 6095" name="adj"/>
            </a:avLst>
          </a:prstGeom>
          <a:noFill/>
          <a:ln cap="flat" cmpd="sng" w="19050">
            <a:solidFill>
              <a:srgbClr val="CC4125"/>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7" name="Google Shape;667;g3d45bd621e8_0_1405"/>
          <p:cNvGrpSpPr/>
          <p:nvPr/>
        </p:nvGrpSpPr>
        <p:grpSpPr>
          <a:xfrm>
            <a:off x="6161386" y="1743957"/>
            <a:ext cx="691538" cy="714884"/>
            <a:chOff x="-2291732" y="930800"/>
            <a:chExt cx="773100" cy="799200"/>
          </a:xfrm>
        </p:grpSpPr>
        <p:sp>
          <p:nvSpPr>
            <p:cNvPr id="668" name="Google Shape;668;g3d45bd621e8_0_1405"/>
            <p:cNvSpPr/>
            <p:nvPr/>
          </p:nvSpPr>
          <p:spPr>
            <a:xfrm>
              <a:off x="-2291732" y="930800"/>
              <a:ext cx="773100" cy="799200"/>
            </a:xfrm>
            <a:prstGeom prst="rect">
              <a:avLst/>
            </a:prstGeom>
            <a:solidFill>
              <a:srgbClr val="3DA8E5"/>
            </a:solidFill>
            <a:ln cap="flat" cmpd="sng" w="17050">
              <a:solidFill>
                <a:srgbClr val="3DA8E5"/>
              </a:solidFill>
              <a:prstDash val="solid"/>
              <a:round/>
              <a:headEnd len="sm" w="sm" type="none"/>
              <a:tailEnd len="sm" w="sm" type="none"/>
            </a:ln>
          </p:spPr>
          <p:txBody>
            <a:bodyPr anchorCtr="0" anchor="ctr" bIns="81775" lIns="81775" spcFirstLastPara="1" rIns="81775" wrap="square" tIns="81775">
              <a:noAutofit/>
            </a:bodyPr>
            <a:lstStyle/>
            <a:p>
              <a:pPr indent="0" lvl="0" marL="0" marR="0" rtl="0" algn="ctr">
                <a:lnSpc>
                  <a:spcPct val="100000"/>
                </a:lnSpc>
                <a:spcBef>
                  <a:spcPts val="0"/>
                </a:spcBef>
                <a:spcAft>
                  <a:spcPts val="0"/>
                </a:spcAft>
                <a:buClr>
                  <a:srgbClr val="000000"/>
                </a:buClr>
                <a:buSzPts val="447"/>
                <a:buFont typeface="Arial"/>
                <a:buNone/>
              </a:pPr>
              <a:r>
                <a:t/>
              </a:r>
              <a:endParaRPr b="1" i="0" sz="626"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47"/>
                <a:buFont typeface="Arial"/>
                <a:buNone/>
              </a:pPr>
              <a:r>
                <a:t/>
              </a:r>
              <a:endParaRPr b="1" i="0" sz="626"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47"/>
                <a:buFont typeface="Arial"/>
                <a:buNone/>
              </a:pPr>
              <a:r>
                <a:t/>
              </a:r>
              <a:endParaRPr b="1" i="0" sz="626"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47"/>
                <a:buFont typeface="Arial"/>
                <a:buNone/>
              </a:pPr>
              <a:r>
                <a:rPr b="1" i="0" lang="en-US" sz="626" u="none" cap="none" strike="noStrike">
                  <a:solidFill>
                    <a:schemeClr val="lt1"/>
                  </a:solidFill>
                  <a:latin typeface="Arial"/>
                  <a:ea typeface="Arial"/>
                  <a:cs typeface="Arial"/>
                  <a:sym typeface="Arial"/>
                </a:rPr>
                <a:t>Cortex Proxy</a:t>
              </a:r>
              <a:endParaRPr b="1" i="0" sz="447" u="none" cap="none" strike="noStrike">
                <a:solidFill>
                  <a:schemeClr val="lt1"/>
                </a:solidFill>
                <a:latin typeface="Arial"/>
                <a:ea typeface="Arial"/>
                <a:cs typeface="Arial"/>
                <a:sym typeface="Arial"/>
              </a:endParaRPr>
            </a:p>
          </p:txBody>
        </p:sp>
        <p:sp>
          <p:nvSpPr>
            <p:cNvPr id="669" name="Google Shape;669;g3d45bd621e8_0_1405"/>
            <p:cNvSpPr/>
            <p:nvPr/>
          </p:nvSpPr>
          <p:spPr>
            <a:xfrm rot="5400000">
              <a:off x="-2037482" y="1057020"/>
              <a:ext cx="263866" cy="258658"/>
            </a:xfrm>
            <a:custGeom>
              <a:rect b="b" l="l" r="r" t="t"/>
              <a:pathLst>
                <a:path extrusionOk="0" h="286602" w="293184">
                  <a:moveTo>
                    <a:pt x="256597" y="192623"/>
                  </a:moveTo>
                  <a:lnTo>
                    <a:pt x="256597" y="139976"/>
                  </a:lnTo>
                  <a:cubicBezTo>
                    <a:pt x="256597" y="133753"/>
                    <a:pt x="251552" y="128708"/>
                    <a:pt x="245329" y="128708"/>
                  </a:cubicBezTo>
                  <a:lnTo>
                    <a:pt x="157768" y="128708"/>
                  </a:lnTo>
                  <a:lnTo>
                    <a:pt x="157768" y="93979"/>
                  </a:lnTo>
                  <a:cubicBezTo>
                    <a:pt x="183344" y="87756"/>
                    <a:pt x="199032" y="61978"/>
                    <a:pt x="192808" y="36402"/>
                  </a:cubicBezTo>
                  <a:cubicBezTo>
                    <a:pt x="186585" y="10827"/>
                    <a:pt x="160807" y="-4861"/>
                    <a:pt x="135231" y="1362"/>
                  </a:cubicBezTo>
                  <a:cubicBezTo>
                    <a:pt x="109656" y="7586"/>
                    <a:pt x="93968" y="33364"/>
                    <a:pt x="100191" y="58939"/>
                  </a:cubicBezTo>
                  <a:cubicBezTo>
                    <a:pt x="104404" y="76250"/>
                    <a:pt x="117920" y="89766"/>
                    <a:pt x="135231" y="93979"/>
                  </a:cubicBezTo>
                  <a:lnTo>
                    <a:pt x="135231" y="128708"/>
                  </a:lnTo>
                  <a:lnTo>
                    <a:pt x="47671" y="128708"/>
                  </a:lnTo>
                  <a:cubicBezTo>
                    <a:pt x="41447" y="128708"/>
                    <a:pt x="36402" y="133753"/>
                    <a:pt x="36402" y="139976"/>
                  </a:cubicBezTo>
                  <a:lnTo>
                    <a:pt x="36402" y="192623"/>
                  </a:lnTo>
                  <a:cubicBezTo>
                    <a:pt x="10827" y="198847"/>
                    <a:pt x="-4861" y="224625"/>
                    <a:pt x="1362" y="250200"/>
                  </a:cubicBezTo>
                  <a:cubicBezTo>
                    <a:pt x="7586" y="275776"/>
                    <a:pt x="33364" y="291464"/>
                    <a:pt x="58939" y="285240"/>
                  </a:cubicBezTo>
                  <a:cubicBezTo>
                    <a:pt x="84514" y="279017"/>
                    <a:pt x="100203" y="253239"/>
                    <a:pt x="93979" y="227663"/>
                  </a:cubicBezTo>
                  <a:cubicBezTo>
                    <a:pt x="89766" y="210352"/>
                    <a:pt x="76250" y="196836"/>
                    <a:pt x="58939" y="192623"/>
                  </a:cubicBezTo>
                  <a:lnTo>
                    <a:pt x="58939" y="151244"/>
                  </a:lnTo>
                  <a:lnTo>
                    <a:pt x="234245" y="151244"/>
                  </a:lnTo>
                  <a:lnTo>
                    <a:pt x="234245" y="192623"/>
                  </a:lnTo>
                  <a:cubicBezTo>
                    <a:pt x="208670" y="198847"/>
                    <a:pt x="192982" y="224625"/>
                    <a:pt x="199205" y="250200"/>
                  </a:cubicBezTo>
                  <a:cubicBezTo>
                    <a:pt x="205429" y="275776"/>
                    <a:pt x="231206" y="291464"/>
                    <a:pt x="256782" y="285240"/>
                  </a:cubicBezTo>
                  <a:cubicBezTo>
                    <a:pt x="282357" y="279017"/>
                    <a:pt x="298045" y="253239"/>
                    <a:pt x="291822" y="227663"/>
                  </a:cubicBezTo>
                  <a:cubicBezTo>
                    <a:pt x="287609" y="210352"/>
                    <a:pt x="274094" y="196836"/>
                    <a:pt x="256782" y="192623"/>
                  </a:cubicBezTo>
                  <a:close/>
                  <a:moveTo>
                    <a:pt x="72794" y="238805"/>
                  </a:moveTo>
                  <a:cubicBezTo>
                    <a:pt x="72794" y="252680"/>
                    <a:pt x="61546" y="263928"/>
                    <a:pt x="47671" y="263928"/>
                  </a:cubicBezTo>
                  <a:cubicBezTo>
                    <a:pt x="33796" y="263928"/>
                    <a:pt x="22548" y="252680"/>
                    <a:pt x="22548" y="238805"/>
                  </a:cubicBezTo>
                  <a:cubicBezTo>
                    <a:pt x="22548" y="224930"/>
                    <a:pt x="33796" y="213682"/>
                    <a:pt x="47671" y="213682"/>
                  </a:cubicBezTo>
                  <a:cubicBezTo>
                    <a:pt x="61546" y="213682"/>
                    <a:pt x="72794" y="224930"/>
                    <a:pt x="72794" y="238805"/>
                  </a:cubicBezTo>
                  <a:close/>
                  <a:moveTo>
                    <a:pt x="121377" y="47797"/>
                  </a:moveTo>
                  <a:cubicBezTo>
                    <a:pt x="121377" y="33922"/>
                    <a:pt x="132625" y="22674"/>
                    <a:pt x="146500" y="22674"/>
                  </a:cubicBezTo>
                  <a:cubicBezTo>
                    <a:pt x="160375" y="22674"/>
                    <a:pt x="171623" y="33922"/>
                    <a:pt x="171623" y="47797"/>
                  </a:cubicBezTo>
                  <a:cubicBezTo>
                    <a:pt x="171623" y="61672"/>
                    <a:pt x="160375" y="72920"/>
                    <a:pt x="146500" y="72920"/>
                  </a:cubicBezTo>
                  <a:cubicBezTo>
                    <a:pt x="132625" y="72920"/>
                    <a:pt x="121377" y="61672"/>
                    <a:pt x="121377" y="47797"/>
                  </a:cubicBezTo>
                  <a:close/>
                  <a:moveTo>
                    <a:pt x="245329" y="263928"/>
                  </a:moveTo>
                  <a:cubicBezTo>
                    <a:pt x="231454" y="263928"/>
                    <a:pt x="220206" y="252680"/>
                    <a:pt x="220206" y="238805"/>
                  </a:cubicBezTo>
                  <a:cubicBezTo>
                    <a:pt x="220206" y="224930"/>
                    <a:pt x="231454" y="213682"/>
                    <a:pt x="245329" y="213682"/>
                  </a:cubicBezTo>
                  <a:cubicBezTo>
                    <a:pt x="259204" y="213682"/>
                    <a:pt x="270452" y="224930"/>
                    <a:pt x="270452" y="238805"/>
                  </a:cubicBezTo>
                  <a:cubicBezTo>
                    <a:pt x="270452" y="252680"/>
                    <a:pt x="259204" y="263928"/>
                    <a:pt x="245329" y="263928"/>
                  </a:cubicBezTo>
                  <a:close/>
                </a:path>
              </a:pathLst>
            </a:custGeom>
            <a:solidFill>
              <a:schemeClr val="lt1"/>
            </a:solidFill>
            <a:ln>
              <a:noFill/>
            </a:ln>
          </p:spPr>
          <p:txBody>
            <a:bodyPr anchorCtr="0" anchor="ctr" bIns="40875" lIns="81775" spcFirstLastPara="1" rIns="81775" wrap="square" tIns="40875">
              <a:noAutofit/>
            </a:bodyPr>
            <a:lstStyle/>
            <a:p>
              <a:pPr indent="0" lvl="0" marL="0" marR="0" rtl="0" algn="l">
                <a:lnSpc>
                  <a:spcPct val="100000"/>
                </a:lnSpc>
                <a:spcBef>
                  <a:spcPts val="0"/>
                </a:spcBef>
                <a:spcAft>
                  <a:spcPts val="0"/>
                </a:spcAft>
                <a:buClr>
                  <a:srgbClr val="252525"/>
                </a:buClr>
                <a:buSzPts val="1208"/>
                <a:buFont typeface="Arial"/>
                <a:buNone/>
              </a:pPr>
              <a:r>
                <a:t/>
              </a:r>
              <a:endParaRPr b="0" i="0" sz="1208" u="none" cap="none" strike="noStrike">
                <a:solidFill>
                  <a:srgbClr val="262626"/>
                </a:solidFill>
                <a:latin typeface="Arial"/>
                <a:ea typeface="Arial"/>
                <a:cs typeface="Arial"/>
                <a:sym typeface="Arial"/>
              </a:endParaRPr>
            </a:p>
          </p:txBody>
        </p:sp>
      </p:grpSp>
      <p:sp>
        <p:nvSpPr>
          <p:cNvPr id="635" name="Google Shape;635;g3d45bd621e8_0_1405"/>
          <p:cNvSpPr/>
          <p:nvPr/>
        </p:nvSpPr>
        <p:spPr>
          <a:xfrm>
            <a:off x="113725" y="1132800"/>
            <a:ext cx="987000" cy="714900"/>
          </a:xfrm>
          <a:prstGeom prst="roundRect">
            <a:avLst>
              <a:gd fmla="val 16667" name="adj"/>
            </a:avLst>
          </a:prstGeom>
          <a:no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600"/>
              <a:buFont typeface="Arial"/>
              <a:buNone/>
            </a:pPr>
            <a:r>
              <a:rPr b="1" i="0" lang="en-US" sz="700" u="none" cap="none" strike="noStrike">
                <a:solidFill>
                  <a:srgbClr val="262626"/>
                </a:solidFill>
                <a:latin typeface="Arial"/>
                <a:ea typeface="Arial"/>
                <a:cs typeface="Arial"/>
                <a:sym typeface="Arial"/>
              </a:rPr>
              <a:t>SELECT</a:t>
            </a:r>
            <a:r>
              <a:rPr b="0" i="0" lang="en-US" sz="700" u="none" cap="none" strike="noStrike">
                <a:solidFill>
                  <a:srgbClr val="262626"/>
                </a:solidFill>
                <a:latin typeface="Arial"/>
                <a:ea typeface="Arial"/>
                <a:cs typeface="Arial"/>
                <a:sym typeface="Arial"/>
              </a:rPr>
              <a:t> </a:t>
            </a:r>
            <a:r>
              <a:rPr b="1" i="0" lang="en-US" sz="700" u="none" cap="none" strike="noStrike">
                <a:solidFill>
                  <a:srgbClr val="262626"/>
                </a:solidFill>
                <a:latin typeface="Arial"/>
                <a:ea typeface="Arial"/>
                <a:cs typeface="Arial"/>
                <a:sym typeface="Arial"/>
              </a:rPr>
              <a:t>SNOWFLAKE.CORTEX.COMPLETE</a:t>
            </a:r>
            <a:r>
              <a:rPr b="0" i="0" lang="en-US" sz="700" u="none" cap="none" strike="noStrike">
                <a:solidFill>
                  <a:srgbClr val="262626"/>
                </a:solidFill>
                <a:latin typeface="Arial"/>
                <a:ea typeface="Arial"/>
                <a:cs typeface="Arial"/>
                <a:sym typeface="Arial"/>
              </a:rPr>
              <a:t>('</a:t>
            </a:r>
            <a:r>
              <a:rPr b="0" i="1" lang="en-US" sz="700" u="none" cap="none" strike="noStrike">
                <a:solidFill>
                  <a:srgbClr val="262626"/>
                </a:solidFill>
                <a:latin typeface="Arial"/>
                <a:ea typeface="Arial"/>
                <a:cs typeface="Arial"/>
                <a:sym typeface="Arial"/>
              </a:rPr>
              <a:t>model_name</a:t>
            </a:r>
            <a:r>
              <a:rPr b="0" i="0" lang="en-US" sz="700" u="none" cap="none" strike="noStrike">
                <a:solidFill>
                  <a:srgbClr val="262626"/>
                </a:solidFill>
                <a:latin typeface="Arial"/>
                <a:ea typeface="Arial"/>
                <a:cs typeface="Arial"/>
                <a:sym typeface="Arial"/>
              </a:rPr>
              <a:t>', 'What are large language models?');</a:t>
            </a:r>
            <a:endParaRPr b="0" i="0" sz="700" u="none" cap="none" strike="noStrike">
              <a:solidFill>
                <a:srgbClr val="262626"/>
              </a:solidFill>
              <a:latin typeface="Arial"/>
              <a:ea typeface="Arial"/>
              <a:cs typeface="Arial"/>
              <a:sym typeface="Arial"/>
            </a:endParaRPr>
          </a:p>
        </p:txBody>
      </p:sp>
      <p:sp>
        <p:nvSpPr>
          <p:cNvPr id="670" name="Google Shape;670;g3d45bd621e8_0_1405"/>
          <p:cNvSpPr txBox="1"/>
          <p:nvPr/>
        </p:nvSpPr>
        <p:spPr>
          <a:xfrm rot="-1638">
            <a:off x="5334649" y="1848611"/>
            <a:ext cx="629700" cy="212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34343"/>
                </a:solidFill>
                <a:latin typeface="Arial"/>
                <a:ea typeface="Arial"/>
                <a:cs typeface="Arial"/>
                <a:sym typeface="Arial"/>
                <a:extLst>
                  <a:ext uri="http://customooxmlschemas.google.com/">
                    <go:slidesCustomData xmlns:go="http://customooxmlschemas.google.com/" textRoundtripDataId="3"/>
                  </a:ext>
                </a:extLst>
              </a:rPr>
              <a:t>TLS</a:t>
            </a:r>
            <a:endParaRPr b="1" i="0" sz="900" u="none" cap="none" strike="noStrike">
              <a:solidFill>
                <a:srgbClr val="434343"/>
              </a:solidFill>
              <a:latin typeface="Arial"/>
              <a:ea typeface="Arial"/>
              <a:cs typeface="Arial"/>
              <a:sym typeface="Arial"/>
            </a:endParaRPr>
          </a:p>
        </p:txBody>
      </p:sp>
      <p:grpSp>
        <p:nvGrpSpPr>
          <p:cNvPr id="671" name="Google Shape;671;g3d45bd621e8_0_1405"/>
          <p:cNvGrpSpPr/>
          <p:nvPr/>
        </p:nvGrpSpPr>
        <p:grpSpPr>
          <a:xfrm>
            <a:off x="7234133" y="2827913"/>
            <a:ext cx="1046400" cy="515400"/>
            <a:chOff x="1668075" y="3955450"/>
            <a:chExt cx="1046400" cy="515400"/>
          </a:xfrm>
        </p:grpSpPr>
        <p:sp>
          <p:nvSpPr>
            <p:cNvPr id="672" name="Google Shape;672;g3d45bd621e8_0_1405"/>
            <p:cNvSpPr/>
            <p:nvPr/>
          </p:nvSpPr>
          <p:spPr>
            <a:xfrm>
              <a:off x="1668075" y="3955450"/>
              <a:ext cx="1046400" cy="515400"/>
            </a:xfrm>
            <a:prstGeom prst="rect">
              <a:avLst/>
            </a:prstGeom>
            <a:solidFill>
              <a:srgbClr val="E06666"/>
            </a:solidFill>
            <a:ln cap="flat" cmpd="sng" w="19050">
              <a:solidFill>
                <a:srgbClr val="3DA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
                <a:buFont typeface="Arial"/>
                <a:buNone/>
              </a:pPr>
              <a:r>
                <a:t/>
              </a:r>
              <a:endParaRPr b="1" i="0" sz="300" u="none" cap="none" strike="noStrike">
                <a:solidFill>
                  <a:schemeClr val="lt1"/>
                </a:solidFill>
                <a:latin typeface="Arial"/>
                <a:ea typeface="Arial"/>
                <a:cs typeface="Arial"/>
                <a:sym typeface="Arial"/>
              </a:endParaRPr>
            </a:p>
          </p:txBody>
        </p:sp>
        <p:sp>
          <p:nvSpPr>
            <p:cNvPr id="673" name="Google Shape;673;g3d45bd621e8_0_1405"/>
            <p:cNvSpPr/>
            <p:nvPr/>
          </p:nvSpPr>
          <p:spPr>
            <a:xfrm>
              <a:off x="2369336" y="4042005"/>
              <a:ext cx="323590" cy="323590"/>
            </a:xfrm>
            <a:custGeom>
              <a:rect b="b" l="l" r="r" t="t"/>
              <a:pathLst>
                <a:path extrusionOk="0" h="3922308" w="3922308">
                  <a:moveTo>
                    <a:pt x="2880051" y="849712"/>
                  </a:moveTo>
                  <a:lnTo>
                    <a:pt x="1017489" y="849712"/>
                  </a:lnTo>
                  <a:cubicBezTo>
                    <a:pt x="919297" y="849712"/>
                    <a:pt x="839660" y="929348"/>
                    <a:pt x="839660" y="1027540"/>
                  </a:cubicBezTo>
                  <a:lnTo>
                    <a:pt x="839660" y="2896287"/>
                  </a:lnTo>
                  <a:cubicBezTo>
                    <a:pt x="839660" y="2994480"/>
                    <a:pt x="919297" y="3074116"/>
                    <a:pt x="1017489" y="3074116"/>
                  </a:cubicBezTo>
                  <a:lnTo>
                    <a:pt x="2880051" y="3074116"/>
                  </a:lnTo>
                  <a:cubicBezTo>
                    <a:pt x="2978243" y="3074116"/>
                    <a:pt x="3057880" y="2994480"/>
                    <a:pt x="3058653" y="2896287"/>
                  </a:cubicBezTo>
                  <a:lnTo>
                    <a:pt x="3058653" y="1027540"/>
                  </a:lnTo>
                  <a:cubicBezTo>
                    <a:pt x="3057880" y="929348"/>
                    <a:pt x="2978243" y="849712"/>
                    <a:pt x="2880051" y="849712"/>
                  </a:cubicBezTo>
                  <a:close/>
                  <a:moveTo>
                    <a:pt x="2881597" y="2896287"/>
                  </a:moveTo>
                  <a:lnTo>
                    <a:pt x="2880051" y="2897834"/>
                  </a:lnTo>
                  <a:lnTo>
                    <a:pt x="1016716" y="2896287"/>
                  </a:lnTo>
                  <a:lnTo>
                    <a:pt x="1017489" y="1026767"/>
                  </a:lnTo>
                  <a:lnTo>
                    <a:pt x="2880824" y="1028314"/>
                  </a:lnTo>
                  <a:lnTo>
                    <a:pt x="2880824" y="2896287"/>
                  </a:lnTo>
                  <a:close/>
                  <a:moveTo>
                    <a:pt x="3771514" y="1826996"/>
                  </a:moveTo>
                  <a:cubicBezTo>
                    <a:pt x="3852696" y="1828542"/>
                    <a:pt x="3920735" y="1764369"/>
                    <a:pt x="3922281" y="1683187"/>
                  </a:cubicBezTo>
                  <a:cubicBezTo>
                    <a:pt x="3923828" y="1602004"/>
                    <a:pt x="3859655" y="1533965"/>
                    <a:pt x="3778472" y="1532419"/>
                  </a:cubicBezTo>
                  <a:cubicBezTo>
                    <a:pt x="3776152" y="1532419"/>
                    <a:pt x="3773833" y="1532419"/>
                    <a:pt x="3771514" y="1532419"/>
                  </a:cubicBezTo>
                  <a:lnTo>
                    <a:pt x="3446783" y="1532419"/>
                  </a:lnTo>
                  <a:lnTo>
                    <a:pt x="3446783" y="1246347"/>
                  </a:lnTo>
                  <a:lnTo>
                    <a:pt x="3771514" y="1246347"/>
                  </a:lnTo>
                  <a:cubicBezTo>
                    <a:pt x="3852696" y="1247893"/>
                    <a:pt x="3920735" y="1183720"/>
                    <a:pt x="3922281" y="1102538"/>
                  </a:cubicBezTo>
                  <a:cubicBezTo>
                    <a:pt x="3923828" y="1021355"/>
                    <a:pt x="3859655" y="953316"/>
                    <a:pt x="3778472" y="951770"/>
                  </a:cubicBezTo>
                  <a:cubicBezTo>
                    <a:pt x="3776152" y="951770"/>
                    <a:pt x="3773833" y="951770"/>
                    <a:pt x="3771514" y="951770"/>
                  </a:cubicBezTo>
                  <a:lnTo>
                    <a:pt x="3446783" y="951770"/>
                  </a:lnTo>
                  <a:lnTo>
                    <a:pt x="3446783" y="933987"/>
                  </a:lnTo>
                  <a:cubicBezTo>
                    <a:pt x="3446010" y="680388"/>
                    <a:pt x="3242666" y="473952"/>
                    <a:pt x="2989067" y="469313"/>
                  </a:cubicBezTo>
                  <a:lnTo>
                    <a:pt x="2989067" y="147675"/>
                  </a:lnTo>
                  <a:cubicBezTo>
                    <a:pt x="2989067" y="66492"/>
                    <a:pt x="2923348" y="0"/>
                    <a:pt x="2841393" y="0"/>
                  </a:cubicBezTo>
                  <a:cubicBezTo>
                    <a:pt x="2759436" y="0"/>
                    <a:pt x="2693717" y="65719"/>
                    <a:pt x="2693717" y="147675"/>
                  </a:cubicBezTo>
                  <a:cubicBezTo>
                    <a:pt x="2693717" y="147675"/>
                    <a:pt x="2693717" y="147675"/>
                    <a:pt x="2693717" y="147675"/>
                  </a:cubicBezTo>
                  <a:lnTo>
                    <a:pt x="2693717" y="467767"/>
                  </a:lnTo>
                  <a:lnTo>
                    <a:pt x="2407645" y="467767"/>
                  </a:lnTo>
                  <a:lnTo>
                    <a:pt x="2407645" y="147675"/>
                  </a:lnTo>
                  <a:cubicBezTo>
                    <a:pt x="2406099" y="66492"/>
                    <a:pt x="2338060" y="1546"/>
                    <a:pt x="2256878" y="3866"/>
                  </a:cubicBezTo>
                  <a:cubicBezTo>
                    <a:pt x="2178014" y="5412"/>
                    <a:pt x="2114615" y="68812"/>
                    <a:pt x="2113068" y="147675"/>
                  </a:cubicBezTo>
                  <a:lnTo>
                    <a:pt x="2113068" y="467767"/>
                  </a:lnTo>
                  <a:lnTo>
                    <a:pt x="1826996" y="467767"/>
                  </a:lnTo>
                  <a:lnTo>
                    <a:pt x="1826996" y="147675"/>
                  </a:lnTo>
                  <a:cubicBezTo>
                    <a:pt x="1825450" y="66492"/>
                    <a:pt x="1757411" y="1546"/>
                    <a:pt x="1676228" y="3866"/>
                  </a:cubicBezTo>
                  <a:cubicBezTo>
                    <a:pt x="1597365" y="5412"/>
                    <a:pt x="1533965" y="68812"/>
                    <a:pt x="1532419" y="147675"/>
                  </a:cubicBezTo>
                  <a:lnTo>
                    <a:pt x="1532419" y="467767"/>
                  </a:lnTo>
                  <a:lnTo>
                    <a:pt x="1246347" y="467767"/>
                  </a:lnTo>
                  <a:lnTo>
                    <a:pt x="1246347" y="147675"/>
                  </a:lnTo>
                  <a:cubicBezTo>
                    <a:pt x="1246347" y="66492"/>
                    <a:pt x="1180628" y="0"/>
                    <a:pt x="1098672" y="0"/>
                  </a:cubicBezTo>
                  <a:cubicBezTo>
                    <a:pt x="1017489" y="0"/>
                    <a:pt x="951770" y="65719"/>
                    <a:pt x="950997" y="147675"/>
                  </a:cubicBezTo>
                  <a:lnTo>
                    <a:pt x="950997" y="467767"/>
                  </a:lnTo>
                  <a:lnTo>
                    <a:pt x="914658" y="467767"/>
                  </a:lnTo>
                  <a:cubicBezTo>
                    <a:pt x="657966" y="467767"/>
                    <a:pt x="449211" y="676522"/>
                    <a:pt x="449211" y="933214"/>
                  </a:cubicBezTo>
                  <a:lnTo>
                    <a:pt x="449211" y="950224"/>
                  </a:lnTo>
                  <a:lnTo>
                    <a:pt x="147675" y="950224"/>
                  </a:lnTo>
                  <a:cubicBezTo>
                    <a:pt x="66492" y="951770"/>
                    <a:pt x="1546" y="1019809"/>
                    <a:pt x="3866" y="1100991"/>
                  </a:cubicBezTo>
                  <a:cubicBezTo>
                    <a:pt x="5412" y="1179854"/>
                    <a:pt x="68812" y="1243254"/>
                    <a:pt x="147675" y="1244801"/>
                  </a:cubicBezTo>
                  <a:lnTo>
                    <a:pt x="449211" y="1244801"/>
                  </a:lnTo>
                  <a:lnTo>
                    <a:pt x="449211" y="1530873"/>
                  </a:lnTo>
                  <a:lnTo>
                    <a:pt x="147675" y="1530873"/>
                  </a:lnTo>
                  <a:cubicBezTo>
                    <a:pt x="66492" y="1532419"/>
                    <a:pt x="1546" y="1600458"/>
                    <a:pt x="3866" y="1681641"/>
                  </a:cubicBezTo>
                  <a:cubicBezTo>
                    <a:pt x="5412" y="1760504"/>
                    <a:pt x="68812" y="1823903"/>
                    <a:pt x="147675" y="1825450"/>
                  </a:cubicBezTo>
                  <a:lnTo>
                    <a:pt x="449211" y="1825450"/>
                  </a:lnTo>
                  <a:lnTo>
                    <a:pt x="449211" y="2111522"/>
                  </a:lnTo>
                  <a:lnTo>
                    <a:pt x="147675" y="2111522"/>
                  </a:lnTo>
                  <a:cubicBezTo>
                    <a:pt x="66492" y="2111522"/>
                    <a:pt x="0" y="2177241"/>
                    <a:pt x="0" y="2259197"/>
                  </a:cubicBezTo>
                  <a:cubicBezTo>
                    <a:pt x="0" y="2340380"/>
                    <a:pt x="65719" y="2406099"/>
                    <a:pt x="147675" y="2406872"/>
                  </a:cubicBezTo>
                  <a:lnTo>
                    <a:pt x="449211" y="2406872"/>
                  </a:lnTo>
                  <a:lnTo>
                    <a:pt x="449211" y="2692944"/>
                  </a:lnTo>
                  <a:lnTo>
                    <a:pt x="147675" y="2692944"/>
                  </a:lnTo>
                  <a:cubicBezTo>
                    <a:pt x="66492" y="2692944"/>
                    <a:pt x="0" y="2758664"/>
                    <a:pt x="0" y="2840619"/>
                  </a:cubicBezTo>
                  <a:cubicBezTo>
                    <a:pt x="0" y="2922575"/>
                    <a:pt x="65719" y="2988294"/>
                    <a:pt x="147675" y="2988294"/>
                  </a:cubicBezTo>
                  <a:cubicBezTo>
                    <a:pt x="147675" y="2988294"/>
                    <a:pt x="147675" y="2988294"/>
                    <a:pt x="147675" y="2988294"/>
                  </a:cubicBezTo>
                  <a:lnTo>
                    <a:pt x="449211" y="2988294"/>
                  </a:lnTo>
                  <a:lnTo>
                    <a:pt x="449211" y="2991387"/>
                  </a:lnTo>
                  <a:cubicBezTo>
                    <a:pt x="449211" y="3248079"/>
                    <a:pt x="657966" y="3456834"/>
                    <a:pt x="914658" y="3456834"/>
                  </a:cubicBezTo>
                  <a:lnTo>
                    <a:pt x="950224" y="3456834"/>
                  </a:lnTo>
                  <a:lnTo>
                    <a:pt x="950224" y="3771514"/>
                  </a:lnTo>
                  <a:cubicBezTo>
                    <a:pt x="950224" y="3852696"/>
                    <a:pt x="1015943" y="3919188"/>
                    <a:pt x="1097899" y="3919188"/>
                  </a:cubicBezTo>
                  <a:cubicBezTo>
                    <a:pt x="1179081" y="3919188"/>
                    <a:pt x="1245574" y="3853469"/>
                    <a:pt x="1245574" y="3771514"/>
                  </a:cubicBezTo>
                  <a:cubicBezTo>
                    <a:pt x="1245574" y="3771514"/>
                    <a:pt x="1245574" y="3771514"/>
                    <a:pt x="1245574" y="3771514"/>
                  </a:cubicBezTo>
                  <a:lnTo>
                    <a:pt x="1245574" y="3457608"/>
                  </a:lnTo>
                  <a:lnTo>
                    <a:pt x="1531646" y="3457608"/>
                  </a:lnTo>
                  <a:lnTo>
                    <a:pt x="1531646" y="3771514"/>
                  </a:lnTo>
                  <a:cubicBezTo>
                    <a:pt x="1530100" y="3852696"/>
                    <a:pt x="1594272" y="3920735"/>
                    <a:pt x="1675455" y="3922281"/>
                  </a:cubicBezTo>
                  <a:cubicBezTo>
                    <a:pt x="1756638" y="3923828"/>
                    <a:pt x="1824677" y="3859655"/>
                    <a:pt x="1826223" y="3778472"/>
                  </a:cubicBezTo>
                  <a:cubicBezTo>
                    <a:pt x="1826223" y="3776152"/>
                    <a:pt x="1826223" y="3773833"/>
                    <a:pt x="1826223" y="3771514"/>
                  </a:cubicBezTo>
                  <a:lnTo>
                    <a:pt x="1826223" y="3457608"/>
                  </a:lnTo>
                  <a:lnTo>
                    <a:pt x="2112295" y="3457608"/>
                  </a:lnTo>
                  <a:lnTo>
                    <a:pt x="2112295" y="3771514"/>
                  </a:lnTo>
                  <a:cubicBezTo>
                    <a:pt x="2110749" y="3852696"/>
                    <a:pt x="2174922" y="3920735"/>
                    <a:pt x="2256104" y="3922281"/>
                  </a:cubicBezTo>
                  <a:cubicBezTo>
                    <a:pt x="2337287" y="3923828"/>
                    <a:pt x="2405326" y="3859655"/>
                    <a:pt x="2406872" y="3778472"/>
                  </a:cubicBezTo>
                  <a:cubicBezTo>
                    <a:pt x="2406872" y="3776152"/>
                    <a:pt x="2406872" y="3773833"/>
                    <a:pt x="2406872" y="3771514"/>
                  </a:cubicBezTo>
                  <a:lnTo>
                    <a:pt x="2406872" y="3457608"/>
                  </a:lnTo>
                  <a:lnTo>
                    <a:pt x="2692944" y="3457608"/>
                  </a:lnTo>
                  <a:lnTo>
                    <a:pt x="2692944" y="3771514"/>
                  </a:lnTo>
                  <a:cubicBezTo>
                    <a:pt x="2692944" y="3852696"/>
                    <a:pt x="2758664" y="3919188"/>
                    <a:pt x="2840619" y="3919188"/>
                  </a:cubicBezTo>
                  <a:cubicBezTo>
                    <a:pt x="2921802" y="3919188"/>
                    <a:pt x="2988294" y="3853469"/>
                    <a:pt x="2988294" y="3771514"/>
                  </a:cubicBezTo>
                  <a:cubicBezTo>
                    <a:pt x="2988294" y="3771514"/>
                    <a:pt x="2988294" y="3771514"/>
                    <a:pt x="2988294" y="3771514"/>
                  </a:cubicBezTo>
                  <a:lnTo>
                    <a:pt x="2988294" y="3456834"/>
                  </a:lnTo>
                  <a:cubicBezTo>
                    <a:pt x="3241893" y="3452968"/>
                    <a:pt x="3446010" y="3245759"/>
                    <a:pt x="3446783" y="2992160"/>
                  </a:cubicBezTo>
                  <a:lnTo>
                    <a:pt x="3446783" y="2989067"/>
                  </a:lnTo>
                  <a:lnTo>
                    <a:pt x="3771514" y="2989067"/>
                  </a:lnTo>
                  <a:cubicBezTo>
                    <a:pt x="3852696" y="2989067"/>
                    <a:pt x="3919188" y="2923348"/>
                    <a:pt x="3919188" y="2841393"/>
                  </a:cubicBezTo>
                  <a:cubicBezTo>
                    <a:pt x="3919188" y="2760210"/>
                    <a:pt x="3853469" y="2693717"/>
                    <a:pt x="3771514" y="2693717"/>
                  </a:cubicBezTo>
                  <a:cubicBezTo>
                    <a:pt x="3771514" y="2693717"/>
                    <a:pt x="3771514" y="2693717"/>
                    <a:pt x="3771514" y="2693717"/>
                  </a:cubicBezTo>
                  <a:lnTo>
                    <a:pt x="3446783" y="2693717"/>
                  </a:lnTo>
                  <a:lnTo>
                    <a:pt x="3446783" y="2407645"/>
                  </a:lnTo>
                  <a:lnTo>
                    <a:pt x="3771514" y="2407645"/>
                  </a:lnTo>
                  <a:cubicBezTo>
                    <a:pt x="3852696" y="2407645"/>
                    <a:pt x="3919188" y="2341926"/>
                    <a:pt x="3919188" y="2259970"/>
                  </a:cubicBezTo>
                  <a:cubicBezTo>
                    <a:pt x="3919188" y="2178788"/>
                    <a:pt x="3853469" y="2112295"/>
                    <a:pt x="3771514" y="2112295"/>
                  </a:cubicBezTo>
                  <a:cubicBezTo>
                    <a:pt x="3771514" y="2112295"/>
                    <a:pt x="3771514" y="2112295"/>
                    <a:pt x="3771514" y="2112295"/>
                  </a:cubicBezTo>
                  <a:lnTo>
                    <a:pt x="3446783" y="2112295"/>
                  </a:lnTo>
                  <a:lnTo>
                    <a:pt x="3446783" y="1826223"/>
                  </a:lnTo>
                  <a:lnTo>
                    <a:pt x="3771514" y="1826996"/>
                  </a:lnTo>
                  <a:close/>
                  <a:moveTo>
                    <a:pt x="3151433" y="2992160"/>
                  </a:moveTo>
                  <a:cubicBezTo>
                    <a:pt x="3151433" y="3086487"/>
                    <a:pt x="3074889" y="3163030"/>
                    <a:pt x="2980563" y="3163030"/>
                  </a:cubicBezTo>
                  <a:lnTo>
                    <a:pt x="915431" y="3163030"/>
                  </a:lnTo>
                  <a:cubicBezTo>
                    <a:pt x="821104" y="3163030"/>
                    <a:pt x="744561" y="3086487"/>
                    <a:pt x="744561" y="2992160"/>
                  </a:cubicBezTo>
                  <a:lnTo>
                    <a:pt x="744561" y="933987"/>
                  </a:lnTo>
                  <a:cubicBezTo>
                    <a:pt x="744561" y="839660"/>
                    <a:pt x="821104" y="763117"/>
                    <a:pt x="915431" y="763117"/>
                  </a:cubicBezTo>
                  <a:lnTo>
                    <a:pt x="2980563" y="763117"/>
                  </a:lnTo>
                  <a:cubicBezTo>
                    <a:pt x="3074889" y="763117"/>
                    <a:pt x="3151433" y="839660"/>
                    <a:pt x="3151433" y="933987"/>
                  </a:cubicBezTo>
                  <a:lnTo>
                    <a:pt x="3151433" y="299216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674" name="Google Shape;674;g3d45bd621e8_0_1405"/>
            <p:cNvSpPr/>
            <p:nvPr/>
          </p:nvSpPr>
          <p:spPr>
            <a:xfrm>
              <a:off x="1689636" y="4042005"/>
              <a:ext cx="323590" cy="323590"/>
            </a:xfrm>
            <a:custGeom>
              <a:rect b="b" l="l" r="r" t="t"/>
              <a:pathLst>
                <a:path extrusionOk="0" h="3922308" w="3922308">
                  <a:moveTo>
                    <a:pt x="2880051" y="849712"/>
                  </a:moveTo>
                  <a:lnTo>
                    <a:pt x="1017489" y="849712"/>
                  </a:lnTo>
                  <a:cubicBezTo>
                    <a:pt x="919297" y="849712"/>
                    <a:pt x="839660" y="929348"/>
                    <a:pt x="839660" y="1027540"/>
                  </a:cubicBezTo>
                  <a:lnTo>
                    <a:pt x="839660" y="2896287"/>
                  </a:lnTo>
                  <a:cubicBezTo>
                    <a:pt x="839660" y="2994480"/>
                    <a:pt x="919297" y="3074116"/>
                    <a:pt x="1017489" y="3074116"/>
                  </a:cubicBezTo>
                  <a:lnTo>
                    <a:pt x="2880051" y="3074116"/>
                  </a:lnTo>
                  <a:cubicBezTo>
                    <a:pt x="2978243" y="3074116"/>
                    <a:pt x="3057880" y="2994480"/>
                    <a:pt x="3058653" y="2896287"/>
                  </a:cubicBezTo>
                  <a:lnTo>
                    <a:pt x="3058653" y="1027540"/>
                  </a:lnTo>
                  <a:cubicBezTo>
                    <a:pt x="3057880" y="929348"/>
                    <a:pt x="2978243" y="849712"/>
                    <a:pt x="2880051" y="849712"/>
                  </a:cubicBezTo>
                  <a:close/>
                  <a:moveTo>
                    <a:pt x="2881597" y="2896287"/>
                  </a:moveTo>
                  <a:lnTo>
                    <a:pt x="2880051" y="2897834"/>
                  </a:lnTo>
                  <a:lnTo>
                    <a:pt x="1016716" y="2896287"/>
                  </a:lnTo>
                  <a:lnTo>
                    <a:pt x="1017489" y="1026767"/>
                  </a:lnTo>
                  <a:lnTo>
                    <a:pt x="2880824" y="1028314"/>
                  </a:lnTo>
                  <a:lnTo>
                    <a:pt x="2880824" y="2896287"/>
                  </a:lnTo>
                  <a:close/>
                  <a:moveTo>
                    <a:pt x="3771514" y="1826996"/>
                  </a:moveTo>
                  <a:cubicBezTo>
                    <a:pt x="3852696" y="1828542"/>
                    <a:pt x="3920735" y="1764369"/>
                    <a:pt x="3922281" y="1683187"/>
                  </a:cubicBezTo>
                  <a:cubicBezTo>
                    <a:pt x="3923828" y="1602004"/>
                    <a:pt x="3859655" y="1533965"/>
                    <a:pt x="3778472" y="1532419"/>
                  </a:cubicBezTo>
                  <a:cubicBezTo>
                    <a:pt x="3776152" y="1532419"/>
                    <a:pt x="3773833" y="1532419"/>
                    <a:pt x="3771514" y="1532419"/>
                  </a:cubicBezTo>
                  <a:lnTo>
                    <a:pt x="3446783" y="1532419"/>
                  </a:lnTo>
                  <a:lnTo>
                    <a:pt x="3446783" y="1246347"/>
                  </a:lnTo>
                  <a:lnTo>
                    <a:pt x="3771514" y="1246347"/>
                  </a:lnTo>
                  <a:cubicBezTo>
                    <a:pt x="3852696" y="1247893"/>
                    <a:pt x="3920735" y="1183720"/>
                    <a:pt x="3922281" y="1102538"/>
                  </a:cubicBezTo>
                  <a:cubicBezTo>
                    <a:pt x="3923828" y="1021355"/>
                    <a:pt x="3859655" y="953316"/>
                    <a:pt x="3778472" y="951770"/>
                  </a:cubicBezTo>
                  <a:cubicBezTo>
                    <a:pt x="3776152" y="951770"/>
                    <a:pt x="3773833" y="951770"/>
                    <a:pt x="3771514" y="951770"/>
                  </a:cubicBezTo>
                  <a:lnTo>
                    <a:pt x="3446783" y="951770"/>
                  </a:lnTo>
                  <a:lnTo>
                    <a:pt x="3446783" y="933987"/>
                  </a:lnTo>
                  <a:cubicBezTo>
                    <a:pt x="3446010" y="680388"/>
                    <a:pt x="3242666" y="473952"/>
                    <a:pt x="2989067" y="469313"/>
                  </a:cubicBezTo>
                  <a:lnTo>
                    <a:pt x="2989067" y="147675"/>
                  </a:lnTo>
                  <a:cubicBezTo>
                    <a:pt x="2989067" y="66492"/>
                    <a:pt x="2923348" y="0"/>
                    <a:pt x="2841393" y="0"/>
                  </a:cubicBezTo>
                  <a:cubicBezTo>
                    <a:pt x="2759436" y="0"/>
                    <a:pt x="2693717" y="65719"/>
                    <a:pt x="2693717" y="147675"/>
                  </a:cubicBezTo>
                  <a:cubicBezTo>
                    <a:pt x="2693717" y="147675"/>
                    <a:pt x="2693717" y="147675"/>
                    <a:pt x="2693717" y="147675"/>
                  </a:cubicBezTo>
                  <a:lnTo>
                    <a:pt x="2693717" y="467767"/>
                  </a:lnTo>
                  <a:lnTo>
                    <a:pt x="2407645" y="467767"/>
                  </a:lnTo>
                  <a:lnTo>
                    <a:pt x="2407645" y="147675"/>
                  </a:lnTo>
                  <a:cubicBezTo>
                    <a:pt x="2406099" y="66492"/>
                    <a:pt x="2338060" y="1546"/>
                    <a:pt x="2256878" y="3866"/>
                  </a:cubicBezTo>
                  <a:cubicBezTo>
                    <a:pt x="2178014" y="5412"/>
                    <a:pt x="2114615" y="68812"/>
                    <a:pt x="2113068" y="147675"/>
                  </a:cubicBezTo>
                  <a:lnTo>
                    <a:pt x="2113068" y="467767"/>
                  </a:lnTo>
                  <a:lnTo>
                    <a:pt x="1826996" y="467767"/>
                  </a:lnTo>
                  <a:lnTo>
                    <a:pt x="1826996" y="147675"/>
                  </a:lnTo>
                  <a:cubicBezTo>
                    <a:pt x="1825450" y="66492"/>
                    <a:pt x="1757411" y="1546"/>
                    <a:pt x="1676228" y="3866"/>
                  </a:cubicBezTo>
                  <a:cubicBezTo>
                    <a:pt x="1597365" y="5412"/>
                    <a:pt x="1533965" y="68812"/>
                    <a:pt x="1532419" y="147675"/>
                  </a:cubicBezTo>
                  <a:lnTo>
                    <a:pt x="1532419" y="467767"/>
                  </a:lnTo>
                  <a:lnTo>
                    <a:pt x="1246347" y="467767"/>
                  </a:lnTo>
                  <a:lnTo>
                    <a:pt x="1246347" y="147675"/>
                  </a:lnTo>
                  <a:cubicBezTo>
                    <a:pt x="1246347" y="66492"/>
                    <a:pt x="1180628" y="0"/>
                    <a:pt x="1098672" y="0"/>
                  </a:cubicBezTo>
                  <a:cubicBezTo>
                    <a:pt x="1017489" y="0"/>
                    <a:pt x="951770" y="65719"/>
                    <a:pt x="950997" y="147675"/>
                  </a:cubicBezTo>
                  <a:lnTo>
                    <a:pt x="950997" y="467767"/>
                  </a:lnTo>
                  <a:lnTo>
                    <a:pt x="914658" y="467767"/>
                  </a:lnTo>
                  <a:cubicBezTo>
                    <a:pt x="657966" y="467767"/>
                    <a:pt x="449211" y="676522"/>
                    <a:pt x="449211" y="933214"/>
                  </a:cubicBezTo>
                  <a:lnTo>
                    <a:pt x="449211" y="950224"/>
                  </a:lnTo>
                  <a:lnTo>
                    <a:pt x="147675" y="950224"/>
                  </a:lnTo>
                  <a:cubicBezTo>
                    <a:pt x="66492" y="951770"/>
                    <a:pt x="1546" y="1019809"/>
                    <a:pt x="3866" y="1100991"/>
                  </a:cubicBezTo>
                  <a:cubicBezTo>
                    <a:pt x="5412" y="1179854"/>
                    <a:pt x="68812" y="1243254"/>
                    <a:pt x="147675" y="1244801"/>
                  </a:cubicBezTo>
                  <a:lnTo>
                    <a:pt x="449211" y="1244801"/>
                  </a:lnTo>
                  <a:lnTo>
                    <a:pt x="449211" y="1530873"/>
                  </a:lnTo>
                  <a:lnTo>
                    <a:pt x="147675" y="1530873"/>
                  </a:lnTo>
                  <a:cubicBezTo>
                    <a:pt x="66492" y="1532419"/>
                    <a:pt x="1546" y="1600458"/>
                    <a:pt x="3866" y="1681641"/>
                  </a:cubicBezTo>
                  <a:cubicBezTo>
                    <a:pt x="5412" y="1760504"/>
                    <a:pt x="68812" y="1823903"/>
                    <a:pt x="147675" y="1825450"/>
                  </a:cubicBezTo>
                  <a:lnTo>
                    <a:pt x="449211" y="1825450"/>
                  </a:lnTo>
                  <a:lnTo>
                    <a:pt x="449211" y="2111522"/>
                  </a:lnTo>
                  <a:lnTo>
                    <a:pt x="147675" y="2111522"/>
                  </a:lnTo>
                  <a:cubicBezTo>
                    <a:pt x="66492" y="2111522"/>
                    <a:pt x="0" y="2177241"/>
                    <a:pt x="0" y="2259197"/>
                  </a:cubicBezTo>
                  <a:cubicBezTo>
                    <a:pt x="0" y="2340380"/>
                    <a:pt x="65719" y="2406099"/>
                    <a:pt x="147675" y="2406872"/>
                  </a:cubicBezTo>
                  <a:lnTo>
                    <a:pt x="449211" y="2406872"/>
                  </a:lnTo>
                  <a:lnTo>
                    <a:pt x="449211" y="2692944"/>
                  </a:lnTo>
                  <a:lnTo>
                    <a:pt x="147675" y="2692944"/>
                  </a:lnTo>
                  <a:cubicBezTo>
                    <a:pt x="66492" y="2692944"/>
                    <a:pt x="0" y="2758664"/>
                    <a:pt x="0" y="2840619"/>
                  </a:cubicBezTo>
                  <a:cubicBezTo>
                    <a:pt x="0" y="2922575"/>
                    <a:pt x="65719" y="2988294"/>
                    <a:pt x="147675" y="2988294"/>
                  </a:cubicBezTo>
                  <a:cubicBezTo>
                    <a:pt x="147675" y="2988294"/>
                    <a:pt x="147675" y="2988294"/>
                    <a:pt x="147675" y="2988294"/>
                  </a:cubicBezTo>
                  <a:lnTo>
                    <a:pt x="449211" y="2988294"/>
                  </a:lnTo>
                  <a:lnTo>
                    <a:pt x="449211" y="2991387"/>
                  </a:lnTo>
                  <a:cubicBezTo>
                    <a:pt x="449211" y="3248079"/>
                    <a:pt x="657966" y="3456834"/>
                    <a:pt x="914658" y="3456834"/>
                  </a:cubicBezTo>
                  <a:lnTo>
                    <a:pt x="950224" y="3456834"/>
                  </a:lnTo>
                  <a:lnTo>
                    <a:pt x="950224" y="3771514"/>
                  </a:lnTo>
                  <a:cubicBezTo>
                    <a:pt x="950224" y="3852696"/>
                    <a:pt x="1015943" y="3919188"/>
                    <a:pt x="1097899" y="3919188"/>
                  </a:cubicBezTo>
                  <a:cubicBezTo>
                    <a:pt x="1179081" y="3919188"/>
                    <a:pt x="1245574" y="3853469"/>
                    <a:pt x="1245574" y="3771514"/>
                  </a:cubicBezTo>
                  <a:cubicBezTo>
                    <a:pt x="1245574" y="3771514"/>
                    <a:pt x="1245574" y="3771514"/>
                    <a:pt x="1245574" y="3771514"/>
                  </a:cubicBezTo>
                  <a:lnTo>
                    <a:pt x="1245574" y="3457608"/>
                  </a:lnTo>
                  <a:lnTo>
                    <a:pt x="1531646" y="3457608"/>
                  </a:lnTo>
                  <a:lnTo>
                    <a:pt x="1531646" y="3771514"/>
                  </a:lnTo>
                  <a:cubicBezTo>
                    <a:pt x="1530100" y="3852696"/>
                    <a:pt x="1594272" y="3920735"/>
                    <a:pt x="1675455" y="3922281"/>
                  </a:cubicBezTo>
                  <a:cubicBezTo>
                    <a:pt x="1756638" y="3923828"/>
                    <a:pt x="1824677" y="3859655"/>
                    <a:pt x="1826223" y="3778472"/>
                  </a:cubicBezTo>
                  <a:cubicBezTo>
                    <a:pt x="1826223" y="3776152"/>
                    <a:pt x="1826223" y="3773833"/>
                    <a:pt x="1826223" y="3771514"/>
                  </a:cubicBezTo>
                  <a:lnTo>
                    <a:pt x="1826223" y="3457608"/>
                  </a:lnTo>
                  <a:lnTo>
                    <a:pt x="2112295" y="3457608"/>
                  </a:lnTo>
                  <a:lnTo>
                    <a:pt x="2112295" y="3771514"/>
                  </a:lnTo>
                  <a:cubicBezTo>
                    <a:pt x="2110749" y="3852696"/>
                    <a:pt x="2174922" y="3920735"/>
                    <a:pt x="2256104" y="3922281"/>
                  </a:cubicBezTo>
                  <a:cubicBezTo>
                    <a:pt x="2337287" y="3923828"/>
                    <a:pt x="2405326" y="3859655"/>
                    <a:pt x="2406872" y="3778472"/>
                  </a:cubicBezTo>
                  <a:cubicBezTo>
                    <a:pt x="2406872" y="3776152"/>
                    <a:pt x="2406872" y="3773833"/>
                    <a:pt x="2406872" y="3771514"/>
                  </a:cubicBezTo>
                  <a:lnTo>
                    <a:pt x="2406872" y="3457608"/>
                  </a:lnTo>
                  <a:lnTo>
                    <a:pt x="2692944" y="3457608"/>
                  </a:lnTo>
                  <a:lnTo>
                    <a:pt x="2692944" y="3771514"/>
                  </a:lnTo>
                  <a:cubicBezTo>
                    <a:pt x="2692944" y="3852696"/>
                    <a:pt x="2758664" y="3919188"/>
                    <a:pt x="2840619" y="3919188"/>
                  </a:cubicBezTo>
                  <a:cubicBezTo>
                    <a:pt x="2921802" y="3919188"/>
                    <a:pt x="2988294" y="3853469"/>
                    <a:pt x="2988294" y="3771514"/>
                  </a:cubicBezTo>
                  <a:cubicBezTo>
                    <a:pt x="2988294" y="3771514"/>
                    <a:pt x="2988294" y="3771514"/>
                    <a:pt x="2988294" y="3771514"/>
                  </a:cubicBezTo>
                  <a:lnTo>
                    <a:pt x="2988294" y="3456834"/>
                  </a:lnTo>
                  <a:cubicBezTo>
                    <a:pt x="3241893" y="3452968"/>
                    <a:pt x="3446010" y="3245759"/>
                    <a:pt x="3446783" y="2992160"/>
                  </a:cubicBezTo>
                  <a:lnTo>
                    <a:pt x="3446783" y="2989067"/>
                  </a:lnTo>
                  <a:lnTo>
                    <a:pt x="3771514" y="2989067"/>
                  </a:lnTo>
                  <a:cubicBezTo>
                    <a:pt x="3852696" y="2989067"/>
                    <a:pt x="3919188" y="2923348"/>
                    <a:pt x="3919188" y="2841393"/>
                  </a:cubicBezTo>
                  <a:cubicBezTo>
                    <a:pt x="3919188" y="2760210"/>
                    <a:pt x="3853469" y="2693717"/>
                    <a:pt x="3771514" y="2693717"/>
                  </a:cubicBezTo>
                  <a:cubicBezTo>
                    <a:pt x="3771514" y="2693717"/>
                    <a:pt x="3771514" y="2693717"/>
                    <a:pt x="3771514" y="2693717"/>
                  </a:cubicBezTo>
                  <a:lnTo>
                    <a:pt x="3446783" y="2693717"/>
                  </a:lnTo>
                  <a:lnTo>
                    <a:pt x="3446783" y="2407645"/>
                  </a:lnTo>
                  <a:lnTo>
                    <a:pt x="3771514" y="2407645"/>
                  </a:lnTo>
                  <a:cubicBezTo>
                    <a:pt x="3852696" y="2407645"/>
                    <a:pt x="3919188" y="2341926"/>
                    <a:pt x="3919188" y="2259970"/>
                  </a:cubicBezTo>
                  <a:cubicBezTo>
                    <a:pt x="3919188" y="2178788"/>
                    <a:pt x="3853469" y="2112295"/>
                    <a:pt x="3771514" y="2112295"/>
                  </a:cubicBezTo>
                  <a:cubicBezTo>
                    <a:pt x="3771514" y="2112295"/>
                    <a:pt x="3771514" y="2112295"/>
                    <a:pt x="3771514" y="2112295"/>
                  </a:cubicBezTo>
                  <a:lnTo>
                    <a:pt x="3446783" y="2112295"/>
                  </a:lnTo>
                  <a:lnTo>
                    <a:pt x="3446783" y="1826223"/>
                  </a:lnTo>
                  <a:lnTo>
                    <a:pt x="3771514" y="1826996"/>
                  </a:lnTo>
                  <a:close/>
                  <a:moveTo>
                    <a:pt x="3151433" y="2992160"/>
                  </a:moveTo>
                  <a:cubicBezTo>
                    <a:pt x="3151433" y="3086487"/>
                    <a:pt x="3074889" y="3163030"/>
                    <a:pt x="2980563" y="3163030"/>
                  </a:cubicBezTo>
                  <a:lnTo>
                    <a:pt x="915431" y="3163030"/>
                  </a:lnTo>
                  <a:cubicBezTo>
                    <a:pt x="821104" y="3163030"/>
                    <a:pt x="744561" y="3086487"/>
                    <a:pt x="744561" y="2992160"/>
                  </a:cubicBezTo>
                  <a:lnTo>
                    <a:pt x="744561" y="933987"/>
                  </a:lnTo>
                  <a:cubicBezTo>
                    <a:pt x="744561" y="839660"/>
                    <a:pt x="821104" y="763117"/>
                    <a:pt x="915431" y="763117"/>
                  </a:cubicBezTo>
                  <a:lnTo>
                    <a:pt x="2980563" y="763117"/>
                  </a:lnTo>
                  <a:cubicBezTo>
                    <a:pt x="3074889" y="763117"/>
                    <a:pt x="3151433" y="839660"/>
                    <a:pt x="3151433" y="933987"/>
                  </a:cubicBezTo>
                  <a:lnTo>
                    <a:pt x="3151433" y="299216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sp>
          <p:nvSpPr>
            <p:cNvPr id="675" name="Google Shape;675;g3d45bd621e8_0_1405"/>
            <p:cNvSpPr/>
            <p:nvPr/>
          </p:nvSpPr>
          <p:spPr>
            <a:xfrm>
              <a:off x="2029486" y="4042005"/>
              <a:ext cx="323590" cy="323590"/>
            </a:xfrm>
            <a:custGeom>
              <a:rect b="b" l="l" r="r" t="t"/>
              <a:pathLst>
                <a:path extrusionOk="0" h="3922308" w="3922308">
                  <a:moveTo>
                    <a:pt x="2880051" y="849712"/>
                  </a:moveTo>
                  <a:lnTo>
                    <a:pt x="1017489" y="849712"/>
                  </a:lnTo>
                  <a:cubicBezTo>
                    <a:pt x="919297" y="849712"/>
                    <a:pt x="839660" y="929348"/>
                    <a:pt x="839660" y="1027540"/>
                  </a:cubicBezTo>
                  <a:lnTo>
                    <a:pt x="839660" y="2896287"/>
                  </a:lnTo>
                  <a:cubicBezTo>
                    <a:pt x="839660" y="2994480"/>
                    <a:pt x="919297" y="3074116"/>
                    <a:pt x="1017489" y="3074116"/>
                  </a:cubicBezTo>
                  <a:lnTo>
                    <a:pt x="2880051" y="3074116"/>
                  </a:lnTo>
                  <a:cubicBezTo>
                    <a:pt x="2978243" y="3074116"/>
                    <a:pt x="3057880" y="2994480"/>
                    <a:pt x="3058653" y="2896287"/>
                  </a:cubicBezTo>
                  <a:lnTo>
                    <a:pt x="3058653" y="1027540"/>
                  </a:lnTo>
                  <a:cubicBezTo>
                    <a:pt x="3057880" y="929348"/>
                    <a:pt x="2978243" y="849712"/>
                    <a:pt x="2880051" y="849712"/>
                  </a:cubicBezTo>
                  <a:close/>
                  <a:moveTo>
                    <a:pt x="2881597" y="2896287"/>
                  </a:moveTo>
                  <a:lnTo>
                    <a:pt x="2880051" y="2897834"/>
                  </a:lnTo>
                  <a:lnTo>
                    <a:pt x="1016716" y="2896287"/>
                  </a:lnTo>
                  <a:lnTo>
                    <a:pt x="1017489" y="1026767"/>
                  </a:lnTo>
                  <a:lnTo>
                    <a:pt x="2880824" y="1028314"/>
                  </a:lnTo>
                  <a:lnTo>
                    <a:pt x="2880824" y="2896287"/>
                  </a:lnTo>
                  <a:close/>
                  <a:moveTo>
                    <a:pt x="3771514" y="1826996"/>
                  </a:moveTo>
                  <a:cubicBezTo>
                    <a:pt x="3852696" y="1828542"/>
                    <a:pt x="3920735" y="1764369"/>
                    <a:pt x="3922281" y="1683187"/>
                  </a:cubicBezTo>
                  <a:cubicBezTo>
                    <a:pt x="3923828" y="1602004"/>
                    <a:pt x="3859655" y="1533965"/>
                    <a:pt x="3778472" y="1532419"/>
                  </a:cubicBezTo>
                  <a:cubicBezTo>
                    <a:pt x="3776152" y="1532419"/>
                    <a:pt x="3773833" y="1532419"/>
                    <a:pt x="3771514" y="1532419"/>
                  </a:cubicBezTo>
                  <a:lnTo>
                    <a:pt x="3446783" y="1532419"/>
                  </a:lnTo>
                  <a:lnTo>
                    <a:pt x="3446783" y="1246347"/>
                  </a:lnTo>
                  <a:lnTo>
                    <a:pt x="3771514" y="1246347"/>
                  </a:lnTo>
                  <a:cubicBezTo>
                    <a:pt x="3852696" y="1247893"/>
                    <a:pt x="3920735" y="1183720"/>
                    <a:pt x="3922281" y="1102538"/>
                  </a:cubicBezTo>
                  <a:cubicBezTo>
                    <a:pt x="3923828" y="1021355"/>
                    <a:pt x="3859655" y="953316"/>
                    <a:pt x="3778472" y="951770"/>
                  </a:cubicBezTo>
                  <a:cubicBezTo>
                    <a:pt x="3776152" y="951770"/>
                    <a:pt x="3773833" y="951770"/>
                    <a:pt x="3771514" y="951770"/>
                  </a:cubicBezTo>
                  <a:lnTo>
                    <a:pt x="3446783" y="951770"/>
                  </a:lnTo>
                  <a:lnTo>
                    <a:pt x="3446783" y="933987"/>
                  </a:lnTo>
                  <a:cubicBezTo>
                    <a:pt x="3446010" y="680388"/>
                    <a:pt x="3242666" y="473952"/>
                    <a:pt x="2989067" y="469313"/>
                  </a:cubicBezTo>
                  <a:lnTo>
                    <a:pt x="2989067" y="147675"/>
                  </a:lnTo>
                  <a:cubicBezTo>
                    <a:pt x="2989067" y="66492"/>
                    <a:pt x="2923348" y="0"/>
                    <a:pt x="2841393" y="0"/>
                  </a:cubicBezTo>
                  <a:cubicBezTo>
                    <a:pt x="2759436" y="0"/>
                    <a:pt x="2693717" y="65719"/>
                    <a:pt x="2693717" y="147675"/>
                  </a:cubicBezTo>
                  <a:cubicBezTo>
                    <a:pt x="2693717" y="147675"/>
                    <a:pt x="2693717" y="147675"/>
                    <a:pt x="2693717" y="147675"/>
                  </a:cubicBezTo>
                  <a:lnTo>
                    <a:pt x="2693717" y="467767"/>
                  </a:lnTo>
                  <a:lnTo>
                    <a:pt x="2407645" y="467767"/>
                  </a:lnTo>
                  <a:lnTo>
                    <a:pt x="2407645" y="147675"/>
                  </a:lnTo>
                  <a:cubicBezTo>
                    <a:pt x="2406099" y="66492"/>
                    <a:pt x="2338060" y="1546"/>
                    <a:pt x="2256878" y="3866"/>
                  </a:cubicBezTo>
                  <a:cubicBezTo>
                    <a:pt x="2178014" y="5412"/>
                    <a:pt x="2114615" y="68812"/>
                    <a:pt x="2113068" y="147675"/>
                  </a:cubicBezTo>
                  <a:lnTo>
                    <a:pt x="2113068" y="467767"/>
                  </a:lnTo>
                  <a:lnTo>
                    <a:pt x="1826996" y="467767"/>
                  </a:lnTo>
                  <a:lnTo>
                    <a:pt x="1826996" y="147675"/>
                  </a:lnTo>
                  <a:cubicBezTo>
                    <a:pt x="1825450" y="66492"/>
                    <a:pt x="1757411" y="1546"/>
                    <a:pt x="1676228" y="3866"/>
                  </a:cubicBezTo>
                  <a:cubicBezTo>
                    <a:pt x="1597365" y="5412"/>
                    <a:pt x="1533965" y="68812"/>
                    <a:pt x="1532419" y="147675"/>
                  </a:cubicBezTo>
                  <a:lnTo>
                    <a:pt x="1532419" y="467767"/>
                  </a:lnTo>
                  <a:lnTo>
                    <a:pt x="1246347" y="467767"/>
                  </a:lnTo>
                  <a:lnTo>
                    <a:pt x="1246347" y="147675"/>
                  </a:lnTo>
                  <a:cubicBezTo>
                    <a:pt x="1246347" y="66492"/>
                    <a:pt x="1180628" y="0"/>
                    <a:pt x="1098672" y="0"/>
                  </a:cubicBezTo>
                  <a:cubicBezTo>
                    <a:pt x="1017489" y="0"/>
                    <a:pt x="951770" y="65719"/>
                    <a:pt x="950997" y="147675"/>
                  </a:cubicBezTo>
                  <a:lnTo>
                    <a:pt x="950997" y="467767"/>
                  </a:lnTo>
                  <a:lnTo>
                    <a:pt x="914658" y="467767"/>
                  </a:lnTo>
                  <a:cubicBezTo>
                    <a:pt x="657966" y="467767"/>
                    <a:pt x="449211" y="676522"/>
                    <a:pt x="449211" y="933214"/>
                  </a:cubicBezTo>
                  <a:lnTo>
                    <a:pt x="449211" y="950224"/>
                  </a:lnTo>
                  <a:lnTo>
                    <a:pt x="147675" y="950224"/>
                  </a:lnTo>
                  <a:cubicBezTo>
                    <a:pt x="66492" y="951770"/>
                    <a:pt x="1546" y="1019809"/>
                    <a:pt x="3866" y="1100991"/>
                  </a:cubicBezTo>
                  <a:cubicBezTo>
                    <a:pt x="5412" y="1179854"/>
                    <a:pt x="68812" y="1243254"/>
                    <a:pt x="147675" y="1244801"/>
                  </a:cubicBezTo>
                  <a:lnTo>
                    <a:pt x="449211" y="1244801"/>
                  </a:lnTo>
                  <a:lnTo>
                    <a:pt x="449211" y="1530873"/>
                  </a:lnTo>
                  <a:lnTo>
                    <a:pt x="147675" y="1530873"/>
                  </a:lnTo>
                  <a:cubicBezTo>
                    <a:pt x="66492" y="1532419"/>
                    <a:pt x="1546" y="1600458"/>
                    <a:pt x="3866" y="1681641"/>
                  </a:cubicBezTo>
                  <a:cubicBezTo>
                    <a:pt x="5412" y="1760504"/>
                    <a:pt x="68812" y="1823903"/>
                    <a:pt x="147675" y="1825450"/>
                  </a:cubicBezTo>
                  <a:lnTo>
                    <a:pt x="449211" y="1825450"/>
                  </a:lnTo>
                  <a:lnTo>
                    <a:pt x="449211" y="2111522"/>
                  </a:lnTo>
                  <a:lnTo>
                    <a:pt x="147675" y="2111522"/>
                  </a:lnTo>
                  <a:cubicBezTo>
                    <a:pt x="66492" y="2111522"/>
                    <a:pt x="0" y="2177241"/>
                    <a:pt x="0" y="2259197"/>
                  </a:cubicBezTo>
                  <a:cubicBezTo>
                    <a:pt x="0" y="2340380"/>
                    <a:pt x="65719" y="2406099"/>
                    <a:pt x="147675" y="2406872"/>
                  </a:cubicBezTo>
                  <a:lnTo>
                    <a:pt x="449211" y="2406872"/>
                  </a:lnTo>
                  <a:lnTo>
                    <a:pt x="449211" y="2692944"/>
                  </a:lnTo>
                  <a:lnTo>
                    <a:pt x="147675" y="2692944"/>
                  </a:lnTo>
                  <a:cubicBezTo>
                    <a:pt x="66492" y="2692944"/>
                    <a:pt x="0" y="2758664"/>
                    <a:pt x="0" y="2840619"/>
                  </a:cubicBezTo>
                  <a:cubicBezTo>
                    <a:pt x="0" y="2922575"/>
                    <a:pt x="65719" y="2988294"/>
                    <a:pt x="147675" y="2988294"/>
                  </a:cubicBezTo>
                  <a:cubicBezTo>
                    <a:pt x="147675" y="2988294"/>
                    <a:pt x="147675" y="2988294"/>
                    <a:pt x="147675" y="2988294"/>
                  </a:cubicBezTo>
                  <a:lnTo>
                    <a:pt x="449211" y="2988294"/>
                  </a:lnTo>
                  <a:lnTo>
                    <a:pt x="449211" y="2991387"/>
                  </a:lnTo>
                  <a:cubicBezTo>
                    <a:pt x="449211" y="3248079"/>
                    <a:pt x="657966" y="3456834"/>
                    <a:pt x="914658" y="3456834"/>
                  </a:cubicBezTo>
                  <a:lnTo>
                    <a:pt x="950224" y="3456834"/>
                  </a:lnTo>
                  <a:lnTo>
                    <a:pt x="950224" y="3771514"/>
                  </a:lnTo>
                  <a:cubicBezTo>
                    <a:pt x="950224" y="3852696"/>
                    <a:pt x="1015943" y="3919188"/>
                    <a:pt x="1097899" y="3919188"/>
                  </a:cubicBezTo>
                  <a:cubicBezTo>
                    <a:pt x="1179081" y="3919188"/>
                    <a:pt x="1245574" y="3853469"/>
                    <a:pt x="1245574" y="3771514"/>
                  </a:cubicBezTo>
                  <a:cubicBezTo>
                    <a:pt x="1245574" y="3771514"/>
                    <a:pt x="1245574" y="3771514"/>
                    <a:pt x="1245574" y="3771514"/>
                  </a:cubicBezTo>
                  <a:lnTo>
                    <a:pt x="1245574" y="3457608"/>
                  </a:lnTo>
                  <a:lnTo>
                    <a:pt x="1531646" y="3457608"/>
                  </a:lnTo>
                  <a:lnTo>
                    <a:pt x="1531646" y="3771514"/>
                  </a:lnTo>
                  <a:cubicBezTo>
                    <a:pt x="1530100" y="3852696"/>
                    <a:pt x="1594272" y="3920735"/>
                    <a:pt x="1675455" y="3922281"/>
                  </a:cubicBezTo>
                  <a:cubicBezTo>
                    <a:pt x="1756638" y="3923828"/>
                    <a:pt x="1824677" y="3859655"/>
                    <a:pt x="1826223" y="3778472"/>
                  </a:cubicBezTo>
                  <a:cubicBezTo>
                    <a:pt x="1826223" y="3776152"/>
                    <a:pt x="1826223" y="3773833"/>
                    <a:pt x="1826223" y="3771514"/>
                  </a:cubicBezTo>
                  <a:lnTo>
                    <a:pt x="1826223" y="3457608"/>
                  </a:lnTo>
                  <a:lnTo>
                    <a:pt x="2112295" y="3457608"/>
                  </a:lnTo>
                  <a:lnTo>
                    <a:pt x="2112295" y="3771514"/>
                  </a:lnTo>
                  <a:cubicBezTo>
                    <a:pt x="2110749" y="3852696"/>
                    <a:pt x="2174922" y="3920735"/>
                    <a:pt x="2256104" y="3922281"/>
                  </a:cubicBezTo>
                  <a:cubicBezTo>
                    <a:pt x="2337287" y="3923828"/>
                    <a:pt x="2405326" y="3859655"/>
                    <a:pt x="2406872" y="3778472"/>
                  </a:cubicBezTo>
                  <a:cubicBezTo>
                    <a:pt x="2406872" y="3776152"/>
                    <a:pt x="2406872" y="3773833"/>
                    <a:pt x="2406872" y="3771514"/>
                  </a:cubicBezTo>
                  <a:lnTo>
                    <a:pt x="2406872" y="3457608"/>
                  </a:lnTo>
                  <a:lnTo>
                    <a:pt x="2692944" y="3457608"/>
                  </a:lnTo>
                  <a:lnTo>
                    <a:pt x="2692944" y="3771514"/>
                  </a:lnTo>
                  <a:cubicBezTo>
                    <a:pt x="2692944" y="3852696"/>
                    <a:pt x="2758664" y="3919188"/>
                    <a:pt x="2840619" y="3919188"/>
                  </a:cubicBezTo>
                  <a:cubicBezTo>
                    <a:pt x="2921802" y="3919188"/>
                    <a:pt x="2988294" y="3853469"/>
                    <a:pt x="2988294" y="3771514"/>
                  </a:cubicBezTo>
                  <a:cubicBezTo>
                    <a:pt x="2988294" y="3771514"/>
                    <a:pt x="2988294" y="3771514"/>
                    <a:pt x="2988294" y="3771514"/>
                  </a:cubicBezTo>
                  <a:lnTo>
                    <a:pt x="2988294" y="3456834"/>
                  </a:lnTo>
                  <a:cubicBezTo>
                    <a:pt x="3241893" y="3452968"/>
                    <a:pt x="3446010" y="3245759"/>
                    <a:pt x="3446783" y="2992160"/>
                  </a:cubicBezTo>
                  <a:lnTo>
                    <a:pt x="3446783" y="2989067"/>
                  </a:lnTo>
                  <a:lnTo>
                    <a:pt x="3771514" y="2989067"/>
                  </a:lnTo>
                  <a:cubicBezTo>
                    <a:pt x="3852696" y="2989067"/>
                    <a:pt x="3919188" y="2923348"/>
                    <a:pt x="3919188" y="2841393"/>
                  </a:cubicBezTo>
                  <a:cubicBezTo>
                    <a:pt x="3919188" y="2760210"/>
                    <a:pt x="3853469" y="2693717"/>
                    <a:pt x="3771514" y="2693717"/>
                  </a:cubicBezTo>
                  <a:cubicBezTo>
                    <a:pt x="3771514" y="2693717"/>
                    <a:pt x="3771514" y="2693717"/>
                    <a:pt x="3771514" y="2693717"/>
                  </a:cubicBezTo>
                  <a:lnTo>
                    <a:pt x="3446783" y="2693717"/>
                  </a:lnTo>
                  <a:lnTo>
                    <a:pt x="3446783" y="2407645"/>
                  </a:lnTo>
                  <a:lnTo>
                    <a:pt x="3771514" y="2407645"/>
                  </a:lnTo>
                  <a:cubicBezTo>
                    <a:pt x="3852696" y="2407645"/>
                    <a:pt x="3919188" y="2341926"/>
                    <a:pt x="3919188" y="2259970"/>
                  </a:cubicBezTo>
                  <a:cubicBezTo>
                    <a:pt x="3919188" y="2178788"/>
                    <a:pt x="3853469" y="2112295"/>
                    <a:pt x="3771514" y="2112295"/>
                  </a:cubicBezTo>
                  <a:cubicBezTo>
                    <a:pt x="3771514" y="2112295"/>
                    <a:pt x="3771514" y="2112295"/>
                    <a:pt x="3771514" y="2112295"/>
                  </a:cubicBezTo>
                  <a:lnTo>
                    <a:pt x="3446783" y="2112295"/>
                  </a:lnTo>
                  <a:lnTo>
                    <a:pt x="3446783" y="1826223"/>
                  </a:lnTo>
                  <a:lnTo>
                    <a:pt x="3771514" y="1826996"/>
                  </a:lnTo>
                  <a:close/>
                  <a:moveTo>
                    <a:pt x="3151433" y="2992160"/>
                  </a:moveTo>
                  <a:cubicBezTo>
                    <a:pt x="3151433" y="3086487"/>
                    <a:pt x="3074889" y="3163030"/>
                    <a:pt x="2980563" y="3163030"/>
                  </a:cubicBezTo>
                  <a:lnTo>
                    <a:pt x="915431" y="3163030"/>
                  </a:lnTo>
                  <a:cubicBezTo>
                    <a:pt x="821104" y="3163030"/>
                    <a:pt x="744561" y="3086487"/>
                    <a:pt x="744561" y="2992160"/>
                  </a:cubicBezTo>
                  <a:lnTo>
                    <a:pt x="744561" y="933987"/>
                  </a:lnTo>
                  <a:cubicBezTo>
                    <a:pt x="744561" y="839660"/>
                    <a:pt x="821104" y="763117"/>
                    <a:pt x="915431" y="763117"/>
                  </a:cubicBezTo>
                  <a:lnTo>
                    <a:pt x="2980563" y="763117"/>
                  </a:lnTo>
                  <a:cubicBezTo>
                    <a:pt x="3074889" y="763117"/>
                    <a:pt x="3151433" y="839660"/>
                    <a:pt x="3151433" y="933987"/>
                  </a:cubicBezTo>
                  <a:lnTo>
                    <a:pt x="3151433" y="299216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p:txBody>
        </p:sp>
      </p:grpSp>
      <p:grpSp>
        <p:nvGrpSpPr>
          <p:cNvPr id="676" name="Google Shape;676;g3d45bd621e8_0_1405"/>
          <p:cNvGrpSpPr/>
          <p:nvPr/>
        </p:nvGrpSpPr>
        <p:grpSpPr>
          <a:xfrm>
            <a:off x="7406267" y="1742022"/>
            <a:ext cx="691538" cy="714884"/>
            <a:chOff x="6833218" y="1730000"/>
            <a:chExt cx="773100" cy="799200"/>
          </a:xfrm>
        </p:grpSpPr>
        <p:sp>
          <p:nvSpPr>
            <p:cNvPr id="677" name="Google Shape;677;g3d45bd621e8_0_1405"/>
            <p:cNvSpPr/>
            <p:nvPr/>
          </p:nvSpPr>
          <p:spPr>
            <a:xfrm>
              <a:off x="6833218" y="1730000"/>
              <a:ext cx="773100" cy="799200"/>
            </a:xfrm>
            <a:prstGeom prst="rect">
              <a:avLst/>
            </a:prstGeom>
            <a:solidFill>
              <a:srgbClr val="3DA8E5"/>
            </a:solidFill>
            <a:ln cap="flat" cmpd="sng" w="17050">
              <a:solidFill>
                <a:srgbClr val="3DA8E5"/>
              </a:solidFill>
              <a:prstDash val="solid"/>
              <a:round/>
              <a:headEnd len="sm" w="sm" type="none"/>
              <a:tailEnd len="sm" w="sm" type="none"/>
            </a:ln>
          </p:spPr>
          <p:txBody>
            <a:bodyPr anchorCtr="0" anchor="ctr" bIns="81775" lIns="81775" spcFirstLastPara="1" rIns="81775" wrap="square" tIns="81775">
              <a:noAutofit/>
            </a:bodyPr>
            <a:lstStyle/>
            <a:p>
              <a:pPr indent="0" lvl="0" marL="0" marR="0" rtl="0" algn="ctr">
                <a:lnSpc>
                  <a:spcPct val="100000"/>
                </a:lnSpc>
                <a:spcBef>
                  <a:spcPts val="0"/>
                </a:spcBef>
                <a:spcAft>
                  <a:spcPts val="0"/>
                </a:spcAft>
                <a:buClr>
                  <a:srgbClr val="000000"/>
                </a:buClr>
                <a:buSzPts val="447"/>
                <a:buFont typeface="Arial"/>
                <a:buNone/>
              </a:pPr>
              <a:r>
                <a:t/>
              </a:r>
              <a:endParaRPr b="1" i="0" sz="626"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47"/>
                <a:buFont typeface="Arial"/>
                <a:buNone/>
              </a:pPr>
              <a:r>
                <a:t/>
              </a:r>
              <a:endParaRPr b="1" i="0" sz="626"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47"/>
                <a:buFont typeface="Arial"/>
                <a:buNone/>
              </a:pPr>
              <a:r>
                <a:t/>
              </a:r>
              <a:endParaRPr b="1" i="0" sz="626"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47"/>
                <a:buFont typeface="Arial"/>
                <a:buNone/>
              </a:pPr>
              <a:r>
                <a:rPr b="1" i="0" lang="en-US" sz="626" u="none" cap="none" strike="noStrike">
                  <a:solidFill>
                    <a:schemeClr val="lt1"/>
                  </a:solidFill>
                  <a:latin typeface="Arial"/>
                  <a:ea typeface="Arial"/>
                  <a:cs typeface="Arial"/>
                  <a:sym typeface="Arial"/>
                </a:rPr>
                <a:t>Cortex Services</a:t>
              </a:r>
              <a:endParaRPr b="1" i="0" sz="447" u="none" cap="none" strike="noStrike">
                <a:solidFill>
                  <a:schemeClr val="lt1"/>
                </a:solidFill>
                <a:latin typeface="Arial"/>
                <a:ea typeface="Arial"/>
                <a:cs typeface="Arial"/>
                <a:sym typeface="Arial"/>
              </a:endParaRPr>
            </a:p>
          </p:txBody>
        </p:sp>
        <p:sp>
          <p:nvSpPr>
            <p:cNvPr id="678" name="Google Shape;678;g3d45bd621e8_0_1405"/>
            <p:cNvSpPr/>
            <p:nvPr/>
          </p:nvSpPr>
          <p:spPr>
            <a:xfrm>
              <a:off x="7050477" y="1819779"/>
              <a:ext cx="340076" cy="217213"/>
            </a:xfrm>
            <a:custGeom>
              <a:rect b="b" l="l" r="r" t="t"/>
              <a:pathLst>
                <a:path extrusionOk="0" h="1524301" w="2386495">
                  <a:moveTo>
                    <a:pt x="2294870" y="1216109"/>
                  </a:moveTo>
                  <a:lnTo>
                    <a:pt x="2294870" y="612308"/>
                  </a:lnTo>
                  <a:cubicBezTo>
                    <a:pt x="2348924" y="585902"/>
                    <a:pt x="2386495" y="530785"/>
                    <a:pt x="2386495" y="466807"/>
                  </a:cubicBezTo>
                  <a:cubicBezTo>
                    <a:pt x="2386495" y="402830"/>
                    <a:pt x="2348924" y="347713"/>
                    <a:pt x="2294870" y="321307"/>
                  </a:cubicBezTo>
                  <a:lnTo>
                    <a:pt x="2294870" y="91625"/>
                  </a:lnTo>
                  <a:lnTo>
                    <a:pt x="1206894" y="91625"/>
                  </a:lnTo>
                  <a:cubicBezTo>
                    <a:pt x="1180487" y="37571"/>
                    <a:pt x="1125371" y="0"/>
                    <a:pt x="1061393" y="0"/>
                  </a:cubicBezTo>
                  <a:cubicBezTo>
                    <a:pt x="997415" y="0"/>
                    <a:pt x="942299" y="37571"/>
                    <a:pt x="915892" y="91625"/>
                  </a:cubicBezTo>
                  <a:lnTo>
                    <a:pt x="308015" y="91625"/>
                  </a:lnTo>
                  <a:cubicBezTo>
                    <a:pt x="281609" y="37571"/>
                    <a:pt x="226492" y="0"/>
                    <a:pt x="162514" y="0"/>
                  </a:cubicBezTo>
                  <a:cubicBezTo>
                    <a:pt x="73016" y="0"/>
                    <a:pt x="0" y="72839"/>
                    <a:pt x="0" y="162514"/>
                  </a:cubicBezTo>
                  <a:cubicBezTo>
                    <a:pt x="0" y="224720"/>
                    <a:pt x="35445" y="278064"/>
                    <a:pt x="86840" y="305534"/>
                  </a:cubicBezTo>
                  <a:lnTo>
                    <a:pt x="86840" y="1213983"/>
                  </a:lnTo>
                  <a:cubicBezTo>
                    <a:pt x="35445" y="1241275"/>
                    <a:pt x="0" y="1294797"/>
                    <a:pt x="0" y="1357002"/>
                  </a:cubicBezTo>
                  <a:cubicBezTo>
                    <a:pt x="0" y="1446677"/>
                    <a:pt x="72839" y="1519516"/>
                    <a:pt x="162514" y="1519516"/>
                  </a:cubicBezTo>
                  <a:cubicBezTo>
                    <a:pt x="224543" y="1519516"/>
                    <a:pt x="278064" y="1484072"/>
                    <a:pt x="305357" y="1432677"/>
                  </a:cubicBezTo>
                  <a:lnTo>
                    <a:pt x="2078480" y="1432677"/>
                  </a:lnTo>
                  <a:cubicBezTo>
                    <a:pt x="2104887" y="1486730"/>
                    <a:pt x="2160003" y="1524302"/>
                    <a:pt x="2223981" y="1524302"/>
                  </a:cubicBezTo>
                  <a:cubicBezTo>
                    <a:pt x="2313479" y="1524302"/>
                    <a:pt x="2386495" y="1451463"/>
                    <a:pt x="2386495" y="1361787"/>
                  </a:cubicBezTo>
                  <a:cubicBezTo>
                    <a:pt x="2386495" y="1297632"/>
                    <a:pt x="2348924" y="1242693"/>
                    <a:pt x="2294870" y="1216287"/>
                  </a:cubicBezTo>
                  <a:close/>
                  <a:moveTo>
                    <a:pt x="162514" y="1448450"/>
                  </a:moveTo>
                  <a:cubicBezTo>
                    <a:pt x="112005" y="1448450"/>
                    <a:pt x="70890" y="1407334"/>
                    <a:pt x="70890" y="1356825"/>
                  </a:cubicBezTo>
                  <a:cubicBezTo>
                    <a:pt x="70890" y="1306316"/>
                    <a:pt x="112005" y="1265200"/>
                    <a:pt x="162514" y="1265200"/>
                  </a:cubicBezTo>
                  <a:cubicBezTo>
                    <a:pt x="213023" y="1265200"/>
                    <a:pt x="254139" y="1306316"/>
                    <a:pt x="254139" y="1356825"/>
                  </a:cubicBezTo>
                  <a:cubicBezTo>
                    <a:pt x="254139" y="1407334"/>
                    <a:pt x="213023" y="1448450"/>
                    <a:pt x="162514" y="1448450"/>
                  </a:cubicBezTo>
                  <a:close/>
                  <a:moveTo>
                    <a:pt x="162514" y="70890"/>
                  </a:moveTo>
                  <a:cubicBezTo>
                    <a:pt x="213023" y="70890"/>
                    <a:pt x="254139" y="112005"/>
                    <a:pt x="254139" y="162514"/>
                  </a:cubicBezTo>
                  <a:cubicBezTo>
                    <a:pt x="254139" y="213023"/>
                    <a:pt x="213023" y="254139"/>
                    <a:pt x="162514" y="254139"/>
                  </a:cubicBezTo>
                  <a:cubicBezTo>
                    <a:pt x="112005" y="254139"/>
                    <a:pt x="70890" y="213023"/>
                    <a:pt x="70890" y="162514"/>
                  </a:cubicBezTo>
                  <a:cubicBezTo>
                    <a:pt x="70890" y="112005"/>
                    <a:pt x="112005" y="70890"/>
                    <a:pt x="162514" y="70890"/>
                  </a:cubicBezTo>
                  <a:close/>
                  <a:moveTo>
                    <a:pt x="1061393" y="70890"/>
                  </a:moveTo>
                  <a:cubicBezTo>
                    <a:pt x="1111902" y="70890"/>
                    <a:pt x="1153018" y="112005"/>
                    <a:pt x="1153018" y="162514"/>
                  </a:cubicBezTo>
                  <a:cubicBezTo>
                    <a:pt x="1153018" y="213023"/>
                    <a:pt x="1111902" y="254139"/>
                    <a:pt x="1061393" y="254139"/>
                  </a:cubicBezTo>
                  <a:cubicBezTo>
                    <a:pt x="1010884" y="254139"/>
                    <a:pt x="969768" y="213023"/>
                    <a:pt x="969768" y="162514"/>
                  </a:cubicBezTo>
                  <a:cubicBezTo>
                    <a:pt x="969768" y="112005"/>
                    <a:pt x="1010884" y="70890"/>
                    <a:pt x="1061393" y="70890"/>
                  </a:cubicBezTo>
                  <a:close/>
                  <a:moveTo>
                    <a:pt x="945134" y="275760"/>
                  </a:moveTo>
                  <a:lnTo>
                    <a:pt x="709427" y="636942"/>
                  </a:lnTo>
                  <a:cubicBezTo>
                    <a:pt x="697730" y="633398"/>
                    <a:pt x="685502" y="630917"/>
                    <a:pt x="672387" y="630917"/>
                  </a:cubicBezTo>
                  <a:cubicBezTo>
                    <a:pt x="654665" y="630917"/>
                    <a:pt x="637828" y="634638"/>
                    <a:pt x="622410" y="641196"/>
                  </a:cubicBezTo>
                  <a:lnTo>
                    <a:pt x="300217" y="247936"/>
                  </a:lnTo>
                  <a:cubicBezTo>
                    <a:pt x="303053" y="243328"/>
                    <a:pt x="305534" y="238543"/>
                    <a:pt x="308015" y="233581"/>
                  </a:cubicBezTo>
                  <a:lnTo>
                    <a:pt x="915715" y="233581"/>
                  </a:lnTo>
                  <a:cubicBezTo>
                    <a:pt x="923336" y="249177"/>
                    <a:pt x="933083" y="263532"/>
                    <a:pt x="945134" y="275937"/>
                  </a:cubicBezTo>
                  <a:close/>
                  <a:moveTo>
                    <a:pt x="250417" y="298799"/>
                  </a:moveTo>
                  <a:lnTo>
                    <a:pt x="567648" y="686033"/>
                  </a:lnTo>
                  <a:cubicBezTo>
                    <a:pt x="553647" y="706414"/>
                    <a:pt x="545318" y="731225"/>
                    <a:pt x="545318" y="757809"/>
                  </a:cubicBezTo>
                  <a:cubicBezTo>
                    <a:pt x="545318" y="784392"/>
                    <a:pt x="553115" y="807609"/>
                    <a:pt x="566407" y="827635"/>
                  </a:cubicBezTo>
                  <a:lnTo>
                    <a:pt x="237480" y="1213628"/>
                  </a:lnTo>
                  <a:cubicBezTo>
                    <a:pt x="234467" y="1212033"/>
                    <a:pt x="231809" y="1210261"/>
                    <a:pt x="228619" y="1208843"/>
                  </a:cubicBezTo>
                  <a:lnTo>
                    <a:pt x="228619" y="310673"/>
                  </a:lnTo>
                  <a:cubicBezTo>
                    <a:pt x="236239" y="307306"/>
                    <a:pt x="243505" y="303407"/>
                    <a:pt x="250240" y="298799"/>
                  </a:cubicBezTo>
                  <a:close/>
                  <a:moveTo>
                    <a:pt x="620106" y="873359"/>
                  </a:moveTo>
                  <a:cubicBezTo>
                    <a:pt x="636056" y="880625"/>
                    <a:pt x="653601" y="884878"/>
                    <a:pt x="672387" y="884878"/>
                  </a:cubicBezTo>
                  <a:cubicBezTo>
                    <a:pt x="717579" y="884878"/>
                    <a:pt x="756923" y="861130"/>
                    <a:pt x="779430" y="825686"/>
                  </a:cubicBezTo>
                  <a:lnTo>
                    <a:pt x="1239326" y="958603"/>
                  </a:lnTo>
                  <a:cubicBezTo>
                    <a:pt x="1037291" y="1014429"/>
                    <a:pt x="623119" y="1129801"/>
                    <a:pt x="324674" y="1220363"/>
                  </a:cubicBezTo>
                  <a:lnTo>
                    <a:pt x="620283" y="873359"/>
                  </a:lnTo>
                  <a:close/>
                  <a:moveTo>
                    <a:pt x="799279" y="757632"/>
                  </a:moveTo>
                  <a:cubicBezTo>
                    <a:pt x="799279" y="726086"/>
                    <a:pt x="787405" y="697730"/>
                    <a:pt x="768265" y="675577"/>
                  </a:cubicBezTo>
                  <a:lnTo>
                    <a:pt x="1004327" y="314218"/>
                  </a:lnTo>
                  <a:cubicBezTo>
                    <a:pt x="1022049" y="320952"/>
                    <a:pt x="1041012" y="325028"/>
                    <a:pt x="1061039" y="325028"/>
                  </a:cubicBezTo>
                  <a:cubicBezTo>
                    <a:pt x="1106231" y="325028"/>
                    <a:pt x="1146992" y="306420"/>
                    <a:pt x="1176589" y="276469"/>
                  </a:cubicBezTo>
                  <a:lnTo>
                    <a:pt x="1426120" y="432426"/>
                  </a:lnTo>
                  <a:cubicBezTo>
                    <a:pt x="1423107" y="443414"/>
                    <a:pt x="1420803" y="454756"/>
                    <a:pt x="1420803" y="466807"/>
                  </a:cubicBezTo>
                  <a:cubicBezTo>
                    <a:pt x="1420803" y="508987"/>
                    <a:pt x="1441538" y="546026"/>
                    <a:pt x="1473084" y="569066"/>
                  </a:cubicBezTo>
                  <a:lnTo>
                    <a:pt x="1377915" y="831711"/>
                  </a:lnTo>
                  <a:cubicBezTo>
                    <a:pt x="1375079" y="831534"/>
                    <a:pt x="1372243" y="830825"/>
                    <a:pt x="1369408" y="830825"/>
                  </a:cubicBezTo>
                  <a:cubicBezTo>
                    <a:pt x="1323684" y="830825"/>
                    <a:pt x="1283986" y="855105"/>
                    <a:pt x="1261656" y="891258"/>
                  </a:cubicBezTo>
                  <a:lnTo>
                    <a:pt x="799279" y="757454"/>
                  </a:lnTo>
                  <a:close/>
                  <a:moveTo>
                    <a:pt x="1539897" y="592991"/>
                  </a:moveTo>
                  <a:cubicBezTo>
                    <a:pt x="1542556" y="592991"/>
                    <a:pt x="1545214" y="593877"/>
                    <a:pt x="1548050" y="593877"/>
                  </a:cubicBezTo>
                  <a:cubicBezTo>
                    <a:pt x="1605824" y="593877"/>
                    <a:pt x="1654029" y="555065"/>
                    <a:pt x="1669448" y="502252"/>
                  </a:cubicBezTo>
                  <a:lnTo>
                    <a:pt x="2065543" y="502252"/>
                  </a:lnTo>
                  <a:cubicBezTo>
                    <a:pt x="2066606" y="506683"/>
                    <a:pt x="2068201" y="510759"/>
                    <a:pt x="2069442" y="514835"/>
                  </a:cubicBezTo>
                  <a:lnTo>
                    <a:pt x="1458374" y="867333"/>
                  </a:lnTo>
                  <a:cubicBezTo>
                    <a:pt x="1454121" y="863257"/>
                    <a:pt x="1449513" y="859535"/>
                    <a:pt x="1444728" y="855991"/>
                  </a:cubicBezTo>
                  <a:lnTo>
                    <a:pt x="1540074" y="592991"/>
                  </a:lnTo>
                  <a:close/>
                  <a:moveTo>
                    <a:pt x="2315429" y="466807"/>
                  </a:moveTo>
                  <a:cubicBezTo>
                    <a:pt x="2315429" y="517316"/>
                    <a:pt x="2274312" y="558432"/>
                    <a:pt x="2223804" y="558432"/>
                  </a:cubicBezTo>
                  <a:cubicBezTo>
                    <a:pt x="2173295" y="558432"/>
                    <a:pt x="2132179" y="517316"/>
                    <a:pt x="2132179" y="466807"/>
                  </a:cubicBezTo>
                  <a:cubicBezTo>
                    <a:pt x="2132179" y="416299"/>
                    <a:pt x="2173295" y="375183"/>
                    <a:pt x="2223804" y="375183"/>
                  </a:cubicBezTo>
                  <a:cubicBezTo>
                    <a:pt x="2274312" y="375183"/>
                    <a:pt x="2315429" y="416299"/>
                    <a:pt x="2315429" y="466807"/>
                  </a:cubicBezTo>
                  <a:close/>
                  <a:moveTo>
                    <a:pt x="2152914" y="233404"/>
                  </a:moveTo>
                  <a:lnTo>
                    <a:pt x="2152914" y="321307"/>
                  </a:lnTo>
                  <a:cubicBezTo>
                    <a:pt x="2109140" y="342751"/>
                    <a:pt x="2076354" y="382803"/>
                    <a:pt x="2065543" y="431363"/>
                  </a:cubicBezTo>
                  <a:lnTo>
                    <a:pt x="1669448" y="431363"/>
                  </a:lnTo>
                  <a:cubicBezTo>
                    <a:pt x="1654029" y="378550"/>
                    <a:pt x="1605824" y="339738"/>
                    <a:pt x="1548050" y="339738"/>
                  </a:cubicBezTo>
                  <a:cubicBezTo>
                    <a:pt x="1515618" y="339738"/>
                    <a:pt x="1486198" y="352321"/>
                    <a:pt x="1463868" y="372347"/>
                  </a:cubicBezTo>
                  <a:lnTo>
                    <a:pt x="1241630" y="233404"/>
                  </a:lnTo>
                  <a:lnTo>
                    <a:pt x="2153091" y="233404"/>
                  </a:lnTo>
                  <a:close/>
                  <a:moveTo>
                    <a:pt x="2078303" y="1290721"/>
                  </a:moveTo>
                  <a:lnTo>
                    <a:pt x="337080" y="1290721"/>
                  </a:lnTo>
                  <a:cubicBezTo>
                    <a:pt x="636942" y="1199450"/>
                    <a:pt x="1060153" y="1081597"/>
                    <a:pt x="1262542" y="1025771"/>
                  </a:cubicBezTo>
                  <a:cubicBezTo>
                    <a:pt x="1285049" y="1061393"/>
                    <a:pt x="1324570" y="1085141"/>
                    <a:pt x="1369762" y="1085141"/>
                  </a:cubicBezTo>
                  <a:cubicBezTo>
                    <a:pt x="1409815" y="1085141"/>
                    <a:pt x="1445082" y="1066178"/>
                    <a:pt x="1468476" y="1037113"/>
                  </a:cubicBezTo>
                  <a:lnTo>
                    <a:pt x="2083088" y="1282391"/>
                  </a:lnTo>
                  <a:cubicBezTo>
                    <a:pt x="2081493" y="1285227"/>
                    <a:pt x="2079898" y="1287885"/>
                    <a:pt x="2078657" y="1290721"/>
                  </a:cubicBezTo>
                  <a:close/>
                  <a:moveTo>
                    <a:pt x="2133774" y="1226566"/>
                  </a:moveTo>
                  <a:lnTo>
                    <a:pt x="1495060" y="971718"/>
                  </a:lnTo>
                  <a:cubicBezTo>
                    <a:pt x="1495591" y="967110"/>
                    <a:pt x="1496477" y="962679"/>
                    <a:pt x="1496477" y="958072"/>
                  </a:cubicBezTo>
                  <a:cubicBezTo>
                    <a:pt x="1496477" y="947793"/>
                    <a:pt x="1494882" y="937868"/>
                    <a:pt x="1492578" y="928298"/>
                  </a:cubicBezTo>
                  <a:lnTo>
                    <a:pt x="2104355" y="576332"/>
                  </a:lnTo>
                  <a:cubicBezTo>
                    <a:pt x="2118001" y="591218"/>
                    <a:pt x="2134483" y="603447"/>
                    <a:pt x="2152737" y="612485"/>
                  </a:cubicBezTo>
                  <a:lnTo>
                    <a:pt x="2152737" y="1216287"/>
                  </a:lnTo>
                  <a:cubicBezTo>
                    <a:pt x="2146180" y="1219477"/>
                    <a:pt x="2139622" y="1222667"/>
                    <a:pt x="2133597" y="1226743"/>
                  </a:cubicBezTo>
                  <a:close/>
                </a:path>
              </a:pathLst>
            </a:custGeom>
            <a:solidFill>
              <a:schemeClr val="lt1"/>
            </a:solidFill>
            <a:ln>
              <a:noFill/>
            </a:ln>
          </p:spPr>
          <p:txBody>
            <a:bodyPr anchorCtr="0" anchor="ctr" bIns="40875" lIns="81775" spcFirstLastPara="1" rIns="81775" wrap="square" tIns="40875">
              <a:noAutofit/>
            </a:bodyPr>
            <a:lstStyle/>
            <a:p>
              <a:pPr indent="0" lvl="0" marL="0" marR="0" rtl="0" algn="l">
                <a:lnSpc>
                  <a:spcPct val="100000"/>
                </a:lnSpc>
                <a:spcBef>
                  <a:spcPts val="0"/>
                </a:spcBef>
                <a:spcAft>
                  <a:spcPts val="0"/>
                </a:spcAft>
                <a:buClr>
                  <a:srgbClr val="252525"/>
                </a:buClr>
                <a:buSzPts val="5313"/>
                <a:buFont typeface="Arial"/>
                <a:buNone/>
              </a:pPr>
              <a:r>
                <a:t/>
              </a:r>
              <a:endParaRPr b="0" i="0" sz="5492" u="none" cap="none" strike="noStrike">
                <a:solidFill>
                  <a:srgbClr val="FFFFFF"/>
                </a:solidFill>
                <a:latin typeface="Lato"/>
                <a:ea typeface="Lato"/>
                <a:cs typeface="Lato"/>
                <a:sym typeface="Lato"/>
              </a:endParaRPr>
            </a:p>
          </p:txBody>
        </p:sp>
      </p:grpSp>
      <p:cxnSp>
        <p:nvCxnSpPr>
          <p:cNvPr id="679" name="Google Shape;679;g3d45bd621e8_0_1405"/>
          <p:cNvCxnSpPr>
            <a:stCxn id="677" idx="2"/>
            <a:endCxn id="672" idx="0"/>
          </p:cNvCxnSpPr>
          <p:nvPr/>
        </p:nvCxnSpPr>
        <p:spPr>
          <a:xfrm>
            <a:off x="7752036" y="2456906"/>
            <a:ext cx="5400" cy="371100"/>
          </a:xfrm>
          <a:prstGeom prst="straightConnector1">
            <a:avLst/>
          </a:prstGeom>
          <a:noFill/>
          <a:ln cap="flat" cmpd="sng" w="9525">
            <a:solidFill>
              <a:schemeClr val="accent1"/>
            </a:solidFill>
            <a:prstDash val="solid"/>
            <a:round/>
            <a:headEnd len="sm" w="sm" type="none"/>
            <a:tailEnd len="med" w="med" type="triangle"/>
          </a:ln>
        </p:spPr>
      </p:cxnSp>
      <p:sp>
        <p:nvSpPr>
          <p:cNvPr id="680" name="Google Shape;680;g3d45bd621e8_0_1405"/>
          <p:cNvSpPr/>
          <p:nvPr/>
        </p:nvSpPr>
        <p:spPr>
          <a:xfrm>
            <a:off x="113725" y="3546175"/>
            <a:ext cx="987000" cy="276300"/>
          </a:xfrm>
          <a:prstGeom prst="roundRect">
            <a:avLst>
              <a:gd fmla="val 16667" name="adj"/>
            </a:avLst>
          </a:prstGeom>
          <a:solidFill>
            <a:schemeClr val="lt1"/>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600"/>
              <a:buFont typeface="Arial"/>
              <a:buNone/>
            </a:pPr>
            <a:r>
              <a:rPr b="1" i="0" lang="en-US" sz="700" u="none" cap="none" strike="noStrike">
                <a:solidFill>
                  <a:srgbClr val="262626"/>
                </a:solidFill>
                <a:latin typeface="Arial"/>
                <a:ea typeface="Arial"/>
                <a:cs typeface="Arial"/>
                <a:sym typeface="Arial"/>
              </a:rPr>
              <a:t>Large Result Set</a:t>
            </a:r>
            <a:endParaRPr b="0" i="0" sz="700" u="none" cap="none" strike="noStrike">
              <a:solidFill>
                <a:srgbClr val="262626"/>
              </a:solidFill>
              <a:latin typeface="Arial"/>
              <a:ea typeface="Arial"/>
              <a:cs typeface="Arial"/>
              <a:sym typeface="Arial"/>
            </a:endParaRPr>
          </a:p>
        </p:txBody>
      </p:sp>
      <p:sp>
        <p:nvSpPr>
          <p:cNvPr id="681" name="Google Shape;681;g3d45bd621e8_0_1405"/>
          <p:cNvSpPr txBox="1"/>
          <p:nvPr/>
        </p:nvSpPr>
        <p:spPr>
          <a:xfrm rot="-2013">
            <a:off x="5313776" y="3999583"/>
            <a:ext cx="2561400" cy="21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34343"/>
                </a:solidFill>
                <a:latin typeface="Arial"/>
                <a:ea typeface="Arial"/>
                <a:cs typeface="Arial"/>
                <a:sym typeface="Arial"/>
              </a:rPr>
              <a:t>CSP Snowflake Private Network </a:t>
            </a:r>
            <a:endParaRPr b="1" i="0" sz="900" u="none" cap="none" strike="noStrike">
              <a:solidFill>
                <a:srgbClr val="434343"/>
              </a:solidFill>
              <a:latin typeface="Arial"/>
              <a:ea typeface="Arial"/>
              <a:cs typeface="Arial"/>
              <a:sym typeface="Arial"/>
            </a:endParaRPr>
          </a:p>
        </p:txBody>
      </p:sp>
      <p:sp>
        <p:nvSpPr>
          <p:cNvPr id="682" name="Google Shape;682;g3d45bd621e8_0_1405"/>
          <p:cNvSpPr/>
          <p:nvPr/>
        </p:nvSpPr>
        <p:spPr>
          <a:xfrm>
            <a:off x="4283663" y="4130063"/>
            <a:ext cx="647400" cy="4482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US" sz="600" u="none" cap="none" strike="noStrike">
                <a:solidFill>
                  <a:schemeClr val="lt1"/>
                </a:solidFill>
                <a:latin typeface="Arial"/>
                <a:ea typeface="Arial"/>
                <a:cs typeface="Arial"/>
                <a:sym typeface="Arial"/>
              </a:rPr>
              <a:t>Customer Fine Tuned Models</a:t>
            </a:r>
            <a:endParaRPr b="1" i="0" sz="600" u="none" cap="none" strike="noStrike">
              <a:solidFill>
                <a:schemeClr val="lt1"/>
              </a:solidFill>
              <a:latin typeface="Arial"/>
              <a:ea typeface="Arial"/>
              <a:cs typeface="Arial"/>
              <a:sym typeface="Arial"/>
            </a:endParaRPr>
          </a:p>
        </p:txBody>
      </p:sp>
      <p:cxnSp>
        <p:nvCxnSpPr>
          <p:cNvPr id="683" name="Google Shape;683;g3d45bd621e8_0_1405"/>
          <p:cNvCxnSpPr/>
          <p:nvPr/>
        </p:nvCxnSpPr>
        <p:spPr>
          <a:xfrm>
            <a:off x="4291472" y="3306320"/>
            <a:ext cx="0" cy="758100"/>
          </a:xfrm>
          <a:prstGeom prst="straightConnector1">
            <a:avLst/>
          </a:prstGeom>
          <a:noFill/>
          <a:ln cap="flat" cmpd="sng" w="9525">
            <a:solidFill>
              <a:schemeClr val="dk2"/>
            </a:solidFill>
            <a:prstDash val="solid"/>
            <a:round/>
            <a:headEnd len="sm" w="sm" type="none"/>
            <a:tailEnd len="med" w="med" type="triangle"/>
          </a:ln>
        </p:spPr>
      </p:cxnSp>
      <p:sp>
        <p:nvSpPr>
          <p:cNvPr id="684" name="Google Shape;684;g3d45bd621e8_0_1405"/>
          <p:cNvSpPr txBox="1"/>
          <p:nvPr/>
        </p:nvSpPr>
        <p:spPr>
          <a:xfrm rot="-1843">
            <a:off x="7214403" y="3385621"/>
            <a:ext cx="1119000" cy="272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700" u="none" cap="none" strike="noStrike">
                <a:solidFill>
                  <a:srgbClr val="434343"/>
                </a:solidFill>
                <a:latin typeface="Arial"/>
                <a:ea typeface="Arial"/>
                <a:cs typeface="Arial"/>
                <a:sym typeface="Arial"/>
              </a:rPr>
              <a:t>SF Inference Network</a:t>
            </a:r>
            <a:endParaRPr b="1" i="0" sz="700" u="none" cap="none" strike="noStrike">
              <a:solidFill>
                <a:srgbClr val="434343"/>
              </a:solidFill>
              <a:latin typeface="Arial"/>
              <a:ea typeface="Arial"/>
              <a:cs typeface="Arial"/>
              <a:sym typeface="Arial"/>
            </a:endParaRPr>
          </a:p>
        </p:txBody>
      </p:sp>
      <p:cxnSp>
        <p:nvCxnSpPr>
          <p:cNvPr id="685" name="Google Shape;685;g3d45bd621e8_0_1405"/>
          <p:cNvCxnSpPr>
            <a:stCxn id="645" idx="3"/>
            <a:endCxn id="668" idx="1"/>
          </p:cNvCxnSpPr>
          <p:nvPr/>
        </p:nvCxnSpPr>
        <p:spPr>
          <a:xfrm flipH="1" rot="10800000">
            <a:off x="5137850" y="2101350"/>
            <a:ext cx="1023600" cy="688200"/>
          </a:xfrm>
          <a:prstGeom prst="bentConnector3">
            <a:avLst>
              <a:gd fmla="val 49997" name="adj1"/>
            </a:avLst>
          </a:prstGeom>
          <a:noFill/>
          <a:ln cap="flat" cmpd="sng" w="9525">
            <a:solidFill>
              <a:schemeClr val="dk2"/>
            </a:solidFill>
            <a:prstDash val="solid"/>
            <a:round/>
            <a:headEnd len="sm" w="sm" type="none"/>
            <a:tailEnd len="sm" w="sm" type="none"/>
          </a:ln>
        </p:spPr>
      </p:cxnSp>
      <p:cxnSp>
        <p:nvCxnSpPr>
          <p:cNvPr id="686" name="Google Shape;686;g3d45bd621e8_0_1405"/>
          <p:cNvCxnSpPr>
            <a:stCxn id="668" idx="3"/>
            <a:endCxn id="677" idx="1"/>
          </p:cNvCxnSpPr>
          <p:nvPr/>
        </p:nvCxnSpPr>
        <p:spPr>
          <a:xfrm flipH="1" rot="10800000">
            <a:off x="6852924" y="2099599"/>
            <a:ext cx="553200" cy="1800"/>
          </a:xfrm>
          <a:prstGeom prst="straightConnector1">
            <a:avLst/>
          </a:prstGeom>
          <a:noFill/>
          <a:ln cap="flat" cmpd="sng" w="9525">
            <a:solidFill>
              <a:schemeClr val="dk2"/>
            </a:solidFill>
            <a:prstDash val="solid"/>
            <a:round/>
            <a:headEnd len="sm" w="sm" type="none"/>
            <a:tailEnd len="med" w="med" type="triangle"/>
          </a:ln>
        </p:spPr>
      </p:cxnSp>
      <p:sp>
        <p:nvSpPr>
          <p:cNvPr id="687" name="Google Shape;687;g3d45bd621e8_0_1405"/>
          <p:cNvSpPr/>
          <p:nvPr/>
        </p:nvSpPr>
        <p:spPr>
          <a:xfrm>
            <a:off x="1216375" y="1132800"/>
            <a:ext cx="1119000" cy="276300"/>
          </a:xfrm>
          <a:prstGeom prst="roundRect">
            <a:avLst>
              <a:gd fmla="val 16667" name="adj"/>
            </a:avLst>
          </a:prstGeom>
          <a:solidFill>
            <a:schemeClr val="lt1"/>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600"/>
              <a:buFont typeface="Arial"/>
              <a:buNone/>
            </a:pPr>
            <a:r>
              <a:rPr b="1" i="0" lang="en-US" sz="700" u="none" cap="none" strike="noStrike">
                <a:solidFill>
                  <a:srgbClr val="262626"/>
                </a:solidFill>
                <a:latin typeface="Arial"/>
                <a:ea typeface="Arial"/>
                <a:cs typeface="Arial"/>
                <a:sym typeface="Arial"/>
              </a:rPr>
              <a:t>API and Drivers/Connectors</a:t>
            </a:r>
            <a:endParaRPr b="0" i="0" sz="700" u="none" cap="none" strike="noStrike">
              <a:solidFill>
                <a:srgbClr val="262626"/>
              </a:solidFill>
              <a:latin typeface="Arial"/>
              <a:ea typeface="Arial"/>
              <a:cs typeface="Arial"/>
              <a:sym typeface="Arial"/>
            </a:endParaRPr>
          </a:p>
        </p:txBody>
      </p:sp>
      <p:grpSp>
        <p:nvGrpSpPr>
          <p:cNvPr id="688" name="Google Shape;688;g3d45bd621e8_0_1405"/>
          <p:cNvGrpSpPr/>
          <p:nvPr/>
        </p:nvGrpSpPr>
        <p:grpSpPr>
          <a:xfrm>
            <a:off x="217911" y="1961528"/>
            <a:ext cx="575368" cy="344142"/>
            <a:chOff x="4701423" y="3071109"/>
            <a:chExt cx="598842" cy="358183"/>
          </a:xfrm>
        </p:grpSpPr>
        <p:sp>
          <p:nvSpPr>
            <p:cNvPr id="689" name="Google Shape;689;g3d45bd621e8_0_1405"/>
            <p:cNvSpPr/>
            <p:nvPr/>
          </p:nvSpPr>
          <p:spPr>
            <a:xfrm>
              <a:off x="4773084" y="3071109"/>
              <a:ext cx="202380" cy="264503"/>
            </a:xfrm>
            <a:custGeom>
              <a:rect b="b" l="l" r="r" t="t"/>
              <a:pathLst>
                <a:path extrusionOk="0" h="218147" w="166911">
                  <a:moveTo>
                    <a:pt x="34369" y="185913"/>
                  </a:moveTo>
                  <a:cubicBezTo>
                    <a:pt x="37683" y="188834"/>
                    <a:pt x="40842" y="191916"/>
                    <a:pt x="43837" y="195149"/>
                  </a:cubicBezTo>
                  <a:cubicBezTo>
                    <a:pt x="55008" y="205956"/>
                    <a:pt x="67694" y="218148"/>
                    <a:pt x="83126" y="218148"/>
                  </a:cubicBezTo>
                  <a:cubicBezTo>
                    <a:pt x="98557" y="218148"/>
                    <a:pt x="111528" y="205956"/>
                    <a:pt x="122415" y="195057"/>
                  </a:cubicBezTo>
                  <a:cubicBezTo>
                    <a:pt x="125405" y="191820"/>
                    <a:pt x="128565" y="188737"/>
                    <a:pt x="131882" y="185820"/>
                  </a:cubicBezTo>
                  <a:cubicBezTo>
                    <a:pt x="145526" y="175496"/>
                    <a:pt x="154166" y="160109"/>
                    <a:pt x="155740" y="143333"/>
                  </a:cubicBezTo>
                  <a:cubicBezTo>
                    <a:pt x="162917" y="136215"/>
                    <a:pt x="166930" y="126624"/>
                    <a:pt x="166911" y="116640"/>
                  </a:cubicBezTo>
                  <a:lnTo>
                    <a:pt x="166911" y="110821"/>
                  </a:lnTo>
                  <a:cubicBezTo>
                    <a:pt x="166891" y="102400"/>
                    <a:pt x="164030" y="94220"/>
                    <a:pt x="158769" y="87545"/>
                  </a:cubicBezTo>
                  <a:cubicBezTo>
                    <a:pt x="158107" y="55865"/>
                    <a:pt x="150154" y="32127"/>
                    <a:pt x="135101" y="17903"/>
                  </a:cubicBezTo>
                  <a:cubicBezTo>
                    <a:pt x="121438" y="5383"/>
                    <a:pt x="103060" y="-1039"/>
                    <a:pt x="84356" y="169"/>
                  </a:cubicBezTo>
                  <a:lnTo>
                    <a:pt x="82463" y="169"/>
                  </a:lnTo>
                  <a:cubicBezTo>
                    <a:pt x="63769" y="-1140"/>
                    <a:pt x="45357" y="5183"/>
                    <a:pt x="31624" y="17626"/>
                  </a:cubicBezTo>
                  <a:cubicBezTo>
                    <a:pt x="16665" y="32497"/>
                    <a:pt x="8808" y="55588"/>
                    <a:pt x="8145" y="87268"/>
                  </a:cubicBezTo>
                  <a:cubicBezTo>
                    <a:pt x="2846" y="93924"/>
                    <a:pt x="-20" y="102117"/>
                    <a:pt x="3" y="110544"/>
                  </a:cubicBezTo>
                  <a:lnTo>
                    <a:pt x="3" y="116363"/>
                  </a:lnTo>
                  <a:cubicBezTo>
                    <a:pt x="-127" y="126432"/>
                    <a:pt x="3859" y="136137"/>
                    <a:pt x="11080" y="143333"/>
                  </a:cubicBezTo>
                  <a:cubicBezTo>
                    <a:pt x="12464" y="160060"/>
                    <a:pt x="20897" y="175478"/>
                    <a:pt x="34369" y="185913"/>
                  </a:cubicBezTo>
                  <a:close/>
                  <a:moveTo>
                    <a:pt x="22819" y="110544"/>
                  </a:moveTo>
                  <a:cubicBezTo>
                    <a:pt x="22804" y="106352"/>
                    <a:pt x="24509" y="102327"/>
                    <a:pt x="27553" y="99368"/>
                  </a:cubicBezTo>
                  <a:cubicBezTo>
                    <a:pt x="29696" y="97256"/>
                    <a:pt x="30888" y="94397"/>
                    <a:pt x="30866" y="91425"/>
                  </a:cubicBezTo>
                  <a:cubicBezTo>
                    <a:pt x="30866" y="63716"/>
                    <a:pt x="36641" y="44319"/>
                    <a:pt x="47813" y="33328"/>
                  </a:cubicBezTo>
                  <a:cubicBezTo>
                    <a:pt x="56958" y="25392"/>
                    <a:pt x="69034" y="21454"/>
                    <a:pt x="81232" y="22429"/>
                  </a:cubicBezTo>
                  <a:lnTo>
                    <a:pt x="84451" y="22429"/>
                  </a:lnTo>
                  <a:cubicBezTo>
                    <a:pt x="97026" y="21184"/>
                    <a:pt x="109559" y="25137"/>
                    <a:pt x="119007" y="33328"/>
                  </a:cubicBezTo>
                  <a:cubicBezTo>
                    <a:pt x="130273" y="44319"/>
                    <a:pt x="135764" y="63808"/>
                    <a:pt x="135764" y="91425"/>
                  </a:cubicBezTo>
                  <a:cubicBezTo>
                    <a:pt x="135782" y="94389"/>
                    <a:pt x="136968" y="97233"/>
                    <a:pt x="139077" y="99368"/>
                  </a:cubicBezTo>
                  <a:cubicBezTo>
                    <a:pt x="142184" y="102294"/>
                    <a:pt x="143928" y="106331"/>
                    <a:pt x="143906" y="110544"/>
                  </a:cubicBezTo>
                  <a:lnTo>
                    <a:pt x="143906" y="116363"/>
                  </a:lnTo>
                  <a:cubicBezTo>
                    <a:pt x="143932" y="120603"/>
                    <a:pt x="142188" y="124671"/>
                    <a:pt x="139077" y="127631"/>
                  </a:cubicBezTo>
                  <a:lnTo>
                    <a:pt x="136332" y="130402"/>
                  </a:lnTo>
                  <a:cubicBezTo>
                    <a:pt x="134151" y="132459"/>
                    <a:pt x="132920" y="135293"/>
                    <a:pt x="132924" y="138253"/>
                  </a:cubicBezTo>
                  <a:cubicBezTo>
                    <a:pt x="132983" y="149945"/>
                    <a:pt x="127582" y="161028"/>
                    <a:pt x="118249" y="168364"/>
                  </a:cubicBezTo>
                  <a:cubicBezTo>
                    <a:pt x="114368" y="171319"/>
                    <a:pt x="110581" y="175106"/>
                    <a:pt x="106415" y="178985"/>
                  </a:cubicBezTo>
                  <a:cubicBezTo>
                    <a:pt x="99599" y="185636"/>
                    <a:pt x="89279" y="195611"/>
                    <a:pt x="83220" y="195611"/>
                  </a:cubicBezTo>
                  <a:cubicBezTo>
                    <a:pt x="77161" y="195611"/>
                    <a:pt x="66842" y="185636"/>
                    <a:pt x="60026" y="178985"/>
                  </a:cubicBezTo>
                  <a:cubicBezTo>
                    <a:pt x="56277" y="175243"/>
                    <a:pt x="52326" y="171697"/>
                    <a:pt x="48192" y="168364"/>
                  </a:cubicBezTo>
                  <a:cubicBezTo>
                    <a:pt x="38859" y="161028"/>
                    <a:pt x="33458" y="149945"/>
                    <a:pt x="33517" y="138253"/>
                  </a:cubicBezTo>
                  <a:cubicBezTo>
                    <a:pt x="33514" y="135313"/>
                    <a:pt x="32323" y="132492"/>
                    <a:pt x="30204" y="130402"/>
                  </a:cubicBezTo>
                  <a:lnTo>
                    <a:pt x="27364" y="127631"/>
                  </a:lnTo>
                  <a:cubicBezTo>
                    <a:pt x="24314" y="124638"/>
                    <a:pt x="22611" y="120583"/>
                    <a:pt x="22630" y="11636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90" name="Google Shape;690;g3d45bd621e8_0_1405"/>
            <p:cNvSpPr/>
            <p:nvPr/>
          </p:nvSpPr>
          <p:spPr>
            <a:xfrm>
              <a:off x="4815183" y="3120690"/>
              <a:ext cx="118256" cy="58908"/>
            </a:xfrm>
            <a:custGeom>
              <a:rect b="b" l="l" r="r" t="t"/>
              <a:pathLst>
                <a:path extrusionOk="0" h="48584" w="97531">
                  <a:moveTo>
                    <a:pt x="6362" y="48584"/>
                  </a:moveTo>
                  <a:cubicBezTo>
                    <a:pt x="7367" y="48579"/>
                    <a:pt x="8362" y="48392"/>
                    <a:pt x="9297" y="48030"/>
                  </a:cubicBezTo>
                  <a:cubicBezTo>
                    <a:pt x="20437" y="43529"/>
                    <a:pt x="28632" y="34018"/>
                    <a:pt x="31261" y="22538"/>
                  </a:cubicBezTo>
                  <a:cubicBezTo>
                    <a:pt x="47701" y="36422"/>
                    <a:pt x="68512" y="44406"/>
                    <a:pt x="90242" y="45167"/>
                  </a:cubicBezTo>
                  <a:cubicBezTo>
                    <a:pt x="94268" y="45167"/>
                    <a:pt x="97532" y="41982"/>
                    <a:pt x="97532" y="38055"/>
                  </a:cubicBezTo>
                  <a:cubicBezTo>
                    <a:pt x="97532" y="34127"/>
                    <a:pt x="94268" y="30943"/>
                    <a:pt x="90242" y="30943"/>
                  </a:cubicBezTo>
                  <a:cubicBezTo>
                    <a:pt x="56823" y="30943"/>
                    <a:pt x="30882" y="2495"/>
                    <a:pt x="30693" y="2218"/>
                  </a:cubicBezTo>
                  <a:cubicBezTo>
                    <a:pt x="28439" y="-101"/>
                    <a:pt x="24875" y="-668"/>
                    <a:pt x="21983" y="832"/>
                  </a:cubicBezTo>
                  <a:cubicBezTo>
                    <a:pt x="18983" y="2214"/>
                    <a:pt x="17340" y="5419"/>
                    <a:pt x="18007" y="8591"/>
                  </a:cubicBezTo>
                  <a:cubicBezTo>
                    <a:pt x="20130" y="19616"/>
                    <a:pt x="14270" y="30632"/>
                    <a:pt x="3806" y="35284"/>
                  </a:cubicBezTo>
                  <a:cubicBezTo>
                    <a:pt x="270" y="37162"/>
                    <a:pt x="-1037" y="41481"/>
                    <a:pt x="889" y="44931"/>
                  </a:cubicBezTo>
                  <a:cubicBezTo>
                    <a:pt x="2007" y="46934"/>
                    <a:pt x="4043" y="48293"/>
                    <a:pt x="6362" y="4858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91" name="Google Shape;691;g3d45bd621e8_0_1405"/>
            <p:cNvSpPr/>
            <p:nvPr/>
          </p:nvSpPr>
          <p:spPr>
            <a:xfrm>
              <a:off x="4949465" y="3074914"/>
              <a:ext cx="152229" cy="257339"/>
            </a:xfrm>
            <a:custGeom>
              <a:rect b="b" l="l" r="r" t="t"/>
              <a:pathLst>
                <a:path extrusionOk="0" h="212238" w="125550">
                  <a:moveTo>
                    <a:pt x="18664" y="28250"/>
                  </a:moveTo>
                  <a:cubicBezTo>
                    <a:pt x="24978" y="23619"/>
                    <a:pt x="32877" y="21536"/>
                    <a:pt x="40722" y="22431"/>
                  </a:cubicBezTo>
                  <a:lnTo>
                    <a:pt x="44888" y="22431"/>
                  </a:lnTo>
                  <a:cubicBezTo>
                    <a:pt x="57021" y="21200"/>
                    <a:pt x="69122" y="25024"/>
                    <a:pt x="78213" y="32960"/>
                  </a:cubicBezTo>
                  <a:cubicBezTo>
                    <a:pt x="89289" y="43490"/>
                    <a:pt x="94402" y="62332"/>
                    <a:pt x="94402" y="89025"/>
                  </a:cubicBezTo>
                  <a:cubicBezTo>
                    <a:pt x="94394" y="92013"/>
                    <a:pt x="95623" y="94877"/>
                    <a:pt x="97810" y="96968"/>
                  </a:cubicBezTo>
                  <a:cubicBezTo>
                    <a:pt x="100715" y="99776"/>
                    <a:pt x="102351" y="103600"/>
                    <a:pt x="102354" y="107590"/>
                  </a:cubicBezTo>
                  <a:lnTo>
                    <a:pt x="102354" y="113224"/>
                  </a:lnTo>
                  <a:cubicBezTo>
                    <a:pt x="102367" y="117244"/>
                    <a:pt x="100731" y="121102"/>
                    <a:pt x="97810" y="123938"/>
                  </a:cubicBezTo>
                  <a:lnTo>
                    <a:pt x="95064" y="126617"/>
                  </a:lnTo>
                  <a:cubicBezTo>
                    <a:pt x="92945" y="128707"/>
                    <a:pt x="91754" y="131528"/>
                    <a:pt x="91751" y="134468"/>
                  </a:cubicBezTo>
                  <a:cubicBezTo>
                    <a:pt x="91801" y="145743"/>
                    <a:pt x="86571" y="156424"/>
                    <a:pt x="77550" y="163470"/>
                  </a:cubicBezTo>
                  <a:cubicBezTo>
                    <a:pt x="73540" y="166678"/>
                    <a:pt x="69715" y="170101"/>
                    <a:pt x="66095" y="173722"/>
                  </a:cubicBezTo>
                  <a:cubicBezTo>
                    <a:pt x="59562" y="180096"/>
                    <a:pt x="49622" y="189794"/>
                    <a:pt x="43846" y="189794"/>
                  </a:cubicBezTo>
                  <a:cubicBezTo>
                    <a:pt x="38071" y="189794"/>
                    <a:pt x="34379" y="185730"/>
                    <a:pt x="28415" y="178987"/>
                  </a:cubicBezTo>
                  <a:cubicBezTo>
                    <a:pt x="24979" y="175286"/>
                    <a:pt x="21277" y="171829"/>
                    <a:pt x="17338" y="168642"/>
                  </a:cubicBezTo>
                  <a:cubicBezTo>
                    <a:pt x="11910" y="165473"/>
                    <a:pt x="4874" y="167197"/>
                    <a:pt x="1626" y="172494"/>
                  </a:cubicBezTo>
                  <a:cubicBezTo>
                    <a:pt x="-1139" y="177001"/>
                    <a:pt x="-313" y="182779"/>
                    <a:pt x="3611" y="186376"/>
                  </a:cubicBezTo>
                  <a:cubicBezTo>
                    <a:pt x="6662" y="188833"/>
                    <a:pt x="9511" y="191520"/>
                    <a:pt x="12131" y="194412"/>
                  </a:cubicBezTo>
                  <a:cubicBezTo>
                    <a:pt x="19642" y="204647"/>
                    <a:pt x="31370" y="211160"/>
                    <a:pt x="44225" y="212238"/>
                  </a:cubicBezTo>
                  <a:cubicBezTo>
                    <a:pt x="59373" y="212238"/>
                    <a:pt x="71680" y="200323"/>
                    <a:pt x="82568" y="189794"/>
                  </a:cubicBezTo>
                  <a:cubicBezTo>
                    <a:pt x="85565" y="186740"/>
                    <a:pt x="88725" y="183842"/>
                    <a:pt x="92035" y="181112"/>
                  </a:cubicBezTo>
                  <a:cubicBezTo>
                    <a:pt x="105207" y="170905"/>
                    <a:pt x="113438" y="155816"/>
                    <a:pt x="114756" y="139456"/>
                  </a:cubicBezTo>
                  <a:cubicBezTo>
                    <a:pt x="121678" y="132465"/>
                    <a:pt x="125547" y="123128"/>
                    <a:pt x="125549" y="113409"/>
                  </a:cubicBezTo>
                  <a:lnTo>
                    <a:pt x="125549" y="107775"/>
                  </a:lnTo>
                  <a:cubicBezTo>
                    <a:pt x="125629" y="99454"/>
                    <a:pt x="122826" y="91350"/>
                    <a:pt x="117597" y="84776"/>
                  </a:cubicBezTo>
                  <a:cubicBezTo>
                    <a:pt x="116934" y="54019"/>
                    <a:pt x="109265" y="31298"/>
                    <a:pt x="94686" y="17074"/>
                  </a:cubicBezTo>
                  <a:cubicBezTo>
                    <a:pt x="81237" y="5083"/>
                    <a:pt x="63349" y="-1024"/>
                    <a:pt x="45172" y="171"/>
                  </a:cubicBezTo>
                  <a:lnTo>
                    <a:pt x="41574" y="171"/>
                  </a:lnTo>
                  <a:cubicBezTo>
                    <a:pt x="28771" y="-846"/>
                    <a:pt x="16024" y="2698"/>
                    <a:pt x="5693" y="10146"/>
                  </a:cubicBezTo>
                  <a:cubicBezTo>
                    <a:pt x="465" y="13717"/>
                    <a:pt x="-807" y="20747"/>
                    <a:pt x="2853" y="25848"/>
                  </a:cubicBezTo>
                  <a:cubicBezTo>
                    <a:pt x="6513" y="30949"/>
                    <a:pt x="13719" y="32190"/>
                    <a:pt x="18948" y="28619"/>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92" name="Google Shape;692;g3d45bd621e8_0_1405"/>
            <p:cNvSpPr/>
            <p:nvPr/>
          </p:nvSpPr>
          <p:spPr>
            <a:xfrm>
              <a:off x="4967010" y="3123006"/>
              <a:ext cx="93814" cy="53904"/>
            </a:xfrm>
            <a:custGeom>
              <a:rect b="b" l="l" r="r" t="t"/>
              <a:pathLst>
                <a:path extrusionOk="0" h="44457" w="77372">
                  <a:moveTo>
                    <a:pt x="77371" y="37253"/>
                  </a:moveTo>
                  <a:cubicBezTo>
                    <a:pt x="77425" y="33446"/>
                    <a:pt x="74360" y="30291"/>
                    <a:pt x="70460" y="30141"/>
                  </a:cubicBezTo>
                  <a:cubicBezTo>
                    <a:pt x="38177" y="30141"/>
                    <a:pt x="13089" y="2432"/>
                    <a:pt x="12805" y="2432"/>
                  </a:cubicBezTo>
                  <a:cubicBezTo>
                    <a:pt x="10156" y="-526"/>
                    <a:pt x="5550" y="-828"/>
                    <a:pt x="2518" y="1757"/>
                  </a:cubicBezTo>
                  <a:cubicBezTo>
                    <a:pt x="2507" y="1766"/>
                    <a:pt x="2497" y="1776"/>
                    <a:pt x="2485" y="1785"/>
                  </a:cubicBezTo>
                  <a:cubicBezTo>
                    <a:pt x="-519" y="4323"/>
                    <a:pt x="-845" y="8757"/>
                    <a:pt x="1756" y="11687"/>
                  </a:cubicBezTo>
                  <a:cubicBezTo>
                    <a:pt x="1778" y="11712"/>
                    <a:pt x="1801" y="11736"/>
                    <a:pt x="1822" y="11761"/>
                  </a:cubicBezTo>
                  <a:cubicBezTo>
                    <a:pt x="2959" y="13146"/>
                    <a:pt x="31360" y="44457"/>
                    <a:pt x="70460" y="44457"/>
                  </a:cubicBezTo>
                  <a:cubicBezTo>
                    <a:pt x="74375" y="44259"/>
                    <a:pt x="77427" y="41077"/>
                    <a:pt x="77371" y="37253"/>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93" name="Google Shape;693;g3d45bd621e8_0_1405"/>
            <p:cNvSpPr/>
            <p:nvPr/>
          </p:nvSpPr>
          <p:spPr>
            <a:xfrm>
              <a:off x="4701423" y="3323083"/>
              <a:ext cx="472449" cy="106209"/>
            </a:xfrm>
            <a:custGeom>
              <a:rect b="b" l="l" r="r" t="t"/>
              <a:pathLst>
                <a:path extrusionOk="0" h="87595" w="389649">
                  <a:moveTo>
                    <a:pt x="366047" y="64781"/>
                  </a:moveTo>
                  <a:cubicBezTo>
                    <a:pt x="366047" y="68014"/>
                    <a:pt x="366709" y="71062"/>
                    <a:pt x="367088" y="73464"/>
                  </a:cubicBezTo>
                  <a:cubicBezTo>
                    <a:pt x="368052" y="78799"/>
                    <a:pt x="372801" y="82693"/>
                    <a:pt x="378354" y="82700"/>
                  </a:cubicBezTo>
                  <a:lnTo>
                    <a:pt x="380058" y="82700"/>
                  </a:lnTo>
                  <a:cubicBezTo>
                    <a:pt x="386223" y="81707"/>
                    <a:pt x="390435" y="76078"/>
                    <a:pt x="389526" y="70046"/>
                  </a:cubicBezTo>
                  <a:cubicBezTo>
                    <a:pt x="389526" y="67922"/>
                    <a:pt x="388863" y="65243"/>
                    <a:pt x="388579" y="62288"/>
                  </a:cubicBezTo>
                  <a:cubicBezTo>
                    <a:pt x="387953" y="52236"/>
                    <a:pt x="386012" y="42303"/>
                    <a:pt x="382804" y="32731"/>
                  </a:cubicBezTo>
                  <a:cubicBezTo>
                    <a:pt x="381100" y="28575"/>
                    <a:pt x="376934" y="18784"/>
                    <a:pt x="311231" y="404"/>
                  </a:cubicBezTo>
                  <a:cubicBezTo>
                    <a:pt x="307773" y="-521"/>
                    <a:pt x="304071" y="161"/>
                    <a:pt x="301196" y="2251"/>
                  </a:cubicBezTo>
                  <a:lnTo>
                    <a:pt x="280084" y="17584"/>
                  </a:lnTo>
                  <a:cubicBezTo>
                    <a:pt x="275375" y="21124"/>
                    <a:pt x="274261" y="27609"/>
                    <a:pt x="277528" y="32454"/>
                  </a:cubicBezTo>
                  <a:cubicBezTo>
                    <a:pt x="272510" y="27005"/>
                    <a:pt x="257646" y="17861"/>
                    <a:pt x="206618" y="3637"/>
                  </a:cubicBezTo>
                  <a:cubicBezTo>
                    <a:pt x="202881" y="2602"/>
                    <a:pt x="198861" y="3470"/>
                    <a:pt x="195920" y="5946"/>
                  </a:cubicBezTo>
                  <a:lnTo>
                    <a:pt x="143755" y="50927"/>
                  </a:lnTo>
                  <a:lnTo>
                    <a:pt x="91306" y="5946"/>
                  </a:lnTo>
                  <a:cubicBezTo>
                    <a:pt x="88365" y="3470"/>
                    <a:pt x="84345" y="2602"/>
                    <a:pt x="80608" y="3637"/>
                  </a:cubicBezTo>
                  <a:cubicBezTo>
                    <a:pt x="13012" y="22109"/>
                    <a:pt x="8847" y="32454"/>
                    <a:pt x="7048" y="36703"/>
                  </a:cubicBezTo>
                  <a:cubicBezTo>
                    <a:pt x="3866" y="46091"/>
                    <a:pt x="1925" y="55837"/>
                    <a:pt x="1273" y="65705"/>
                  </a:cubicBezTo>
                  <a:cubicBezTo>
                    <a:pt x="1273" y="69215"/>
                    <a:pt x="610" y="72355"/>
                    <a:pt x="137" y="74941"/>
                  </a:cubicBezTo>
                  <a:cubicBezTo>
                    <a:pt x="-827" y="80986"/>
                    <a:pt x="3410" y="86649"/>
                    <a:pt x="9604" y="87595"/>
                  </a:cubicBezTo>
                  <a:lnTo>
                    <a:pt x="11403" y="87595"/>
                  </a:lnTo>
                  <a:cubicBezTo>
                    <a:pt x="16943" y="87551"/>
                    <a:pt x="21670" y="83675"/>
                    <a:pt x="22669" y="78359"/>
                  </a:cubicBezTo>
                  <a:cubicBezTo>
                    <a:pt x="22669" y="75403"/>
                    <a:pt x="23521" y="71893"/>
                    <a:pt x="23900" y="68014"/>
                  </a:cubicBezTo>
                  <a:cubicBezTo>
                    <a:pt x="24502" y="60691"/>
                    <a:pt x="25737" y="53430"/>
                    <a:pt x="27592" y="46309"/>
                  </a:cubicBezTo>
                  <a:cubicBezTo>
                    <a:pt x="44728" y="37954"/>
                    <a:pt x="62721" y="31391"/>
                    <a:pt x="81271" y="26728"/>
                  </a:cubicBezTo>
                  <a:lnTo>
                    <a:pt x="135708" y="74018"/>
                  </a:lnTo>
                  <a:cubicBezTo>
                    <a:pt x="137789" y="75687"/>
                    <a:pt x="140398" y="76601"/>
                    <a:pt x="143092" y="76604"/>
                  </a:cubicBezTo>
                  <a:lnTo>
                    <a:pt x="144418" y="76604"/>
                  </a:lnTo>
                  <a:cubicBezTo>
                    <a:pt x="147118" y="76633"/>
                    <a:pt x="149738" y="75715"/>
                    <a:pt x="151802" y="74018"/>
                  </a:cubicBezTo>
                  <a:lnTo>
                    <a:pt x="206618" y="27005"/>
                  </a:lnTo>
                  <a:cubicBezTo>
                    <a:pt x="225033" y="31587"/>
                    <a:pt x="242899" y="38058"/>
                    <a:pt x="259919" y="46309"/>
                  </a:cubicBezTo>
                  <a:cubicBezTo>
                    <a:pt x="261907" y="53782"/>
                    <a:pt x="263174" y="61419"/>
                    <a:pt x="263706" y="69123"/>
                  </a:cubicBezTo>
                  <a:cubicBezTo>
                    <a:pt x="263706" y="72540"/>
                    <a:pt x="264463" y="75680"/>
                    <a:pt x="264842" y="78359"/>
                  </a:cubicBezTo>
                  <a:cubicBezTo>
                    <a:pt x="265769" y="83715"/>
                    <a:pt x="270540" y="87626"/>
                    <a:pt x="276108" y="87595"/>
                  </a:cubicBezTo>
                  <a:lnTo>
                    <a:pt x="277717" y="87595"/>
                  </a:lnTo>
                  <a:cubicBezTo>
                    <a:pt x="283882" y="86602"/>
                    <a:pt x="288094" y="80973"/>
                    <a:pt x="287184" y="74941"/>
                  </a:cubicBezTo>
                  <a:cubicBezTo>
                    <a:pt x="287184" y="72725"/>
                    <a:pt x="286616" y="69861"/>
                    <a:pt x="286238" y="66813"/>
                  </a:cubicBezTo>
                  <a:cubicBezTo>
                    <a:pt x="285637" y="56706"/>
                    <a:pt x="283729" y="46712"/>
                    <a:pt x="280557" y="37072"/>
                  </a:cubicBezTo>
                  <a:cubicBezTo>
                    <a:pt x="280127" y="36082"/>
                    <a:pt x="279620" y="35125"/>
                    <a:pt x="279043" y="34209"/>
                  </a:cubicBezTo>
                  <a:cubicBezTo>
                    <a:pt x="282886" y="38531"/>
                    <a:pt x="289501" y="39216"/>
                    <a:pt x="294190" y="35779"/>
                  </a:cubicBezTo>
                  <a:lnTo>
                    <a:pt x="310569" y="23772"/>
                  </a:lnTo>
                  <a:cubicBezTo>
                    <a:pt x="328482" y="28292"/>
                    <a:pt x="345867" y="34607"/>
                    <a:pt x="362449" y="42614"/>
                  </a:cubicBezTo>
                  <a:cubicBezTo>
                    <a:pt x="364299" y="49889"/>
                    <a:pt x="365502" y="57306"/>
                    <a:pt x="366047" y="6478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94" name="Google Shape;694;g3d45bd621e8_0_1405"/>
            <p:cNvSpPr/>
            <p:nvPr/>
          </p:nvSpPr>
          <p:spPr>
            <a:xfrm>
              <a:off x="5080587" y="3079048"/>
              <a:ext cx="150329" cy="249843"/>
            </a:xfrm>
            <a:custGeom>
              <a:rect b="b" l="l" r="r" t="t"/>
              <a:pathLst>
                <a:path extrusionOk="0" h="206056" w="123983">
                  <a:moveTo>
                    <a:pt x="19654" y="27980"/>
                  </a:moveTo>
                  <a:cubicBezTo>
                    <a:pt x="25734" y="23544"/>
                    <a:pt x="33315" y="21530"/>
                    <a:pt x="40860" y="22345"/>
                  </a:cubicBezTo>
                  <a:lnTo>
                    <a:pt x="44931" y="22345"/>
                  </a:lnTo>
                  <a:cubicBezTo>
                    <a:pt x="56602" y="21174"/>
                    <a:pt x="68242" y="24825"/>
                    <a:pt x="77025" y="32413"/>
                  </a:cubicBezTo>
                  <a:cubicBezTo>
                    <a:pt x="87439" y="42573"/>
                    <a:pt x="92741" y="60769"/>
                    <a:pt x="92741" y="86630"/>
                  </a:cubicBezTo>
                  <a:cubicBezTo>
                    <a:pt x="92744" y="89570"/>
                    <a:pt x="93935" y="92391"/>
                    <a:pt x="96055" y="94481"/>
                  </a:cubicBezTo>
                  <a:cubicBezTo>
                    <a:pt x="98873" y="97141"/>
                    <a:pt x="100448" y="100816"/>
                    <a:pt x="100410" y="104641"/>
                  </a:cubicBezTo>
                  <a:lnTo>
                    <a:pt x="100410" y="110091"/>
                  </a:lnTo>
                  <a:cubicBezTo>
                    <a:pt x="100433" y="113887"/>
                    <a:pt x="98859" y="117526"/>
                    <a:pt x="96055" y="120158"/>
                  </a:cubicBezTo>
                  <a:lnTo>
                    <a:pt x="93404" y="122745"/>
                  </a:lnTo>
                  <a:cubicBezTo>
                    <a:pt x="91301" y="124846"/>
                    <a:pt x="90113" y="127659"/>
                    <a:pt x="90090" y="130596"/>
                  </a:cubicBezTo>
                  <a:cubicBezTo>
                    <a:pt x="90121" y="141358"/>
                    <a:pt x="85140" y="151550"/>
                    <a:pt x="76552" y="158305"/>
                  </a:cubicBezTo>
                  <a:cubicBezTo>
                    <a:pt x="72616" y="161428"/>
                    <a:pt x="68885" y="164791"/>
                    <a:pt x="65381" y="168372"/>
                  </a:cubicBezTo>
                  <a:cubicBezTo>
                    <a:pt x="59038" y="174468"/>
                    <a:pt x="49381" y="183797"/>
                    <a:pt x="43985" y="183797"/>
                  </a:cubicBezTo>
                  <a:cubicBezTo>
                    <a:pt x="38588" y="183797"/>
                    <a:pt x="35369" y="179825"/>
                    <a:pt x="29216" y="173452"/>
                  </a:cubicBezTo>
                  <a:cubicBezTo>
                    <a:pt x="25957" y="169798"/>
                    <a:pt x="22378" y="166430"/>
                    <a:pt x="18518" y="163385"/>
                  </a:cubicBezTo>
                  <a:cubicBezTo>
                    <a:pt x="13536" y="159609"/>
                    <a:pt x="6371" y="160432"/>
                    <a:pt x="2423" y="165232"/>
                  </a:cubicBezTo>
                  <a:cubicBezTo>
                    <a:pt x="-1450" y="170048"/>
                    <a:pt x="-588" y="177015"/>
                    <a:pt x="4349" y="180793"/>
                  </a:cubicBezTo>
                  <a:cubicBezTo>
                    <a:pt x="4370" y="180810"/>
                    <a:pt x="4391" y="180826"/>
                    <a:pt x="4411" y="180841"/>
                  </a:cubicBezTo>
                  <a:cubicBezTo>
                    <a:pt x="7290" y="183291"/>
                    <a:pt x="10009" y="185913"/>
                    <a:pt x="12553" y="188692"/>
                  </a:cubicBezTo>
                  <a:cubicBezTo>
                    <a:pt x="19952" y="198656"/>
                    <a:pt x="31422" y="204993"/>
                    <a:pt x="43985" y="206057"/>
                  </a:cubicBezTo>
                  <a:cubicBezTo>
                    <a:pt x="58848" y="206057"/>
                    <a:pt x="70872" y="194419"/>
                    <a:pt x="81854" y="184166"/>
                  </a:cubicBezTo>
                  <a:cubicBezTo>
                    <a:pt x="84849" y="181227"/>
                    <a:pt x="88009" y="178451"/>
                    <a:pt x="91321" y="175854"/>
                  </a:cubicBezTo>
                  <a:cubicBezTo>
                    <a:pt x="104162" y="165890"/>
                    <a:pt x="112185" y="151171"/>
                    <a:pt x="113474" y="135214"/>
                  </a:cubicBezTo>
                  <a:cubicBezTo>
                    <a:pt x="120245" y="128450"/>
                    <a:pt x="124020" y="119360"/>
                    <a:pt x="123983" y="109906"/>
                  </a:cubicBezTo>
                  <a:lnTo>
                    <a:pt x="123983" y="104457"/>
                  </a:lnTo>
                  <a:cubicBezTo>
                    <a:pt x="123977" y="96421"/>
                    <a:pt x="121284" y="88606"/>
                    <a:pt x="116315" y="82197"/>
                  </a:cubicBezTo>
                  <a:cubicBezTo>
                    <a:pt x="114895" y="52733"/>
                    <a:pt x="107321" y="30566"/>
                    <a:pt x="93120" y="16711"/>
                  </a:cubicBezTo>
                  <a:cubicBezTo>
                    <a:pt x="79767" y="4846"/>
                    <a:pt x="61996" y="-1134"/>
                    <a:pt x="43985" y="178"/>
                  </a:cubicBezTo>
                  <a:lnTo>
                    <a:pt x="41429" y="178"/>
                  </a:lnTo>
                  <a:cubicBezTo>
                    <a:pt x="28930" y="-731"/>
                    <a:pt x="16509" y="2741"/>
                    <a:pt x="6400" y="9969"/>
                  </a:cubicBezTo>
                  <a:cubicBezTo>
                    <a:pt x="1171" y="13539"/>
                    <a:pt x="-101" y="20569"/>
                    <a:pt x="3559" y="25670"/>
                  </a:cubicBezTo>
                  <a:cubicBezTo>
                    <a:pt x="7219" y="30772"/>
                    <a:pt x="14425" y="32012"/>
                    <a:pt x="19654" y="2844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95" name="Google Shape;695;g3d45bd621e8_0_1405"/>
            <p:cNvSpPr/>
            <p:nvPr/>
          </p:nvSpPr>
          <p:spPr>
            <a:xfrm>
              <a:off x="5098072" y="3125702"/>
              <a:ext cx="92091" cy="52802"/>
            </a:xfrm>
            <a:custGeom>
              <a:rect b="b" l="l" r="r" t="t"/>
              <a:pathLst>
                <a:path extrusionOk="0" h="43548" w="75951">
                  <a:moveTo>
                    <a:pt x="75951" y="36414"/>
                  </a:moveTo>
                  <a:cubicBezTo>
                    <a:pt x="75899" y="32472"/>
                    <a:pt x="72608" y="29302"/>
                    <a:pt x="68567" y="29302"/>
                  </a:cubicBezTo>
                  <a:cubicBezTo>
                    <a:pt x="37324" y="29302"/>
                    <a:pt x="13088" y="2702"/>
                    <a:pt x="12804" y="2424"/>
                  </a:cubicBezTo>
                  <a:cubicBezTo>
                    <a:pt x="10203" y="-506"/>
                    <a:pt x="5659" y="-825"/>
                    <a:pt x="2655" y="1713"/>
                  </a:cubicBezTo>
                  <a:cubicBezTo>
                    <a:pt x="2630" y="1735"/>
                    <a:pt x="2604" y="1756"/>
                    <a:pt x="2580" y="1778"/>
                  </a:cubicBezTo>
                  <a:cubicBezTo>
                    <a:pt x="-444" y="4214"/>
                    <a:pt x="-871" y="8580"/>
                    <a:pt x="1625" y="11530"/>
                  </a:cubicBezTo>
                  <a:cubicBezTo>
                    <a:pt x="1690" y="11606"/>
                    <a:pt x="1755" y="11680"/>
                    <a:pt x="1822" y="11753"/>
                  </a:cubicBezTo>
                  <a:cubicBezTo>
                    <a:pt x="2958" y="13046"/>
                    <a:pt x="30224" y="43526"/>
                    <a:pt x="68093" y="43526"/>
                  </a:cubicBezTo>
                  <a:cubicBezTo>
                    <a:pt x="72107" y="43832"/>
                    <a:pt x="75615" y="40906"/>
                    <a:pt x="75929" y="36990"/>
                  </a:cubicBezTo>
                  <a:cubicBezTo>
                    <a:pt x="75944" y="36799"/>
                    <a:pt x="75952" y="36606"/>
                    <a:pt x="75951" y="3641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696" name="Google Shape;696;g3d45bd621e8_0_1405"/>
            <p:cNvSpPr/>
            <p:nvPr/>
          </p:nvSpPr>
          <p:spPr>
            <a:xfrm>
              <a:off x="5166410" y="3320122"/>
              <a:ext cx="133855" cy="98084"/>
            </a:xfrm>
            <a:custGeom>
              <a:rect b="b" l="l" r="r" t="t"/>
              <a:pathLst>
                <a:path extrusionOk="0" h="80894" w="110396">
                  <a:moveTo>
                    <a:pt x="23648" y="2570"/>
                  </a:moveTo>
                  <a:lnTo>
                    <a:pt x="4713" y="17810"/>
                  </a:lnTo>
                  <a:cubicBezTo>
                    <a:pt x="-401" y="21443"/>
                    <a:pt x="-1528" y="28434"/>
                    <a:pt x="2195" y="33423"/>
                  </a:cubicBezTo>
                  <a:cubicBezTo>
                    <a:pt x="5919" y="38413"/>
                    <a:pt x="13084" y="39513"/>
                    <a:pt x="18199" y="35880"/>
                  </a:cubicBezTo>
                  <a:cubicBezTo>
                    <a:pt x="18547" y="35632"/>
                    <a:pt x="18881" y="35366"/>
                    <a:pt x="19198" y="35082"/>
                  </a:cubicBezTo>
                  <a:lnTo>
                    <a:pt x="33683" y="23536"/>
                  </a:lnTo>
                  <a:cubicBezTo>
                    <a:pt x="50849" y="28036"/>
                    <a:pt x="67502" y="34226"/>
                    <a:pt x="83386" y="42009"/>
                  </a:cubicBezTo>
                  <a:cubicBezTo>
                    <a:pt x="85142" y="48955"/>
                    <a:pt x="86314" y="56029"/>
                    <a:pt x="86889" y="63160"/>
                  </a:cubicBezTo>
                  <a:cubicBezTo>
                    <a:pt x="86889" y="66393"/>
                    <a:pt x="87552" y="69256"/>
                    <a:pt x="87836" y="71658"/>
                  </a:cubicBezTo>
                  <a:cubicBezTo>
                    <a:pt x="88800" y="76994"/>
                    <a:pt x="93549" y="80887"/>
                    <a:pt x="99102" y="80894"/>
                  </a:cubicBezTo>
                  <a:lnTo>
                    <a:pt x="100806" y="80894"/>
                  </a:lnTo>
                  <a:cubicBezTo>
                    <a:pt x="106971" y="79901"/>
                    <a:pt x="111183" y="74272"/>
                    <a:pt x="110273" y="68240"/>
                  </a:cubicBezTo>
                  <a:cubicBezTo>
                    <a:pt x="110273" y="66116"/>
                    <a:pt x="109705" y="63530"/>
                    <a:pt x="109327" y="60574"/>
                  </a:cubicBezTo>
                  <a:cubicBezTo>
                    <a:pt x="108737" y="50805"/>
                    <a:pt x="106860" y="41150"/>
                    <a:pt x="103741" y="31849"/>
                  </a:cubicBezTo>
                  <a:cubicBezTo>
                    <a:pt x="102037" y="27785"/>
                    <a:pt x="97966" y="18272"/>
                    <a:pt x="34062" y="446"/>
                  </a:cubicBezTo>
                  <a:cubicBezTo>
                    <a:pt x="30444" y="-591"/>
                    <a:pt x="26536" y="206"/>
                    <a:pt x="23648" y="257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697" name="Google Shape;697;g3d45bd621e8_0_1405"/>
          <p:cNvSpPr/>
          <p:nvPr/>
        </p:nvSpPr>
        <p:spPr>
          <a:xfrm>
            <a:off x="694375" y="2700650"/>
            <a:ext cx="1608000" cy="714900"/>
          </a:xfrm>
          <a:prstGeom prst="roundRect">
            <a:avLst>
              <a:gd fmla="val 16667" name="adj"/>
            </a:avLst>
          </a:prstGeom>
          <a:solidFill>
            <a:schemeClr val="lt1"/>
          </a:solidFill>
          <a:ln cap="flat" cmpd="sng" w="9525">
            <a:solidFill>
              <a:srgbClr val="2626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600"/>
              <a:buFont typeface="Arial"/>
              <a:buNone/>
            </a:pPr>
            <a:r>
              <a:rPr b="0" i="0" lang="en-US" sz="700" u="none" cap="none" strike="noStrike">
                <a:solidFill>
                  <a:srgbClr val="262626"/>
                </a:solidFill>
                <a:latin typeface="Arial"/>
                <a:ea typeface="Arial"/>
                <a:cs typeface="Arial"/>
                <a:sym typeface="Arial"/>
              </a:rPr>
              <a:t>Self Hosted models run on Snowflake GPUs</a:t>
            </a:r>
            <a:endParaRPr b="0" i="0" sz="700" u="none" cap="none" strike="noStrike">
              <a:solidFill>
                <a:srgbClr val="262626"/>
              </a:solidFill>
              <a:latin typeface="Arial"/>
              <a:ea typeface="Arial"/>
              <a:cs typeface="Arial"/>
              <a:sym typeface="Arial"/>
            </a:endParaRPr>
          </a:p>
        </p:txBody>
      </p:sp>
      <p:pic>
        <p:nvPicPr>
          <p:cNvPr id="698" name="Google Shape;698;g3d45bd621e8_0_1405"/>
          <p:cNvPicPr preferRelativeResize="0"/>
          <p:nvPr/>
        </p:nvPicPr>
        <p:blipFill rotWithShape="1">
          <a:blip r:embed="rId3">
            <a:alphaModFix/>
          </a:blip>
          <a:srcRect b="0" l="0" r="0" t="0"/>
          <a:stretch/>
        </p:blipFill>
        <p:spPr>
          <a:xfrm>
            <a:off x="6581166" y="2757738"/>
            <a:ext cx="351380" cy="99337"/>
          </a:xfrm>
          <a:prstGeom prst="rect">
            <a:avLst/>
          </a:prstGeom>
          <a:noFill/>
          <a:ln>
            <a:noFill/>
          </a:ln>
        </p:spPr>
      </p:pic>
      <p:pic>
        <p:nvPicPr>
          <p:cNvPr id="699" name="Google Shape;699;g3d45bd621e8_0_1405"/>
          <p:cNvPicPr preferRelativeResize="0"/>
          <p:nvPr/>
        </p:nvPicPr>
        <p:blipFill rotWithShape="1">
          <a:blip r:embed="rId4">
            <a:alphaModFix/>
          </a:blip>
          <a:srcRect b="0" l="0" r="0" t="0"/>
          <a:stretch/>
        </p:blipFill>
        <p:spPr>
          <a:xfrm>
            <a:off x="6581168" y="2976016"/>
            <a:ext cx="351377" cy="125623"/>
          </a:xfrm>
          <a:prstGeom prst="rect">
            <a:avLst/>
          </a:prstGeom>
          <a:noFill/>
          <a:ln>
            <a:noFill/>
          </a:ln>
        </p:spPr>
      </p:pic>
      <p:pic>
        <p:nvPicPr>
          <p:cNvPr id="700" name="Google Shape;700;g3d45bd621e8_0_1405"/>
          <p:cNvPicPr preferRelativeResize="0"/>
          <p:nvPr/>
        </p:nvPicPr>
        <p:blipFill rotWithShape="1">
          <a:blip r:embed="rId5">
            <a:alphaModFix/>
          </a:blip>
          <a:srcRect b="0" l="0" r="0" t="0"/>
          <a:stretch/>
        </p:blipFill>
        <p:spPr>
          <a:xfrm>
            <a:off x="6485175" y="3438860"/>
            <a:ext cx="543363" cy="139745"/>
          </a:xfrm>
          <a:prstGeom prst="rect">
            <a:avLst/>
          </a:prstGeom>
          <a:noFill/>
          <a:ln>
            <a:noFill/>
          </a:ln>
        </p:spPr>
      </p:pic>
      <p:pic>
        <p:nvPicPr>
          <p:cNvPr id="701" name="Google Shape;701;g3d45bd621e8_0_1405"/>
          <p:cNvPicPr preferRelativeResize="0"/>
          <p:nvPr/>
        </p:nvPicPr>
        <p:blipFill rotWithShape="1">
          <a:blip r:embed="rId6">
            <a:alphaModFix/>
          </a:blip>
          <a:srcRect b="0" l="0" r="0" t="0"/>
          <a:stretch/>
        </p:blipFill>
        <p:spPr>
          <a:xfrm>
            <a:off x="6542209" y="3220578"/>
            <a:ext cx="429294" cy="99340"/>
          </a:xfrm>
          <a:prstGeom prst="rect">
            <a:avLst/>
          </a:prstGeom>
          <a:noFill/>
          <a:ln>
            <a:noFill/>
          </a:ln>
        </p:spPr>
      </p:pic>
      <p:sp>
        <p:nvSpPr>
          <p:cNvPr id="702" name="Google Shape;702;g3d45bd621e8_0_1405"/>
          <p:cNvSpPr txBox="1"/>
          <p:nvPr/>
        </p:nvSpPr>
        <p:spPr>
          <a:xfrm rot="-2013">
            <a:off x="4044351" y="919358"/>
            <a:ext cx="2561400" cy="21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34343"/>
                </a:solidFill>
                <a:latin typeface="Arial"/>
                <a:ea typeface="Arial"/>
                <a:cs typeface="Arial"/>
                <a:sym typeface="Arial"/>
              </a:rPr>
              <a:t>Snowflake Security Boundary </a:t>
            </a:r>
            <a:endParaRPr b="1" i="0" sz="900" u="none" cap="none" strike="noStrike">
              <a:solidFill>
                <a:srgbClr val="434343"/>
              </a:solidFill>
              <a:latin typeface="Arial"/>
              <a:ea typeface="Arial"/>
              <a:cs typeface="Arial"/>
              <a:sym typeface="Arial"/>
            </a:endParaRPr>
          </a:p>
        </p:txBody>
      </p:sp>
      <p:cxnSp>
        <p:nvCxnSpPr>
          <p:cNvPr id="703" name="Google Shape;703;g3d45bd621e8_0_1405"/>
          <p:cNvCxnSpPr>
            <a:stCxn id="642" idx="3"/>
            <a:endCxn id="668" idx="1"/>
          </p:cNvCxnSpPr>
          <p:nvPr/>
        </p:nvCxnSpPr>
        <p:spPr>
          <a:xfrm>
            <a:off x="5137625" y="2052175"/>
            <a:ext cx="1023900" cy="49200"/>
          </a:xfrm>
          <a:prstGeom prst="bentConnector3">
            <a:avLst>
              <a:gd fmla="val 49993" name="adj1"/>
            </a:avLst>
          </a:prstGeom>
          <a:noFill/>
          <a:ln cap="flat" cmpd="sng" w="9525">
            <a:solidFill>
              <a:schemeClr val="dk2"/>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nowflake 2022">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nowflake 2022">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nowflake 2022">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